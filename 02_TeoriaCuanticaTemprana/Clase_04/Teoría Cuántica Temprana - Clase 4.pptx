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2.xml" ContentType="application/inkml+xml"/>
  <Override PartName="/ppt/notesSlides/notesSlide3.xml" ContentType="application/vnd.openxmlformats-officedocument.presentationml.notesSlide+xml"/>
  <Override PartName="/ppt/ink/ink3.xml" ContentType="application/inkml+xml"/>
  <Override PartName="/ppt/notesSlides/notesSlide4.xml" ContentType="application/vnd.openxmlformats-officedocument.presentationml.notesSlide+xml"/>
  <Override PartName="/ppt/ink/ink4.xml" ContentType="application/inkml+xml"/>
  <Override PartName="/ppt/notesSlides/notesSlide5.xml" ContentType="application/vnd.openxmlformats-officedocument.presentationml.notesSlide+xml"/>
  <Override PartName="/ppt/ink/ink5.xml" ContentType="application/inkml+xml"/>
  <Override PartName="/ppt/notesSlides/notesSlide6.xml" ContentType="application/vnd.openxmlformats-officedocument.presentationml.notesSlide+xml"/>
  <Override PartName="/ppt/ink/ink6.xml" ContentType="application/inkml+xml"/>
  <Override PartName="/ppt/notesSlides/notesSlide7.xml" ContentType="application/vnd.openxmlformats-officedocument.presentationml.notesSlide+xml"/>
  <Override PartName="/ppt/ink/ink7.xml" ContentType="application/inkml+xml"/>
  <Override PartName="/ppt/notesSlides/notesSlide8.xml" ContentType="application/vnd.openxmlformats-officedocument.presentationml.notesSlide+xml"/>
  <Override PartName="/ppt/ink/ink8.xml" ContentType="application/inkml+xml"/>
  <Override PartName="/ppt/notesSlides/notesSlide9.xml" ContentType="application/vnd.openxmlformats-officedocument.presentationml.notesSlide+xml"/>
  <Override PartName="/ppt/ink/ink9.xml" ContentType="application/inkml+xml"/>
  <Override PartName="/ppt/notesSlides/notesSlide10.xml" ContentType="application/vnd.openxmlformats-officedocument.presentationml.notesSlide+xml"/>
  <Override PartName="/ppt/ink/ink10.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1.xml" ContentType="application/inkml+xml"/>
  <Override PartName="/ppt/notesSlides/notesSlide14.xml" ContentType="application/vnd.openxmlformats-officedocument.presentationml.notesSlide+xml"/>
  <Override PartName="/ppt/ink/ink12.xml" ContentType="application/inkml+xml"/>
  <Override PartName="/ppt/notesSlides/notesSlide15.xml" ContentType="application/vnd.openxmlformats-officedocument.presentationml.notesSlide+xml"/>
  <Override PartName="/ppt/ink/ink13.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4.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32"/>
  </p:notesMasterIdLst>
  <p:sldIdLst>
    <p:sldId id="256" r:id="rId5"/>
    <p:sldId id="299" r:id="rId6"/>
    <p:sldId id="261" r:id="rId7"/>
    <p:sldId id="257" r:id="rId8"/>
    <p:sldId id="294" r:id="rId9"/>
    <p:sldId id="272" r:id="rId10"/>
    <p:sldId id="289" r:id="rId11"/>
    <p:sldId id="290" r:id="rId12"/>
    <p:sldId id="291" r:id="rId13"/>
    <p:sldId id="305" r:id="rId14"/>
    <p:sldId id="292" r:id="rId15"/>
    <p:sldId id="293" r:id="rId16"/>
    <p:sldId id="276" r:id="rId17"/>
    <p:sldId id="300" r:id="rId18"/>
    <p:sldId id="301" r:id="rId19"/>
    <p:sldId id="302" r:id="rId20"/>
    <p:sldId id="262" r:id="rId21"/>
    <p:sldId id="295" r:id="rId22"/>
    <p:sldId id="277" r:id="rId23"/>
    <p:sldId id="296" r:id="rId24"/>
    <p:sldId id="268" r:id="rId25"/>
    <p:sldId id="303" r:id="rId26"/>
    <p:sldId id="304" r:id="rId27"/>
    <p:sldId id="297" r:id="rId28"/>
    <p:sldId id="259" r:id="rId29"/>
    <p:sldId id="306" r:id="rId30"/>
    <p:sldId id="260" r:id="rId31"/>
  </p:sldIdLst>
  <p:sldSz cx="18288000" cy="10287000"/>
  <p:notesSz cx="6858000" cy="9144000"/>
  <p:embeddedFontLst>
    <p:embeddedFont>
      <p:font typeface="Canva Sans" panose="020B0503030501040103" pitchFamily="34" charset="0"/>
      <p:regular r:id="rId33"/>
    </p:embeddedFont>
    <p:embeddedFont>
      <p:font typeface="Canva Sans Bold" panose="020B0803030501040103" pitchFamily="34" charset="0"/>
      <p:regular r:id="rId34"/>
      <p:bold r:id="rId35"/>
    </p:embeddedFont>
    <p:embeddedFont>
      <p:font typeface="Poppins" pitchFamily="2" charset="77"/>
      <p:regular r:id="rId36"/>
      <p:bold r:id="rId37"/>
      <p:italic r:id="rId38"/>
      <p:boldItalic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71" autoAdjust="0"/>
    <p:restoredTop sz="94640" autoAdjust="0"/>
  </p:normalViewPr>
  <p:slideViewPr>
    <p:cSldViewPr>
      <p:cViewPr varScale="1">
        <p:scale>
          <a:sx n="128" d="100"/>
          <a:sy n="128" d="100"/>
        </p:scale>
        <p:origin x="632"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7.fntdata"/><Relationship Id="rId21" Type="http://schemas.openxmlformats.org/officeDocument/2006/relationships/slide" Target="slides/slide17.xml"/><Relationship Id="rId34" Type="http://schemas.openxmlformats.org/officeDocument/2006/relationships/font" Target="fonts/font2.fntdata"/><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4.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3.fntdata"/><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1.fntdata"/><Relationship Id="rId38" Type="http://schemas.openxmlformats.org/officeDocument/2006/relationships/font" Target="fonts/font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rmas Hernando Lázaro Maldonado" userId="57e371fb-d4d2-406c-bb95-ab27883ca973" providerId="ADAL" clId="{4CF9EA75-19E5-4F7D-91A9-DB5B54473AB2}"/>
    <pc:docChg chg="delSld modSld">
      <pc:chgData name="Hermas Hernando Lázaro Maldonado" userId="57e371fb-d4d2-406c-bb95-ab27883ca973" providerId="ADAL" clId="{4CF9EA75-19E5-4F7D-91A9-DB5B54473AB2}" dt="2026-04-14T20:18:36.164" v="18" actId="34135"/>
      <pc:docMkLst>
        <pc:docMk/>
      </pc:docMkLst>
      <pc:sldChg chg="modSp mod">
        <pc:chgData name="Hermas Hernando Lázaro Maldonado" userId="57e371fb-d4d2-406c-bb95-ab27883ca973" providerId="ADAL" clId="{4CF9EA75-19E5-4F7D-91A9-DB5B54473AB2}" dt="2026-04-14T20:18:26.571" v="16" actId="790"/>
        <pc:sldMkLst>
          <pc:docMk/>
          <pc:sldMk cId="0" sldId="256"/>
        </pc:sldMkLst>
        <pc:spChg chg="mod">
          <ac:chgData name="Hermas Hernando Lázaro Maldonado" userId="57e371fb-d4d2-406c-bb95-ab27883ca973" providerId="ADAL" clId="{4CF9EA75-19E5-4F7D-91A9-DB5B54473AB2}" dt="2026-04-14T20:17:27.487" v="7" actId="34135"/>
          <ac:spMkLst>
            <pc:docMk/>
            <pc:sldMk cId="0" sldId="256"/>
            <ac:spMk id="3" creationId="{00000000-0000-0000-0000-000000000000}"/>
          </ac:spMkLst>
        </pc:spChg>
        <pc:spChg chg="mod">
          <ac:chgData name="Hermas Hernando Lázaro Maldonado" userId="57e371fb-d4d2-406c-bb95-ab27883ca973" providerId="ADAL" clId="{4CF9EA75-19E5-4F7D-91A9-DB5B54473AB2}" dt="2026-04-14T20:17:27.487" v="7" actId="34135"/>
          <ac:spMkLst>
            <pc:docMk/>
            <pc:sldMk cId="0" sldId="256"/>
            <ac:spMk id="4" creationId="{00000000-0000-0000-0000-000000000000}"/>
          </ac:spMkLst>
        </pc:spChg>
        <pc:spChg chg="mod">
          <ac:chgData name="Hermas Hernando Lázaro Maldonado" userId="57e371fb-d4d2-406c-bb95-ab27883ca973" providerId="ADAL" clId="{4CF9EA75-19E5-4F7D-91A9-DB5B54473AB2}" dt="2026-04-14T20:17:40.853" v="10" actId="34135"/>
          <ac:spMkLst>
            <pc:docMk/>
            <pc:sldMk cId="0" sldId="256"/>
            <ac:spMk id="5" creationId="{00000000-0000-0000-0000-000000000000}"/>
          </ac:spMkLst>
        </pc:spChg>
        <pc:spChg chg="mod">
          <ac:chgData name="Hermas Hernando Lázaro Maldonado" userId="57e371fb-d4d2-406c-bb95-ab27883ca973" providerId="ADAL" clId="{4CF9EA75-19E5-4F7D-91A9-DB5B54473AB2}" dt="2026-04-14T20:17:30.193" v="8" actId="34135"/>
          <ac:spMkLst>
            <pc:docMk/>
            <pc:sldMk cId="0" sldId="256"/>
            <ac:spMk id="6" creationId="{00000000-0000-0000-0000-000000000000}"/>
          </ac:spMkLst>
        </pc:spChg>
        <pc:spChg chg="mod">
          <ac:chgData name="Hermas Hernando Lázaro Maldonado" userId="57e371fb-d4d2-406c-bb95-ab27883ca973" providerId="ADAL" clId="{4CF9EA75-19E5-4F7D-91A9-DB5B54473AB2}" dt="2026-04-14T20:17:24.129" v="6" actId="34135"/>
          <ac:spMkLst>
            <pc:docMk/>
            <pc:sldMk cId="0" sldId="256"/>
            <ac:spMk id="10" creationId="{00000000-0000-0000-0000-000000000000}"/>
          </ac:spMkLst>
        </pc:spChg>
        <pc:spChg chg="mod">
          <ac:chgData name="Hermas Hernando Lázaro Maldonado" userId="57e371fb-d4d2-406c-bb95-ab27883ca973" providerId="ADAL" clId="{4CF9EA75-19E5-4F7D-91A9-DB5B54473AB2}" dt="2026-04-14T20:17:19.043" v="5" actId="1037"/>
          <ac:spMkLst>
            <pc:docMk/>
            <pc:sldMk cId="0" sldId="256"/>
            <ac:spMk id="11" creationId="{00000000-0000-0000-0000-000000000000}"/>
          </ac:spMkLst>
        </pc:spChg>
        <pc:spChg chg="mod">
          <ac:chgData name="Hermas Hernando Lázaro Maldonado" userId="57e371fb-d4d2-406c-bb95-ab27883ca973" providerId="ADAL" clId="{4CF9EA75-19E5-4F7D-91A9-DB5B54473AB2}" dt="2026-04-14T20:18:16.671" v="14" actId="790"/>
          <ac:spMkLst>
            <pc:docMk/>
            <pc:sldMk cId="0" sldId="256"/>
            <ac:spMk id="12" creationId="{00000000-0000-0000-0000-000000000000}"/>
          </ac:spMkLst>
        </pc:spChg>
        <pc:spChg chg="mod">
          <ac:chgData name="Hermas Hernando Lázaro Maldonado" userId="57e371fb-d4d2-406c-bb95-ab27883ca973" providerId="ADAL" clId="{4CF9EA75-19E5-4F7D-91A9-DB5B54473AB2}" dt="2026-04-14T20:18:22.116" v="15" actId="790"/>
          <ac:spMkLst>
            <pc:docMk/>
            <pc:sldMk cId="0" sldId="256"/>
            <ac:spMk id="13" creationId="{00000000-0000-0000-0000-000000000000}"/>
          </ac:spMkLst>
        </pc:spChg>
        <pc:spChg chg="mod">
          <ac:chgData name="Hermas Hernando Lázaro Maldonado" userId="57e371fb-d4d2-406c-bb95-ab27883ca973" providerId="ADAL" clId="{4CF9EA75-19E5-4F7D-91A9-DB5B54473AB2}" dt="2026-04-14T20:18:26.571" v="16" actId="790"/>
          <ac:spMkLst>
            <pc:docMk/>
            <pc:sldMk cId="0" sldId="256"/>
            <ac:spMk id="14" creationId="{00000000-0000-0000-0000-000000000000}"/>
          </ac:spMkLst>
        </pc:spChg>
        <pc:spChg chg="mod">
          <ac:chgData name="Hermas Hernando Lázaro Maldonado" userId="57e371fb-d4d2-406c-bb95-ab27883ca973" providerId="ADAL" clId="{4CF9EA75-19E5-4F7D-91A9-DB5B54473AB2}" dt="2026-04-14T20:17:11.771" v="2" actId="20577"/>
          <ac:spMkLst>
            <pc:docMk/>
            <pc:sldMk cId="0" sldId="256"/>
            <ac:spMk id="15" creationId="{00000000-0000-0000-0000-000000000000}"/>
          </ac:spMkLst>
        </pc:spChg>
        <pc:grpChg chg="mod">
          <ac:chgData name="Hermas Hernando Lázaro Maldonado" userId="57e371fb-d4d2-406c-bb95-ab27883ca973" providerId="ADAL" clId="{4CF9EA75-19E5-4F7D-91A9-DB5B54473AB2}" dt="2026-04-14T20:17:27.487" v="7" actId="34135"/>
          <ac:grpSpMkLst>
            <pc:docMk/>
            <pc:sldMk cId="0" sldId="256"/>
            <ac:grpSpMk id="2" creationId="{00000000-0000-0000-0000-000000000000}"/>
          </ac:grpSpMkLst>
        </pc:grpChg>
      </pc:sldChg>
      <pc:sldChg chg="del">
        <pc:chgData name="Hermas Hernando Lázaro Maldonado" userId="57e371fb-d4d2-406c-bb95-ab27883ca973" providerId="ADAL" clId="{4CF9EA75-19E5-4F7D-91A9-DB5B54473AB2}" dt="2026-04-14T20:17:05.643" v="0" actId="47"/>
        <pc:sldMkLst>
          <pc:docMk/>
          <pc:sldMk cId="0" sldId="257"/>
        </pc:sldMkLst>
      </pc:sldChg>
      <pc:sldChg chg="del">
        <pc:chgData name="Hermas Hernando Lázaro Maldonado" userId="57e371fb-d4d2-406c-bb95-ab27883ca973" providerId="ADAL" clId="{4CF9EA75-19E5-4F7D-91A9-DB5B54473AB2}" dt="2026-04-14T20:17:06.827" v="1" actId="47"/>
        <pc:sldMkLst>
          <pc:docMk/>
          <pc:sldMk cId="0" sldId="258"/>
        </pc:sldMkLst>
      </pc:sldChg>
      <pc:sldChg chg="modSp mod">
        <pc:chgData name="Hermas Hernando Lázaro Maldonado" userId="57e371fb-d4d2-406c-bb95-ab27883ca973" providerId="ADAL" clId="{4CF9EA75-19E5-4F7D-91A9-DB5B54473AB2}" dt="2026-04-14T20:18:32.781" v="17" actId="34135"/>
        <pc:sldMkLst>
          <pc:docMk/>
          <pc:sldMk cId="0" sldId="259"/>
        </pc:sldMkLst>
        <pc:spChg chg="mod">
          <ac:chgData name="Hermas Hernando Lázaro Maldonado" userId="57e371fb-d4d2-406c-bb95-ab27883ca973" providerId="ADAL" clId="{4CF9EA75-19E5-4F7D-91A9-DB5B54473AB2}" dt="2026-04-14T20:18:32.781" v="17" actId="34135"/>
          <ac:spMkLst>
            <pc:docMk/>
            <pc:sldMk cId="0" sldId="259"/>
            <ac:spMk id="2" creationId="{00000000-0000-0000-0000-000000000000}"/>
          </ac:spMkLst>
        </pc:spChg>
      </pc:sldChg>
      <pc:sldChg chg="modSp mod">
        <pc:chgData name="Hermas Hernando Lázaro Maldonado" userId="57e371fb-d4d2-406c-bb95-ab27883ca973" providerId="ADAL" clId="{4CF9EA75-19E5-4F7D-91A9-DB5B54473AB2}" dt="2026-04-14T20:18:36.164" v="18" actId="34135"/>
        <pc:sldMkLst>
          <pc:docMk/>
          <pc:sldMk cId="0" sldId="260"/>
        </pc:sldMkLst>
        <pc:spChg chg="mod">
          <ac:chgData name="Hermas Hernando Lázaro Maldonado" userId="57e371fb-d4d2-406c-bb95-ab27883ca973" providerId="ADAL" clId="{4CF9EA75-19E5-4F7D-91A9-DB5B54473AB2}" dt="2026-04-14T20:18:36.164" v="18" actId="34135"/>
          <ac:spMkLst>
            <pc:docMk/>
            <pc:sldMk cId="0" sldId="260"/>
            <ac:spMk id="2" creationId="{00000000-0000-0000-0000-000000000000}"/>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4T23:25:41.701"/>
    </inkml:context>
    <inkml:brush xml:id="br0">
      <inkml:brushProperty name="width" value="0.09071" units="cm"/>
      <inkml:brushProperty name="height" value="0.09071" units="cm"/>
    </inkml:brush>
    <inkml:brush xml:id="br1">
      <inkml:brushProperty name="width" value="0.09071" units="cm"/>
      <inkml:brushProperty name="height" value="0.09071" units="cm"/>
      <inkml:brushProperty name="color" value="#FF0000"/>
    </inkml:brush>
    <inkml:brush xml:id="br2">
      <inkml:brushProperty name="width" value="0.09071" units="cm"/>
      <inkml:brushProperty name="height" value="0.09071" units="cm"/>
      <inkml:brushProperty name="color" value="#92D050"/>
    </inkml:brush>
    <inkml:brush xml:id="br3">
      <inkml:brushProperty name="width" value="0.09071" units="cm"/>
      <inkml:brushProperty name="height" value="0.09071" units="cm"/>
      <inkml:brushProperty name="color" value="#FFC000"/>
    </inkml:brush>
    <inkml:brush xml:id="br4">
      <inkml:brushProperty name="width" value="0.09071" units="cm"/>
      <inkml:brushProperty name="height" value="0.09071" units="cm"/>
      <inkml:brushProperty name="color" value="#0070C0"/>
    </inkml:brush>
  </inkml:definitions>
  <inkml:trace contextRef="#ctx0" brushRef="#br0">6163 8476 12802,'14'2'1736,"-3"-1"-1075,-9-1 1759,-2 0-2303,-5-1 23,1 6-89,-4 0-18,3 13-33,1-5 6,3 4 50,1-6-11,1 1 22,4-6-28,2 0 0,3-4 40,0-2 251,2-5-139,-3-2-67,0-7-57,-5-1-62,-1-2 46,-3 2-40,0 3 39,0 0-10,0 3-29,-9 3-62,2 1-33,-9 4 51,6 1-34,0 0-17,2 0-158,0 4 203,2 9 33,1 2-33,4 6-11,1-3-29,0-4-44,1-1-84,10-5 50,5-4 157,2-4 0,-4-8 0,-9-6 0,-3-8 6,-2-2-6,0 2 5,-3 0-89,-11 2-498,-5 8 100,-1 2-11,2 13 320,8 6 111,-1 18 62,2-2 0,2 8-56,4 0 39,3-12-22,1 7-28,13-14 67,-2-4 0,11-5 0,-8-3 45,2-9 22,-7-15-11,-1-14-6,-6-2-50,-6-1 0,-7 15 51,-3 3 5,-6 6-17,2 6 39,-3 4 1,-5 5-118,4 9 39,-4 2 50,9 10-50,2-1-50,6 2-46,3 6 35,6-1 10,15 0 51,0-10 6,10-9 28,-8-6-29,2-2-5,-3 0-33,4-14 5,-8 1 28,0-10 33,-10-7 23,-1 9 39,-2-8-33,-2 11 61,-9-4-106,-5 3 285,-7 4-111,4 6-158,4 8-33,5 1 0,2 5-5,-1 6-23,1 18 33,4-2-5,1 8 0,3-10-11,0-2-39,2-2-12,3-3-11,5-5 73,2-6 45,4-4-6,7-7 17,-6-5 40,5-6-18,-11-4-44,-3-1 5,-5-1-22,-1 0 16,-2 2 57,-3-6 16,-10 5-61,1 4-45,-8 7-62,4 8 6,1 1-44,0 7 49,3 2 6,2 9-16,5 12-85,2-2 62,3 0 34,6-7 50,3-11-6,8-3-5,1-4-118,10-2-190,-3-13 145,-3 0 118,-8-14 40,-11-11 10,-1 7 6,-8-5 151,-3 16 488,-17 7-443,-3 6-191,1 11-5,2 8 0,16 9-45,2 5-11,4 2-16,6 9-1,19-6 67,-4-4 6,17-14 6,-15-11-1,-2-3 51,-6-9-5,-6-2-12,-2-9 51,-6-6 173,-12 8-106,-7 2-57,-2 14-100,1 13-56,14 3-1321,3 13-7770,5-11 9147,2 1 0,-1-12 0,2-5 0</inkml:trace>
  <inkml:trace contextRef="#ctx0" brushRef="#br0" timeOffset="4005">12379 8419 8853,'-7'0'5344,"1"0"-5305,6 0-22,0 0-6,-11 9 202,9 0 380,-9 10-240,11-6-151,0 0 39,0-5 33,12-1-117,9-3 6,15-3-46,-5-7 146,3-10-83,-18-6 139,-3-8-179,-9 3 56,-12 3-151,-1 8-29,-7 6-16,4 6-184,-8 2 55,-1 1 84,-2 2 45,1 6 50,0 12-50,7 0-33,-2 8-12,10-6-22,4 1 61,1 2 1,2-3-1,6 1-33,11 5 0,0-10 39,8 3 0,-6-14 22,11-2 45,5-8-28,6-17-33,-12 0 5,-7-14-5,-15 9 61,-2-1-61,-4 1-1,-1 2 29,0 2 67,-7-2 22,-7 7-90,-2 3-66,-5 9 33,6 5-95,-9 8 67,-1 13 28,-2 17 0,8 1-40,10 4 35,6-12-62,3-2 11,1-3 50,9-4-67,4-6 79,21-5 22,-8-6-23,9-6-5,-12-10 0,-4-7 17,-3-7 17,-5-18 89,-7-1 34,-10-8-73,-4 17 28,-9 14-28,1 15 17,-1 3-101,1 3-90,3 0 56,1 3 1,4 4-18,3 5 18,1 14-6,3-5 33,1 6-61,1-10 0,6-2 16,0-3-78,9-4 68,-3-4 94,-2-9 1,-6-5-28,-4-8 38,-1-10 18,-6 10 44,-2-3 208,-11 17-264,4 1-50,-3 11-39,11 2 34,3 9-51,3 0 50,2-1-56,9-3 51,11-6 11,4-3-89,5-5 83,-9-10 0,-4-1-27,-6-10 33,-6 4 269,-2 2 179,-2 6-56,0 4-369,-3 7-23,-2 15 0,1-11 0,-1 10 0</inkml:trace>
  <inkml:trace contextRef="#ctx0" brushRef="#br0" timeOffset="6386">5959 8416 8797,'4'0'179,"-1"0"460,-3 0 655,28-8-549,-20 6 84,22-7 291,-28 8-95,0-1-829,-2 0 17,1-1 22,0 0-22,0-1 246,1-2-89,-2 1 5,1-1-72,-1 3 290,0 1-139,0 1-454,0 6 28,0 3-23,2 7-5,1 3-5,4 2 5,3 0 0,2-2 0,9 4 5,1-5-5,3 0 6,-4-6 0,-6-7-6,4-2 0,2-2-6,4-12 0,-8 1 1,-3-11 5,-8 3-6,-2-1 12,-2-1-6,0 0 0,-2 0-280,0-7-308,0 0 504,0 3 56,-3 5 28,-1 11 5,-3 3-5,-1 3-190,-6 2-191,-7 2 258,2 5 73,-2 4 50,6 7 0,-8 22 30,12-15 1,1 4 201,-2 10 1,2 1-54,3-6 0,2-1-75,2 0 0,2-2-15,1 7-78,9-6 29,6-8-35,13-8-5,4-8 0,1-4 0,-1-6-5,5-18 5,-12 0 0,-2-18-6,-16 6-33,-4-22 33,-19 3 107,2 24 0,-2 1 112,-20-4-213,-6 17-84,14 13-829,-1 6-2890,0 11 3803,-8 16 0,17-11 0,-1 1 0</inkml:trace>
  <inkml:trace contextRef="#ctx0" brushRef="#br0" timeOffset="7333">6136 8506 15760,'38'-5'72,"-1"1"1,-3-1 0,-6-2 50,-7-12 527,-8-8-370,-6 1-224,-16-2-140,-3 13-90,-10 7 17,4 8 118,3 9 39,1 4 0,6 11 0,2 2-45,4 8 51,0-12 28,2 1-1,2-17 270,3-4-135,-1-14-118,0-5 68,-4-6 251,-6 7-111,-4 9-146,-4 10-51,-1 8-55,2 8-34,-1 22 28,7 5 0,1-12 0,6-7 0</inkml:trace>
  <inkml:trace contextRef="#ctx0" brushRef="#br0" timeOffset="10666">6263 8594 8125,'0'5'5052,"0"-1"-3562,0-4-543,9 0-521,-5 0-365,5 0-27,-6-2 16,-1 2 146,4-3 135,0 2 21,5-2-206,-2 0-73,4 0-23,-1 0-44,2-1 50,2 1-45,0-1-5,1 1 195,7-3 1,4-1-169,0 0-21,-1-2 38,-7 3 40,9 0 44,-1 3 12,9-1-74,-10 4-10,-2-3-28,-6 1 89,6-2-56,-4 1 90,4 0 202,1 1-169,3 2-134,0 0-22,4-1-23,-8-1 28,16-2-5,3-1 84,9 1 44,-14-1 96,-10 4-40,-11-2-67,-2 3-44,3-3-46,-1 1-11,4-2 6,10 1 45,-6 0 6,9 1 16,-11 2 78,2 0 91,-2 0-113,3 0-106,-2 0 33,12 3-16,1-1-40,-1 1 0,-5-2-44,-15-1 124,0 0-46,-3 0-28,3 0-17,-2 0 0,18 0 0,8 0-39,4 0 0,-1-1 45,-15-2-39,-1 0-1,-2 0 68,7 0-67,5 1 5,12-4 22,-10 3-33,1-3 0,-13 4 0,-1 1 6,3 0 0,15-1-1,-18 0 1,2 0-6,-1 0 0,0 0 2,2 1 1,-2-1-3,9 1 6,-2 1 0,-5 0 10,6 0-10,0 1 0,9 2-1,-10-1 1,0 2-1,-11-2 7,2 0-12,0-1 11,12 0 22,4 0-21,-1 0-1,-3-1 34,-14 0-40,1 0 6,1 0 1,15 0-1,9 0 22,-1 0-27,1 0 0,-17 0-6,-2 0 67,-1 0-22,-5 0 11,0 0 0,13 0-17,10 0-39,1 0 0,3 0 50,-15 0-39,13 0 129,-1 0-50,-19 0 0,1 0-60,0 0 1,-2 0 3,18 1-23,1 0 62,-12 0-62,-1-1-5,0 0 83,9 0 12,-2 0-17,-2 0-22,-7 0-12,-12 0-16,1 0-34,1 0 44,16-1-38,9-2-1,-17 0 1,0 0 39,21-4 11,-5 1-6,-18 2-50,-2 2 6,-4 1 44,13 1 6,5 0-28,3 0-22,1 0-6,-11 0 0,-1 0 34,-1 0-34,12 0 39,1 0-37,-15 1 1,1-1 3,16 1-6,3 0 34,-16-1-40,-1 0 12,-3 0-6,-3 0 0,-3 1 44,2 4-44,-7 0 34,5 1-34,-4-1 6,2-1-6,3 0 5,0-1 1,1-1-1,10 0 7,7 2-7,-6-1 1,0 1-1,-20-1-5,3 0 0,12 0 6,5 0-6,1-1 0,-4 1-6,-13-2 6,-2 2 0,-3 0 0,1 0 34,-1 0-28,13-1-6,-6-1 0,8-1 0,-13 0-34,5 0 34,-2 0 0,3 3 28,7 0-28,3 2 0,-1-2-6,-2 0 6,-11-2 0,-2 2-5,-1 0 5,0 0 0,1 0 0,10 0 5,-8 0-5,7-1 6,-10 1-6,-2-3 11,3 3-11,-7-3-5,3 1 5,-6 1-6,0-2 6,-2 3 0,1-3 0,0 3 0,-1-2 0,1 1 0,1 1 0,-2-3 0,0 1 6,-2-1-1,-3 0 1,2 0 33,-2 2 394,0-2 0,-1 1 1</inkml:trace>
  <inkml:trace contextRef="#ctx0" brushRef="#br0" timeOffset="12486">12951 7989 19451,'-7'19'4296,"-6"0"-3848,-11 15-124,-4-2-105,1 4-118,2 0 22,-3 11-129,10-9 6,0 1 0,8-17 11,4-7-11,1-6-1120,-5 4-4016,4-3-4695,-3-1 7788,3-5 2043,2-4 0,2 0 0,0 0 0</inkml:trace>
  <inkml:trace contextRef="#ctx0" brushRef="#br0" timeOffset="12952">12647 8233 9100,'-2'-4'8295,"0"2"-7870,2 18-251,0-4 285,0 16 136,0-6 485,-1 10-553,0-3-399,0-1-66,1-10 22,0-8-78,0-4 89,1-1-62,6-1 85,7-1-68,9-1-44,-1-1 28,1-1-29,-8 0 1,-1 0 50,-4 0 89,-4 0 365,-1 1 577,-3 0-784,-1 0-303,1-1-157,0 0-1412,6 0 1569,2 0 0,-2 0 0,-1 0 0</inkml:trace>
  <inkml:trace contextRef="#ctx0" brushRef="#br0" timeOffset="14337">5578 8278 16308,'11'-5'1529,"-1"1"-1254,-9 4 150,2 0-134,9 0-4,19 12-240,-3-4 1,1 0-45,0 2 0,0 1-112,3 0 0,0-1 121,12 1-1,8 6 28,-14-4 179,-7 2-145,-17-7-403,-12-4-5440,-2-4 5832,-5 0 1,4 0 0,-3 0 0</inkml:trace>
  <inkml:trace contextRef="#ctx0" brushRef="#br0" timeOffset="14735">5932 8308 19535,'-31'-14'2105,"5"4"-2099,26 10-1,0 4 12,0 11-17,3 4 0,6 9-56,18 9 6,0-9-34,13 9-17,3-6 101,-16-8 0,5 3 78,-23-10 987,-6 5 279,-26 2-392,-7 2-784,-5-6-162,7-7-6,16-6-1445,7-3-7719,12-2 9164,3 1 0,3-2 0,-6 0 0</inkml:trace>
  <inkml:trace contextRef="#ctx0" brushRef="#br1" timeOffset="29039">6236 8597 8875,'0'5'3748,"0"-1"-2583,0-4-1048,0 4-245,0-3 1824,0 3-1567,23-22 1,8-11-125,0 2 23,4-3 0,-2-1-11,-6 4 22,-7 2-44,-8 9 5,2-1 0,-1 4 0,-4 4 0,5-3 5,-2 0-5,-3 2 6,11-15-6,-6 6 0,4-5 0,-1 3 5,-5 9-5,3-2 0,-4 6-5,2 1 5,-1 0-6,7-4 6,0-3 0,2 0 0,-5-2 6,-4 5-6,-2 1 0,1-1 0,6 0 5,3-3-5,-1 0 0,2-1 0,-6 3-5,2 0 5,-2 0-6,0 0 6,-3 0 6,2-3-6,0 0 0,0 1 0,-1-1-6,0 5 1,1-2-63,4 0 46,8-6 11,0 1 5,6-4 12,-11 6-6,-3 0 0,-4 4 0,9-7 0,4-4-6,8-7 6,1 2 0,-9 5 0,-1 5 0,-8 5 6,13-7-12,8-2 6,-14 6 0,1 1 0,17-10 0,-6 4 6,-14 7-6,-4 3 0,-3 0 5,4 3-5,2-4 6,11 1-12,-5 0 6,5 0 6,-9 4 33,11-5 107,0-1-6,6-3-56,-9 3-51,-2 0 23,-4 3-56,1-1 12,5 1 27,15-6-34,6 1 3,-19 5 1,-1 0-9,21-5 0,-6 1 6,-15 4 11,17-3 27,3 1 57,-21 4 0,-1 1 5,17-2-55,-9 0-1,-13 4-11,0-1 6,2 1 28,-1 0 56,3 0 308,13-1-258,-9 0-11,11 1-84,-15 1-28,0 0-23,0 0-21,14-4 4,4-1-8,-19 2 1,-1 0-3,18-4-1,-9 3 1,-12 3 0,0 1-6,0-2 5,2 2 1,1-3-6,1 2 11,3-2-11,13-2 0,-8 3 6,8 0 10,-13 2-10,11 0 0,-8 0-6,10 0 5,8-3-5,-13 2 6,16 0-6,-19 3 5,0 1 1,-2 0 33,-3 0 23,-1 0 44,11 6-67,-9 0 6,11 6-39,-13-5 27,4 1-27,2-2 16,17 2 82,-27-3 0,1 0 53,7 1 0,-1 0 61,16 2-94,-7 0-24,-13-3-27,-2 1-22,4 0-40,1 0 39,4 1-47,-7-2 0,1 1 19,3 0 1,0 1-21,1 0 1,0-1-91,-2 1 1,-2 0 93,12 3 27,-2 0-27,-2 0 50,10 6 11,1 2-22,-1 0-6,-6-3-22,-1-1 39,-9-2 175,9 1-192,-12-4 23,11 5 117,-1 0-78,6 7-90,-11-5 95,1 4 197,-10-6 290,4 7 158,-5-1-555,-6-3-106,-3 0-12,1-3-22,-2 1-44,6 0 116,9 7 85,6 2-6,-3 0 6,-1-1-62,-13-6-50,0-2-17,-2 3 34,12 5-51,-1 3-22,10 9-6,-8-8 56,-4-1-28,-8-8-11,-3-2 6,0 1 16,3 3-33,1 1-45,0-1 45,-1-3-11,-5-4 5,0 0 39,1 1 124,2 5-29,3 6-122,-4-3-40,1 1-5,-6-9 27,0-1 1,1-1 33,3 4 62,2 4-73,-2-1 23,-2 2 27,-2 2-55,-3-5-18,3 5-22,-2-5 34,5 6-6,3 2 96,1 6-51,-4-8 33,-5-2-10,-3-9-62,0 0 27,-1-4-4,2 3 49,-1 0 34,1-1-5,-3-2 22,-2-5-11,-1-1 112,0-2-73,2 1-28,-2 1-3535,2-3 3367,-10-23 0,6 17 0,-5-18 0</inkml:trace>
  <inkml:trace contextRef="#ctx0" brushRef="#br2" timeOffset="37793">6313 8612 9134,'4'0'6872,"-1"0"-5713,-3 0-1069,4-4-85,-1 0 51,3-3 112,2-5 12,2-2-96,9-11-79,-2 4 68,12-14-67,-9 11 27,8-9-27,2-5 5,2-3-6,-12 17 1,1 0-6,9-12 34,-5 8-29,-8 11-5,1-5-5,2 3 5,-2-1 5,-2 4 35,-5 4-1,1-1-34,3-2 46,-1 0-46,2-2 29,5-3-23,2 1 0,-2-1 29,-4 4-40,-5 3 0,0 0 0,1 0 5,5-5-5,1 2 0,-2 0 0,-1 3 6,2-2-1,-3 2-5,6-3 6,-5 3 0,10-6-1,0 1 1,6-4-6,-8 8 5,-6 2-5,-7 5 12,5-3 72,5-3-73,10-3-6,-4 4 7,2 1-1,-12 5 28,3-1-33,-6 0 5,2 0 0,-3 0 0,-4 2-5,1-2-1,-7 3 12,4-1-11,-1-1 11,4-2-12,2-1-5,-3 3 0,0 0 0,-3 2 0,5-2 6,4-5-1,7 0-5,-3 0-5,0 3 5,-5 2 0,-1 1 0,2 1 5,5 2 40,2 1 6,-1 1-18,-2 0-27,-4 0 5,0 0-5,2 0 27,9 0-27,1-2-6,1 2 5,-2-1 7,-9-1-7,-1 1 1,2-2 11,8-2 27,5 1-38,0-2 0,-1 1-1,-10 1-5,0 1 6,-5 1-1,3 1 1,-4 1 5,11-2 0,3 1-5,10-1-6,-6 1 6,-5 1 34,-9 0 66,-1 0-5,0 0 33,7 6-50,2 1-45,1 5-27,-1-3 55,-6 0 11,2 0-11,-2 2 96,8 5-34,-1 0-79,-2-1 0,-1-2 12,-9-4-6,1 0-22,3 0 33,-2 1 84,-1 0 157,5 4-151,0 0-73,0 0-51,-2-1-33,-5-4 6,-1 0 44,-1 0 90,5 4 67,-2 0-55,4 3-108,-5-5 7,-2 1-12,-3-6 11,0 3-16,1 0 67,7 10 39,1 4 11,9 10-100,-8-8 11,0 0-23,-5-11 28,5 7 51,2 1 50,4 9-56,-6-7-11,-5-2-12,-4-9-55,-3-1 5,3-1-22,1 3 0,4 2 22,5 6 0,-4-3 11,2 3 29,-6-5 10,7 7-44,2 3-11,-2-1 16,0-1 6,-8-8 23,0 0-7,1-1-10,-2 1-6,3 0 28,5 6 11,3 2-5,5 7-23,-3-7-17,-4-1 51,-4-6 45,6 7-23,2 2-84,-1-4 12,-3-1 16,-5-9-17,-3-1 17,1 2-5,1-2-6,-1 0 56,7 7-62,2-2 23,7 7-39,-5-7-29,0-1 29,-7-4 11,10 8 5,-1 0-11,1 2-33,-6-4 44,-5-3-38,0 0-6,2 0 44,0 3-11,0-3 79,7 10 100,-1 0-22,8 8-106,-8-7-12,-2-1-38,-5-8-35,8 4 96,4 1-23,7 2-27,-7-4-12,-4-5-5,-7-6-23,-1 0-6,3-2 46,5 6-40,5 4 28,6 4-5,-8-3-23,-2-1 28,-11-8 6,8 4-34,1-2 40,7 3-46,-8-4 1,-1-1 61,-7-1-67,0-2 34,0-2-29,10 3 29,0 0-23,13 0-5,-9-1 5,1-3-6,-7 0 7,10-3-12,10 2 14,-13-2 0,-1 0-3,21 0-11,0 0 0,-17-4 0,-2 0 5,-5-3-5,7-2 0,-1-2 6,12-5 0,-8 3-6,1-3 5,-11 6-5,0-1 0,-2 1 11,11-6-11,-8 4 0,9-6 0,-11 5 0,2-1 0,-2-2-5,7-5-23,-2 1 28,5-4 0,-9 8 5,0 2-5,-5 4 6,3 0-6,1-1 6,-1 0-6,0-1 5,6-5-5,4-4 6,-2 1-6,-3-2 0,-8 7 0,-2-1 5,1-1-5,8-6 6,1-5-6,1 1 0,-3 1 0,-9 10 0,-1-1 0,-2 1 0,1 0 0,-2 0 0,8-4 0,0-2 0,1 0 0,-2 3-6,-7 6 6,-1-1 0,1 2 0,5-9 0,5-4-5,8-8 5,-5 4 0,-4 3 0,-7 8 0,-3 0 0,0 2-6,1-7-39,0 0 85,1 0-40,-2 3 5,-3 6 1,-3 1-6,2 1 5,-2-4 113,1 3-68,-1 1-44,-3 5 89,-3 5-44,0 1 5,0-1-336,0 1-650,0-2-1949,0-6-4229,-3 0 7108,-6-5 0,5 6 0,-4 3 0</inkml:trace>
  <inkml:trace contextRef="#ctx0" brushRef="#br3" timeOffset="46760">6183 8693 16885,'13'-7'1059,"-4"2"-578,-6 2-150,-3 1-146,2-1-90,-2 0-33,1-1-51,5-9-11,0 1 34,5-5-23,-3 2 45,0 1 45,-3 0 196,1-2-213,1-2-79,4-6-5,0 4 6,4-1-6,-5 8 5,0 0-5,-2 3 6,-3 2-6,0 1 11,2-3-11,-3 3 0,3-4 6,-1 4-6,0-1 0,3 1 11,-1-4-5,4 0-6,-1-4 5,0 2-5,-1 3 0,-4 1 0,1 2 0,1-4 0,1 2 0,1-3 0,4-4 0,0-1 0,1 1 0,-3 2 0,-4 8 6,2-6-12,2 0 12,4-6-6,0 2-6,-1 0 6,-2 4-5,-3 0 5,2 2 0,-4 1 0,0 1 0,-1-1 0,3 0 0,-3 0 0,3-1 0,-2 2 0,-1-1 0,3 0 0,0-3 0,3 0 5,-2 1-5,2 0 0,-6 3 0,1-1 6,0-2-6,0 1 0,3-2 0,3-6 0,-1 2 0,1-3 0,-4 7 0,-1-1 0,-1 4 5,6-10 1,7-4-6,-3 2 0,1-1-6,-11 13 12,1 0-6,-4 3 0,1-1 0,-1 1 0,9-9-6,4 1 1,3-3 5,-2 2-6,-4 6 6,-1 2 0,-3 2 0,7 0 0,4-1 0,1-1 0,3 0 0,-5 2 11,0 2 57,0 2 178,7 1 17,0 3-168,7 7-89,-8-1 0,-1 5 27,-6-5-27,2 0-1,0 0 1,13 5 50,0 5 56,9 4-56,-14-2-6,-6-3 34,-10-5-33,-1 1-46,-1-2 62,6 9-33,0 0 33,1 2 129,-1-2-50,-6-6-12,1 0 17,-1 1-22,9 10-34,1 4-27,3-2-24,-6-1-4,-6-13 11,-3 2 10,0-3 12,-1 2 45,1-3 11,1 9-90,0-7-6,3 8-21,-2-9 27,2 2 6,0 2-45,3 1 33,0 2 18,9 11 66,-2 1-33,8 9-50,-9-13 5,-3-4-28,-5-10 56,3 8-27,4 3 4,4 12-38,-6-9 61,-2-1-16,-6-9 10,-2-2-5,0 0-5,-2-4 33,0 2 78,4 6-61,-5-5-28,6 7 5,-6-6-28,3 0-44,0 1 95,8 7-90,2 2 6,6 7 28,-7-9-45,-4-3 5,-4-9 29,-1 0-23,1 2 39,1-1-44,1 2 33,7 8-28,2 3 40,-1-1-46,-2-2 29,-6-11 22,2 5-22,2 0-18,5 6-10,-5-3 0,1-2 5,-4-6 28,-1-1-33,2 0 38,1 1-44,3-1 12,10 6 32,4-1-44,-2 1 12,0-1-12,-13-7 11,11 4-6,1-2 1,10 1 5,1 0-11,-6-6 6,-1 1-6,-7-4 0,1-1 5,2-1 7,15-1-1,7 0-9,-19 0 1,1 0 31,18 0-6,-20 0 0,1 0 22,17 0-25,-19-3 1,-1-2-21,14-3 1,-8-7 28,-15 1-34,-4 2 5,0 2-5,-6 1-28,1 0 23,4-3 10,3-10-5,11-11 6,-6-2-6,2 0 0,-7 8 0,2-4 0,0 1 0,-2 1 0,-3 3 0,-5 8 0,-1-2 0,3 1 5,-1-2 7,2-2-7,5-14 1,2-4-6,0-1 22,-4 4-22,-5 13-11,-2 1 11,-2 0-11,5-10 16,1-2-5,0-1 34,2 4-34,-6 7-39,3 1 39,-1-1 33,0-1-33,1-1 0,3-13 6,6-4-3,-9 17 0,0 0-3,11-14-28,-5 6 28,-5 13 16,5-6-10,1-5-6,9-9 6,-5 5-6,-1 2 0,-8 10 0,1 1 0,0 1-23,6-6 29,-6 7-6,4-1 0,-10 9 0,3 0 11,-2 1-5,8-6-6,1 0-40,9-6 46,1 5 0,-6 4-12,-1 3 12,-5 4-6,2-1 5,4 0-5,1-1 0,2 0 0,8-2 6,0 2 5,1 3-11,-7 2 0,-7 2 6,7-1 5,2-3 0,4 1 17,-6 1-28,-8 4-6,-4 0 6,-1 3 34,4-3-34,13-1 6,5-1-6,-2 0 0,-2 1 0,-11 4 33,-2-1-33,2 1 11,-2 0-11,3 0 12,13 0-12,-9 2 5,9 0-5,-11 3 0,-2-1 6,1-1-6,7 6 33,3-1-33,7 5 40,-8-2 22,-5 2-29,-7-2 29,8 6 22,-6-4-78,9 5 44,-10-5 6,0 1 78,10 8-89,-9-6 39,6 7-78,-10-7 100,9 10-39,3-1-27,9 12 27,-8-7 45,0 1-45,-10-6 17,0 2 39,1 2-11,-1 2-5,2 1-26,-6-8 0,1 2-28,1 2 0,1-1-31,0 2 1,0 0 5,-2-2 0,0 0 73,6 13 22,-9-12 0,1 2-19,-2 0 0,1 1-48,2 5 0,0-1-28,-5-8 0,-1-3 72,10 16 18,-8-17 393,0 6-511,-5-9 0,0 5 0,-5-8 0,-2-1 0,-1-2 0,0-6 0,-2-5 0,0 0-1065,0-3 1065,-15 0 0,11 0 0,-11-1 0</inkml:trace>
  <inkml:trace contextRef="#ctx0" brushRef="#br4" timeOffset="82290">6320 8732 15743,'-2'-40'868,"1"6"-616,1 28 157,0-3-12,0 2 298,1-5-179,8-2-393,2 0-84,31-17 6,-13 13-51,-1 0 1,1 2 5,3 0 50,-2 2-44,-11 7-6,-10 3 0,0-1 0,1-2 0,4-1 0,1 0-107,6 1 102,-3 4 44,2 0 6,-7 7-40,-1 2 29,-2 5 61,4 12 163,2 6-158,-2 3-21,0 0-74,-6-8 63,2-4-1,0 1 22,2-3 130,0-2 206,7 5-78,2-7-100,6-1-158,-7-8 1,0-5-40,-5 0 1,4 0-34,5-1-1,6-9-10,-4-2 28,-1-10 44,-9-1 45,-1-5-28,-1-1-39,-1-17-11,-1 1-42,-7 17 0,0 1-3,3-11 0,-1 8-6,-1 17-33,6-2 33,1 4-33,10 2-6,-2 3 45,2 5 34,-3 1-28,-3 7 5,1 2 56,4 20 6,-6-4-68,2 10 35,1 6-35,-7-11 46,5 12 56,-7-15 162,3 12-152,4-2-61,6 1-5,-5-14-40,3-11 56,-11-10-17,2-2 40,-2-1-23,0 0-16,0 0-46,9-7 1,-4-1 55,17-19-55,-12 6 28,4-11-23,-3 0 28,-2 2-33,-1-1-1,1 8 1,-6 7-6,7-1 5,0-2-5,5 0 0,-1 0-5,11-3-1,-9 7-27,5-1 33,-2 9 5,-9 4 40,8 0-45,-8 3 0,-2 0 0,2 0-34,3 0 29,3 5 38,-4 3 7,-1 7 44,-6 3 11,2 5-56,1 1 107,16 17-71,-15-21 1,1 1-43,0-1 1,1 0 22,19 13 22,-15-16-5,-1-2 28,-4-6 28,-4 0-23,-1-6 85,2 0-124,-3-3-6,0 0-27,-1-4-28,-1-3 44,0-6-44,1-2-6,-1-3 5,4-14 40,2-4-28,3-15-17,-3 10 5,-1 2 1,-3 13-6,-1 2-6,2 5 1,8-2-12,1 11 6,0 0 11,-3 9 0,-8 1 0,1 0 0,1 0-45,6 9 90,1 11-12,1 6 1,-4 7-28,0 12 27,-4-11-27,5 12-6,-6-17 39,9 7 67,5-5 57,5-1-74,-5-14 13,-4-9-18,-7-5-17,11-2-22,4-7-28,13-5-12,-10-4 29,-2-5-29,-9 5 7,-1-4-7,1 0 12,6-11-11,2-1-6,1-9 5,-7 12 1,-6 4-1,-6 8-5,10-7-5,2 1-68,6-1 62,-5 11-45,0 8 61,-9 5-5,3 1 17,5 10-11,3 6-6,10 15 0,-9-2 0,-5 2 33,-8-5-33,2 14 0,5 1 0,-10-15 0,-1 0 0,8 11 0,-2-5-5,-9-18 5,3-3 0,-2-3 0,6-6 17,4 0 33,1-3-44,3-7-1,-4-4 1,0-7-6,0-5 28,10-11-28,-1-4-3,-10 14 0,0 0 3,7-11 0,-1 5 0,-9 13-5,-1 1 5,1 1 0,0 1-6,0 1-44,8-2 10,3 4 7,0 2-1,-2 5 34,-11 4 17,7 3-11,2 12 10,11 10-16,-5 5 6,-1 3-6,-7-8 6,-4 0-1,-1-1 1,-2-2 5,-2-2-11,-1-2 11,0-2-11,-2-1 6,0-3 5,0-2-5,1 1-1,0-4 62,3-1 79,0-3-23,7-9-56,-3-6-61,3-9 22,-4-3-28,1-2 0,-1-1 0,1 2 0,-3-1 6,8-6-6,-2 2-6,9-3 6,-11 12-6,2 5 1,-11 10-6,8-2 5,-1 6 12,2 0-6,-1 2 0,-3 0 5,0 1 1,3 6-6,-1 3 11,3 8 0,3 11 23,-1 5-23,0 2-5,-5-4-1,-6-11-5,-1-2 6,0-3-1,3 4 1,-1-7 0,-1 1-6,-3-7 5,-5-6-5,2 1 6,-1-2 33,8 0 6,2-3-40,3-3 29,3-6-28,-4-4-6,2-3 5,1-1-5,0-2 6,2-1-1,6-10 7,0 1-7,-4 1-5,-4 8 0,-9 11 0,-2 2 0,2 4-5,-2 0-7,4 4 12,-3 1 0,2 1 0,-2 0 6,2 4 0,1 4 38,1 4-4,1 6 55,5 11-6,0 8-49,6 10-7,-7-10-22,-2-4-5,-8-13 0,3 4 5,-2-8-6,-2-1-5,-1-10-5,-5-3-6,2-2 11,0 0 33,4-3 12,10-14-45,9-9 6,9-16-6,-5 11 0,-4 4 0,-10 13 0,4 2 0,3 1-6,-1 5 12,-2 2-6,-6 4 5,-2 0 40,-2 0-11,-2 1-29,-1 5 40,4 9-39,2 8-1,6 13 29,-5-6-23,0 4 28,-7-13 6,7 4-45,-4-10 0,5-1 11,-4-10-5,-2-2-1,1-2 29,-4 0-28,-1-2 33,0-2-6,2-9-27,0-8-6,4-8 0,-3 4-6,-1 4 12,-5 9 0,1 2 44,-2 2 51,0 2-101,-1 3 0,0 5 0,0 3-6,0 6-27,0 3 27,0 2-28,0-3-22,0-3-11,0-5 106,0-2-5,0-17-34,0 3 0,0-11 0,0 7 90,0 4-23,-1 5-6,-4 3-55,-2 3 0,-2 6-1,1 3-5,3 12-45,1-1 40,3-2-1,4-9 6,2-7 6,2-2 78,0 0 179,-4-6 612,-3 0-875,-9-1 0,1 1 0,-7 6 0,5 4 0,0 3-125,-4 2 125,-8 0 0,10-4 0,-3-2 0</inkml:trace>
  <inkml:trace contextRef="#ctx0" brushRef="#br2" timeOffset="105441">16477 6747 15255,'3'0'2325,"0"0"-1541,-3 0-751,5-10 118,0 5 147,4-7 195,0 6 364,6-3-202,11 0-420,4-2-56,11 2 11,-1 4-5,4 2-379,4 3 283,1 4 12,0 9-14,-17 4 0,0 3-39,-8-2 0,-1 1 2,5 6 0,1 2 59,-1 4 1,-1-1-57,-7-6 0,1-1-11,7 8 0,0 0 20,9 10 16,-10-13 1,-1 2 117,-2 1 0,-1 1 64,3 11 0,-2 0-487,-8-8 0,-2 0 286,-3 0 0,-3-1 8,1 14-67,-1-3 6,-3-5-79,3 6-1821,-3-10-250,3-3-719,-2-15-206,-3-9-1369,-1-4 2949,-2-1 1030,-5-2 459,-5-1 0,3-1 0,-2 0 0</inkml:trace>
  <inkml:trace contextRef="#ctx0" brushRef="#br2" timeOffset="105874">17165 7156 8578,'0'-4'5551,"0"2"-2319,0 2-2201,0-11-504,0 8-130,0-7 51,-1 10-50,-3 1-90,-2 10 117,-7 9 85,-6 15 95,-8 10-336,11-18 0,-1 0-70,-2 2 0,-1 3-99,-10 14 1,0 0-704,9-12 0,0-1-92,-5 10 0,2-3-3113,2 0 3808,7-10 0,8-17 0,4-6 0</inkml:trace>
  <inkml:trace contextRef="#ctx0" brushRef="#br2" timeOffset="107243">17653 7324 19227,'4'0'2105,"-1"0"-598,-3 0-571,43-11-550,0 5-361,-2-1 0,2 1-25,-13 3 0,-3 1-694,25 1-1872,-19 1-738,-3-4 3304,0-8 0,-15 6 0,-1-5 0</inkml:trace>
  <inkml:trace contextRef="#ctx0" brushRef="#br2" timeOffset="107509">17646 6951 20806,'56'-6'-572,"-1"-1"0,1 0 0,-5 1 0,-2 0 0,-11 2 0,-10 2 0,-10 1 0</inkml:trace>
  <inkml:trace contextRef="#ctx0" brushRef="#br2" timeOffset="108443">18846 6539 18638,'2'-6'3535,"2"30"-3384,1 15-78,-2 11 0,0 6-48,-2-14 0,0 0-369,-1-3 0,1 2 0,-1 0 424,0 5 1,0 0-1,0 0 71,0-1 0,0 0 1,0 1 29,0 8 0,0 1 0,0-4-106,0 5 1,0-4-12,0-11 1,0-5 271,0 0-235,0-6 106,0-15 6,0-4 5,0-10 252,0-1 423,5 0-708,15-4-6,22-8-123,5-1-197,-17 3 1,1 1 174,20-6-34,-24 8 0,1 0 16,0 0 1,1 1-14,7-1 0,1 0 16,-5 2 1,-2 1 11,0 0 0,-3 0 25,7 2 28,-21 2 229,-6 0-173,-4 0 438,-2 0-567,2 0 0,4 0-100,2 0-701,4 0-2089,0 0 2879,5 0 0,-7 0 0,-1 0 0</inkml:trace>
  <inkml:trace contextRef="#ctx0" brushRef="#br0" timeOffset="118763">5859 5574 12412,'5'55'172,"1"0"1,0 1 0,-1-1 0,1-5 0,-1 0-1,1-3 1,0-7-173,1-3 0,1-6-282,7 19 282,-5-22 0,-3-14 0,-6-11 0</inkml:trace>
  <inkml:trace contextRef="#ctx0" brushRef="#br0" timeOffset="119880">5919 5658 14015,'46'0'162,"0"0"1,0 0-1,-2 0 1,-2 0-1,-4 0-73,-7-2 1,-3 1-583,2 0 0,0 0 597,1 0 0,-1 1-20,1 0 0,0 0 119,1 0 0,1 0-125,16 0 0,3-2-63,-13 0 0,0-2 0,2 1-497,11-1 1,3 0-1,-2-1 484,-9 0 0,-2-1 0,0 1-2,0 0 0,0 0 0,-3 1-481,3-1 1,-1 1 480,1-1 0,0 1 191,-2-1 0,2 1-167,-4-1 1,4 0-1,0-1-19,1-1 1,1 1 0,2-1-473,-3 1 1,2 0 0,1 1 0,-3 0 466,5-1 0,-2 1 0,-1 0 1,0 2 1,0 0 0,-3 1 471,4 2 0,0 0-296,-4 0 1,2 0-1,1 0-37,0 0 0,2 0 0,1 0-119,-5 0 0,2 0 0,0 0 0,-2 0 31,4 0 1,-2 0-1,-1 0-9,-2 0 0,-1 0 0,-2 0-29,4 0 0,-1 0 38,-3 0 0,1 0 1,-1 0-11,7 0 0,-1 0 518,-8 0 1,2 0 0,1 0-533,-2 0 0,1-1 0,1 1 13,2 0 0,1 0 0,2 0-2,-4-1 1,3 1-1,-1-1 1,-1 1-224,5 0 0,-2 1 0,0 0 195,1 0 0,-1 0 1,-2 1-12,5 1 0,1 0 5,-2 1 1,3 0-1,1 0-3,1-1 0,1 0 0,0-1 0,0 1 0,1 0 0,-2 0-2,-2 0 0,-1-1 0,-3 0 2,5 1 1,-3 0 0,-1 2 0,1 1-1,-1-1 1,3 2-1,-8-1 0,4 1 0,0 0 349,1 1 0,1-1 1,2 2-352,-6-2 0,2 1 0,1 0 0,-3 0 0,4 1 0,-2 0 0,0 0-338,-4-1 0,0 1 0,-2 0 338,3 2 0,-2 0-3,0 1 0,-1-1 97,0 0 1,2 1-94,-6-2 1,2 0 0,1 0-2,-1-1 0,1-1 0,0 0 2,-1 0 0,0 1 0,-1-1 188,13 1 0,-3-2-193,-16-1 1,-2 0 2,1-1 0,-1 0 284,-2 1 0,1 0-284,10 2 0,1 0 0,-1 0 0,1-1 0,5 1 0,-2-1-3,-11-2 0,-4-1 1379,11 0-1421,-23-1 422,-6-3-383,-5 3 799,-1-3-1046,1 2 253,1-2 0,0-2-5,0-2-1989,-2-8-2868,-1-1 370,-3-10 4492,-13-11 0,7 16 0,-6-6 0</inkml:trace>
  <inkml:trace contextRef="#ctx0" brushRef="#br0" timeOffset="120062">12850 5471 14762,'0'-5'3456,"0"1"-3283,0 39 1,-1 23-1824,2-22 0,0 3 1860,2 11 1,0 8 0,1-4-69,2-11 0,0-3 0,3 3-62,0-1 0,3 3 0,1 0 0,-1-1-181,4 9 1,1-1-1,-1-1-872,-1-2 0,-1 0 1,0-5 972,1 3 0,-4-9 0,-6-15 0,-5-14 0</inkml:trace>
  <inkml:trace contextRef="#ctx0" brushRef="#br0" timeOffset="120996">9174 4178 12634,'4'0'3316,"-1"0"-1591,-3 0-509,-3 83-415,-1-42-432,0 12 1,-2 3 324,-1-21 0,-2-3-710,-6 18 254,5-18 0,1 0 53,-2 5 68,5 6-264,27-10-64,7-16 0,7-5-6,2-3 0,3-4-525,14-1 0,2-4 525,-12 1 0,1-2-22,-6 0 1,2-2 0,-1 1-25,8 0 0,-2 1 24,0-3 0,-4 1-3,-1 1-71,-30 2-3139,-10 0 3210,-1 0 0,0 0 0</inkml:trace>
  <inkml:trace contextRef="#ctx0" brushRef="#br3" timeOffset="140367">16878 8933 13838,'28'0'319,"1"0"1,24 0-309,-27 0 28,-5 0 0,-8 0 157,0 0 409,-2 0 157,-1 0-420,-4 0-51,-4 0 370,0 0-521,3 0-56,1 2 22,7 1 17,-1 1-72,3 2 22,2 2 145,9 8 12,6 7-169,-9-6 1,-1 2-29,14 14-27,2 1 44,-13-9-50,0 0 0,-1 1 51,6 13 22,0 5-68,1-2 34,-5-2-27,-9-14-6,-4 0 28,-3-4-1,-2-1-22,-1 0 68,4 12-40,3 10-39,1 0 11,2 2-11,-4-16 6,0-2 5,-1-3 28,6 5-28,-4-1 51,1 0 28,-2-3 61,-6-7-11,0 2 0,-1 2 0,-1 2-28,0 0 78,3 8-22,-1-3-101,0-2-22,0-8 22,-4-10-33,-1-3-28,1-2-348,-3-2-3260,2-1-5287,-7-3 8889,-15-11 0,11 7 0,-11-6 0</inkml:trace>
  <inkml:trace contextRef="#ctx0" brushRef="#br3" timeOffset="141151">17503 9424 8948,'1'-4'5428,"1"2"-3988,-2 2-981,3 0-157,-2 0 1989,2 0-2218,-9 0-28,-14 1-45,-2 6 78,-14 7 40,4 8 33,6 2 0,-1 4-101,0 6 1,0 3 5,6-6 0,0 2 0,2-1-222,-2 7 1,3-1 165,5-4 0,4-3-106,4-1-808,4-8-4378,1-9 5292,0-6 0,0-6 0,0-1 0</inkml:trace>
  <inkml:trace contextRef="#ctx0" brushRef="#br3" timeOffset="142373">18084 9634 12886,'4'0'6117,"-1"0"-5636,-3 0-313,19 0-123,-4 0 11,19 0-50,-9 0-801,15 0 795,-8 6 0,-3-5 0,-16 4 0</inkml:trace>
  <inkml:trace contextRef="#ctx0" brushRef="#br3" timeOffset="142652">18067 9373 12998,'55'0'0,"0"0"0,-11 0 0,0 0 0</inkml:trace>
  <inkml:trace contextRef="#ctx0" brushRef="#br3" timeOffset="158340">19832 9484 19305,'5'6'2268,"3"36"-1809,-2 13-613,-4-12 1,1 4 252,-2-8 0,0 1 0,0-1-624,-1 7 0,0-1 594,0-7 0,0 1 0,0-3 48,0-2 1,0-2 354,-2 4 0,-1-2-276,1 12-196,-3-6 33,3-27 235,11-11-167,10-2 1121,15-6-1071,11-2 45,-6-1 0,2-1-11,1 1 0,-1 1-347,1-1 0,-1 2 212,-6 2 1,-4 2 89,0 2-39,-4 1-22,-9 0-74,3 0-778,-6 0-3142,-3 1 3915,-7 5 0,-5-4 0,0 4 0</inkml:trace>
  <inkml:trace contextRef="#ctx0" brushRef="#br0" timeOffset="167328">26954 6395 18593,'2'3'207,"-1"0"-139,-1-3 11,2 0-23,6 0 179,13 0 112,25 9-145,4 3-132,-4 5 0,2 4-385,-16-5 0,-1 2 321,13 6 0,-1 3 19,-4 4 0,-3 3 36,0 4 1,-2 2-34,-2-2 0,-2 2-11,-4 0 0,-3-2-17,-10-9 0,-1-2 14,2 1 0,0 0-12,-2-2 1,0 1-39,4 4 0,0-1-2289,13 16 2325,-4-5 0,-10-24 0,-11-11 0</inkml:trace>
  <inkml:trace contextRef="#ctx0" brushRef="#br0" timeOffset="167797">27409 6849 15395,'-6'16'2571,"-17"13"-2134,-4 3-278,5-8 1,0 1-345,1-3 1,-2 1 245,-11 16 1,-1 0-42,9-10 0,1 0-20,-8 10 0,2-3-578,-3 4-2575,8-9-4449,7-15 7602,7-7 0,8-9 0,2 0 0</inkml:trace>
  <inkml:trace contextRef="#ctx0" brushRef="#br0" timeOffset="168678">28120 6858 19115,'21'2'739,"0"-1"-532,-4 0 0,9 4-162,3 2-263,8 1-678,-9-2-1754,-4-3-2458,-11-3 5108,-4-16 0,-4 12 0,-4-12 0</inkml:trace>
  <inkml:trace contextRef="#ctx0" brushRef="#br0" timeOffset="168996">28187 6611 19204,'34'0'-239,"0"0"0,2 0 0,-4 0-9592,-4 0 9393,-3 0 0,-15 0 0,-8 0 0</inkml:trace>
  <inkml:trace contextRef="#ctx0" brushRef="#br0" timeOffset="171500">28886 6524 17854,'41'2'202,"3"7"-152,5 2 6,-14 5 0,-9 0-45,-17-4 62,-4 2-73,-4 1-694,-14 15 1097,-23 13-221,8-13 0,-3 0-124,1-2 1,0-2-30,1 0 1,2-1 419,-5 5-68,4 3-381,15-11 6,3-3 44,11-11 6,6-6-17,3-1 255,7-1-238,1 0-6,2 0-5,11 0-17,2 0-313,3-5 285,4-11 0,-24 7 0,2-6 0</inkml:trace>
  <inkml:trace contextRef="#ctx0" brushRef="#br0" timeOffset="172833">29467 6455 8886,'-7'7'5383,"1"-2"-4795,6-5 880,0 0-1182,0 7-45,0 4-34,0 10 67,0 6 124,0 7-233,0-5 0,-2 3 17,0 4 0,-2 0-132,1 0 1,0 0-15,-1-2 1,-1-3 136,-2 8-54,0-6 21,2-5-67,0-7-73,3-6 11,1-6 62,1-5 16,0-3 180,0-1-258,18 0 90,10 0-51,12 0 6,4 0 0,-4 0-5,2 0-1,3 0-3,-12 0 1,0 0-20,-2 0 0,-1 0-3,2 2 1,-2 0 7,7 1 12,-20 1-6,-14-3 57,-2-1 273,-1 2-5214,-3-1 4845,-5 4 0,3-3 0,-2 0 0</inkml:trace>
  <inkml:trace contextRef="#ctx0" brushRef="#br0" timeOffset="174754">28548 7306 17076,'43'0'622,"0"0"1,0 0 0,-2 0 0,0 0 0,-3 0-472,0 0 0,-1 0-830,5 0 1,1 0 725,3 0 1,2 0-52,-3 1 0,4-1 1,-1-1-812,-3-1 1,-1-1 0,2-1 814,7-2 0,3 0 0,-7-1 0,-5 1 0,-6-1 0,15-9 0</inkml:trace>
  <inkml:trace contextRef="#ctx0" brushRef="#br0" timeOffset="176136">28752 7682 8909,'-4'0'3496,"1"0"-1688,3 0-1074,6 7-112,-4 0 17,4 9-91,-6 1-32,0 4-12,0 4 397,0 16-351,0 2-444,0-3-44,0-10 11,0-18-68,0-5 40,0-2-6,0-3-50,0-1-28,0-10-12,1-3-94,3-11-57,2-1-11,3-3-6,2-1 130,10-13 83,5 4-5,1 2 5,0 10 6,-10 13-11,1 3 5,-1 2 6,8 0-5,8 2 5,10 0 0,-7 4 0,-4 1 0,-16 0 5,-2 0 1,-4 5 61,-4 18 17,-2 21 188,-3-10 0,-1 2-163,0-5 1,0 0 2,0 1 0,0-2 39,0 9 6,0 4-107,0-12-95,0-6-89,0-15-460,0-9-431,0-1 1025,0-12 0,0 9 0,0-9 0</inkml:trace>
  <inkml:trace contextRef="#ctx0" brushRef="#br3" timeOffset="189209">18883 9601 8987,'-11'0'3726,"3"0"-3334,3 0 526,2 0-196,0 0-61,-1 0 729,1 0-125,1 0 595,1 0-1860,20 0 6,-1 0-1,20 0 7,-5 0 21,1 2-33,-1 2 17,5 6 17,-12 4-29,-5 2 85,-14-2 55,-7 0-55,-7 2-56,-6 4 16,-20 15 17,13-16 0,0 2 182,-3 2 1,1 0 41,-10 11-146,15-11-145,12-16-128,3-1 122,2-3 6,3 3 207,11 1-39,9 5-134,5 1 22,1-1-51,-5-1 40,8 1-45,-1-2-2755,15-2-785,-17-6 3540,5-2 0,-25 0 0,0 0 0</inkml:trace>
  <inkml:trace contextRef="#ctx0" brushRef="#br3" timeOffset="189775">18759 10380 11973,'0'4'5500,"0"-2"-4811,0-2-84,94 2-137,-50-2 0,3 0-916,0 1 0,4 0 1,-2 0 553,-9-1 0,-2 1 1,-2 1-40,5 0 0,-1 0-12,-1 1 0,-1 0-55,-2-1 0,-2 2-18,-1 9 0,-3 0 0,3-4 0,-7 13 0</inkml:trace>
  <inkml:trace contextRef="#ctx0" brushRef="#br3" timeOffset="190760">19030 10741 9033,'-8'0'7740,"3"0"-7331,5 0-163,0 0-201,1-5 62,8 1 66,5-6 1,11 3 223,20 0-217,-7 4-40,12 0 118,-8 6-140,-15 5 111,-1 6 23,-19 7 28,-4 4-117,-3 0 212,-19 12-34,-7-5-33,-7-3 90,5-11-197,15-13-201,6-2-145,4-3-68,2 0 213,13 0 0,14 6 6,7 3 27,11 10-27,-9 2 44,-1 6-44,-6 3 162,-9 2 369,-9 1 713,-16 15-752,-8-24 1,-3-1-214,-15 21-285,-14-11-123,13-22-588,5-6-1199,-1-3-7921,-9-2 8790,2-7 1,8 5 0,10-4 0</inkml:trace>
  <inkml:trace contextRef="#ctx0" brushRef="#br1" timeOffset="224204">16550 5155 8382,'4'0'746,"-1"0"-740,-3 0-1,4 0 1619,2 0 869,4 0-1704,-3 0-397,-2 0-11,-4 0-134,1 0-175,0 0-16,4 0 224,14 0 533,19 18-589,-7-4 0,1 3-104,-1 3 1,0 1-273,2 3 1,0 1 229,-8-5 1,0 2-33,5 8 0,1 2 43,-2 1 1,0 2-12,3 4 1,-1 1-54,-10-11 0,-2-2-13,15 16-7,-14-18 6,12 9-5,-10-7-6,8 10 6,-10 4-6,-7 0-174,-1-1-733,-8-11-169,-2-16-5869,-3-8 6861,2-3 0,-2-2 0</inkml:trace>
  <inkml:trace contextRef="#ctx0" brushRef="#br1" timeOffset="224638">17021 5516 9134,'-5'-5'5919,"0"1"-4647,5 4-219,0 0-493,0 3-442,-4 6 145,-14 13 45,-15 16-258,13-18 1,1 1 19,-4 3 0,0 0 20,4-3 0,0 0 114,-9 10 0,1 1-92,7-10 0,0 0-67,-5 6 0,2-1-45,1-2-442,9-9-1222,6-8-991,6-6-4935,11-13 7590,14-17 0,-9 11 0,6-9 0</inkml:trace>
  <inkml:trace contextRef="#ctx0" brushRef="#br1" timeOffset="225140">17630 5787 12180,'3'0'4464,"0"0"-2016,-3 0-2145,83 0-376,-39 0-2518,7 0 1,-3 0 2590,-23 0 0,-15 0 0,-10 0 0</inkml:trace>
  <inkml:trace contextRef="#ctx0" brushRef="#br1" timeOffset="225437">17693 5595 12920,'0'-10'4531,"0"2"-4475,0 8-6,0 0-1814,98 0 1764,-56 0 0,0 0 0,-4 0 0,1 0 0,-3 0 0,-6 0 0,-1 0 0</inkml:trace>
  <inkml:trace contextRef="#ctx0" brushRef="#br1" timeOffset="226087">18515 5342 13127,'0'3'3641,"0"0"-3457,0-3-139,64 19 196,-18 3-87,0 0 0,-2 3-361,-8 12 447,-16 6-55,-18-8-14,-11-7 0,-3 3 8,-4 2 1,-2 1 327,-6 6 0,0-2-353,4-8 0,2-3-76,-6 12-78,20-27-16,2-5 279,24-6-151,15-2-110,-4-2 1,1-1-56,-4 1 0,-1 0-555,1-2 1,-1-1-3623,7 1 4290,-6-2 0,-15 5 1,-6-1-1</inkml:trace>
  <inkml:trace contextRef="#ctx0" brushRef="#br1" timeOffset="226605">19210 5198 18761,'0'45'189,"0"0"0,1-1 0,-2-1-16,0-11 1,-1-1-539,1 3 1,-1 0 535,-2 0 0,1 1 142,0 12 1,1 0 95,0-8 0,0 0-230,2 3 1,5-4 481,20 5-398,3-25-39,21-14-22,-7-4-48,-9-2 0,0-1-73,-1 2 0,-1 1-81,-2-3 0,0 0 476,12 3-1702,-27 8 1226,-6 10 0,-7-5 0,-1 3 0</inkml:trace>
  <inkml:trace contextRef="#ctx0" brushRef="#br1" timeOffset="232540">18138 11394 19692,'16'-48'1831,"-4"3"656,-10 30-1597,-2 1-396,0 15-332,-2 8-56,2 5-66,-2 6-355,2 7-5476,0-5 5791,0-4 0,0-10 0,0-8 0</inkml:trace>
  <inkml:trace contextRef="#ctx0" brushRef="#br1" timeOffset="232956">18184 12032 19165,'-3'6'1277,"0"0"-924,3-6-146,0 0 95,-5-6-179,6-2 1004,-4-7 581,5 6-767,-1 1-650,1 12-291,-2 0-107,3 5-716,-2 0-2213,0 4 3036,-1 7 0,0-9 0,0 1 0</inkml:trace>
  <inkml:trace contextRef="#ctx0" brushRef="#br1" timeOffset="233349">18285 12588 21573,'3'38'600,"-1"2"-418,1-11 0,0 1 70,-1 16-171,1-16 0,1-2 87,-1 2-168,0-10-184,-1-11 251,1-9 638,-2-21 533,0-2-638,-1-1-29,0 10-95,0 13-230,0 1-1321,0 9 1075,0 7 0,0-4 0,0 2 0</inkml:trace>
  <inkml:trace contextRef="#ctx0" brushRef="#br0" timeOffset="238393">16874 13584 16975,'53'11'187,"0"0"0,0 0 0,-4-1 0,-1 1 0,-8 2-30,-11 3 0,-4 3-317,0-1 1,0 3 229,-2-1 0,-1 3 193,5 9 1,0 3 198,-5 1 0,-2 1 84,4 10 0,-2 0-314,-7-12 1,-3 0 124,1 6 0,-2-1-304,-1-11 0,-1-1-13,0 6 1,-1-1-686,0-4 1,-1-3-1394,0 11-2763,-4-14 4865,-14-15 1,9-5-1,-9-1 1</inkml:trace>
  <inkml:trace contextRef="#ctx0" brushRef="#br0" timeOffset="238707">17339 14104 9906,'-8'0'6458,"2"0"-6178,6 0 1109,0 0-1182,-35 29-22,15-9 0,-3 2 0,-4 4 406,5 0 0,0 0 22,-5 5 0,-2 1-291,-7 7 0,0-1-521,6-8 1,1-2 198,4-4 0,3-4-952,-3 1-907,9-8 1859,6-6 0,5-6 0,3-1 0</inkml:trace>
  <inkml:trace contextRef="#ctx0" brushRef="#br0" timeOffset="239443">18087 14170 8634,'4'2'9774,"-1"-1"-8944,-3-1-595,3 0 73,-1 0 17,3 0 481,12 0-335,15-4-371,9 2-60,10-4-7,-7 3-30,-14 2 0,1-1 25,18 0-23,-3 1-402,-25 0-1216,-15-5 1613,-6-5 0,0 4 0,0-1 0</inkml:trace>
  <inkml:trace contextRef="#ctx0" brushRef="#br0" timeOffset="239707">18114 13918 20044,'47'-11'89,"0"1"1,-2 0 0,-2 1-110,-14 5 1,-1-2 19,9-8 0,-2 0 0,0 3 0,3-12 0</inkml:trace>
  <inkml:trace contextRef="#ctx0" brushRef="#br0" timeOffset="241591">19287 13650 9066,'0'-5'8088,"0"1"-6088,0 4-1692,0-3-28,0 1 207,0-1 1075,0 2-1562,5 1 40,21 9-29,16 7-67,-13-3 0,-1 1 50,13 11 6,-16 1 39,-20 11-123,-19-3-33,-4 14 117,-15-7 81,7-11 0,-1 2 208,0 0 0,1-1-290,0 1 1,1-1 154,6-6 0,4-2 31,3 0-6,7 0-112,16-7-5,3-1 39,18-6-62,-2-6 270,7-2-298,-5-1-11,0 0-185,-7-5-829,-3-3-985,-6-10-2779,-2 1 4778,-3-4 0,-5 11 0,-2 2 0</inkml:trace>
  <inkml:trace contextRef="#ctx0" brushRef="#br0" timeOffset="242175">20043 13593 14454,'3'0'4195,"0"0"-4223,-3 0 219,0 30-112,0-2-32,-1 0 1,-1 3 64,-4 20 120,-3-13 1,-2 4 175,1-1 1,0 1-808,-1-1 0,0-2 497,4-6 0,1-2 396,1 8-443,4-15 156,1-3 73,1-12 163,15-6 11,17 0-258,-4-3 0,3 0-152,-3 0 1,0 0 36,3 0 1,-2 0 41,12 0 970,0 0-1003,-10 0-157,-1 0-801,-16 0-2717,-7 0 3585,-5 1 0,-3 0 0,0 0 0</inkml:trace>
  <inkml:trace contextRef="#ctx0" brushRef="#br0" timeOffset="242659">18966 14805 16362,'47'-6'434,"0"-1"1,-1 1 0,0 0 0,-1 0 0,1-1-142,7 0 0,2 0 0,0 0-313,-10 1 1,1 1 0,0-1 0,2 0 131,-2 1 0,1-1 0,0 0 0,0 0 0,-3 1-263,1 0 0,-2 1 0,-1 0 1,-1-1 161,6 0 0,-1 0 0,-5 1-8,-5 2 0,-3 0 753,22-1-941,-14 0-4397,-5 3 4582,-19-2 0,-2 2 0,-15 0 0</inkml:trace>
  <inkml:trace contextRef="#ctx0" brushRef="#br0" timeOffset="243842">19418 15160 8758,'-6'-10'9516,"2"2"-9230,4 8-96,0 0 578,-2 9-404,2 5-6,4 15 29,2 6 61,6 5 11,-4 4-11,-2-13 1,-1 1 10,3 21-246,0 0-107,-3-25 40,-3-19 27,-1-7 68,-1-33-202,0-14-22,2 14 0,1-1-229,0-1 0,2 0 223,9-17-6,5 1 29,3 2-9,-4 18 0,3 1 20,0 5 0,1 1 14,6-1 0,0 3 2,15 0 12,-3 12 45,-11 8 184,11 15 191,2 19-325,-18-2 1,-3 3-105,-3-3 0,-3 0 72,-3 5 0,-2-1 26,0 14 107,-2-2-17,-3-4 22,0-4 12,-2-6 128,1 2-122,-2-12-113,-1-2 28,-1-12 28,2-7 356,-2 0-3868,2-3 0,-2 2 0</inkml:trace>
  <inkml:trace contextRef="#ctx0" brushRef="#br0" timeOffset="305392">22008 13996 16251,'3'41'172,"0"0"0,0 0 0,1 16 1,4-3 373,6-10 0,2-2-802,-2-1 1,0-1 328,-1 0 0,-1-1 22,-2-9 0,-2-2 744,2 8-677,-5-15 224,0-4-262,-2-13 79,-3-20-191,2-32-7,-2-7 13,0 15 0,0-1-16,0 9 1,0 1-3,0-1 0,1-1 3,0 3 0,0 0-3,2 1 0,0 1 0,4-23 17,2 20 0,3 2-17,18-17 44,4 7 46,5 21 95,-7 17 5,-10 14 1,1 8-7,1 4 1,-2 6 8,4 16 1,-3 3-729,-6-7 1,-2-2 609,-4 1 1,-3-1 149,-2 10-19,-2-2 163,-1-5 1,-3-5 460,1-6-545,-1 1-240,0-12-45,0-2 1155,0-13-2012,0-3-1614,3-2 2471,3-1 0,-2-1 0,0 0 0</inkml:trace>
  <inkml:trace contextRef="#ctx0" brushRef="#br0" timeOffset="305894">23104 14615 17972,'7'-10'1434,"-2"1"-919,-4 1 1176,-1 4-116,0 1-1441,3 12-39,0-1-16,4 15-1,-3-13-72,3 3-1,-5-9-162,0 1 157,2 3 0,-2-3 0,1 1 0</inkml:trace>
  <inkml:trace contextRef="#ctx0" brushRef="#br0" timeOffset="306341">23137 14251 9974,'0'9'7247,"0"-3"-6972,0-6-130,0 0-94,0 18 156,2-35 874,-2 7-106,2-23 469,-2 6-312,0 19-420,0 4-337,0 4-2655,1 12 2280,14-3 0,-9 4 0,9-8 0</inkml:trace>
  <inkml:trace contextRef="#ctx0" brushRef="#br0" timeOffset="307776">23919 14188 13491,'6'0'3064,"-2"0"-2039,-4 0-572,-3 86-33,3-41-243,-1-9 1,0 6 0,0-3 491,1 0 0,0-3-653,0 15 182,0-20 1,0-4 142,0-5-285,1-11-50,6-7-1,4-20 29,10-9-29,-3-11 1,1-4-6,-4 9 0,0-1-3,5-12 0,0 0-36,-4 10 0,-1 2 540,7-10-507,0 7 6,-12 27 516,0 28-118,0 35-298,-5-25 1,-1 1-200,0 11 0,-2 0 183,0-12 0,-1-2-84,-1 24-94,0-9-601,0-11-1237,0-10 1932,6-11 0,-4-5 0,4-6 0</inkml:trace>
  <inkml:trace contextRef="#ctx0" brushRef="#br0" timeOffset="308109">24508 14324 18291,'7'37'367,"0"1"0,1 0 0,2 14 0,3-4 221,0-16 0,3-5-336,8 12 5,8 0 62,-9-28 181,-1-6 43,-2-7-224,6-27-677,-3-13-814,-2-8-1121,-6-1 2293,-8 17 0,-3 15 0,-1 3 0</inkml:trace>
  <inkml:trace contextRef="#ctx0" brushRef="#br0" timeOffset="308608">25163 14408 16258,'9'46'439,"0"0"1,1 0 0,-1 13-1,5-15-338,11-30-6,-3-20-61,5-12-28,0-9-1,1-9 6,-3 3 1,2-1 560,-8 17-141,-4 2-106,-7 27-68,-3 7-89,3 30-151,7 0 33,6 1-55,-1-23 5,2-16 0,-6-14 11,2-7-11,-1-5 0,9-15 11,-3 5 40,-3 4 301,-3 10 259,-9 11-163,0 10-292,0 3-156,0 9-414,2 0 414,24-4 0,-22-9 0,16-4 0</inkml:trace>
  <inkml:trace contextRef="#ctx0" brushRef="#br0" timeOffset="308958">26142 14618 13977,'38'-29'38,"-1"0"0,1-1 0,-3 4 0,-3 0 0,-9 2 63,-15-6 1410,-5 4-1253,-9 4 536,-21 11-789,0 17 1,-18 15 67,11 18 256,1 5 406,4 3-13,6 0-212,6-1 225,11-16 1,3 0-568,11 22-168,10-7-145,16-18-662,7-21-1080,12-3-6683,-3-3 8570,1 0 0,-24 0 0,-9 0 0</inkml:trace>
  <inkml:trace contextRef="#ctx0" brushRef="#br0" timeOffset="309258">26640 14561 13966,'12'39'278,"1"0"1,-1 0 0,6 15-1,-1-10-272,-7-24 1518,0-5-1474,-5-30-16,-2-10 5,2-22 62,-2 8 0,1-3 22,1-1 1,1 0 299,2-4 1,1 1-273,1 10 0,2 5-67,9-3 204,0 18-713,4 14 425,15 3 0,-16-1 0,4 2 0</inkml:trace>
  <inkml:trace contextRef="#ctx0" brushRef="#br0" timeOffset="309558">27315 14751 14863,'39'-7'-30,"0"1"1,1-1 0,13-2-1,-11-6 30,-27-22 236,-7 0 492,-10 0 353,-15 8-56,-11 7-485,-3 14 1,-5 6-429,0 8 0,-1 4-317,1-1 1,1 2-586,5 7 1,5 2-6005,1 9 6794,6-3 0,11-13 0,3-5 0</inkml:trace>
  <inkml:trace contextRef="#ctx0" brushRef="#br0" timeOffset="310445">23729 15677 17921,'36'-29'85,"0"-1"1,0 1-1,13-8 1,-18 3 889,-41 2-101,-12 16-130,-10 17-145,0 11-279,3 7-236,7 26-1686,13-4-577,19-5 2179,22-17 0,-11-18 0,4-1 0</inkml:trace>
  <inkml:trace contextRef="#ctx0" brushRef="#br0" timeOffset="310658">24090 15175 19826,'0'32'241,"0"6"-191,0 14-17,0-22 1,0 1-9,0 1 1,0 2-1,0 12 0,0 0-877,0-6 1,1-1-1017,2-2 0,1-4 1868,5 7 0,-2-31 0,-1-7 0</inkml:trace>
  <inkml:trace contextRef="#ctx0" brushRef="#br0" timeOffset="310993">24478 15524 15816,'26'-28'-42,"0"1"1,-2 3 0,-11 4 165,-26 11 441,-10 5 494,-9 14-197,0 9-16,2 17-132,18-5 0,2 2-238,-2 19-645,10-20 1,4-2 269,16 6-101,10-9-627,19-11 627,-14-11 0,-1-2 0,5-2 0,3-1 0</inkml:trace>
  <inkml:trace contextRef="#ctx0" brushRef="#br0" timeOffset="311977">25473 15476 18124,'37'24'120,"0"0"1,-1 0-1,14 8 1,-13-1-31,-29-3 524,-8 1-614,-17 1 34,-13 3-29,8-17 1,-4 0 39,-13 9 0,-2 2 405,4-1 1,2 0-314,2 0 0,3-1 120,-4 17 152,31-19-112,21-9 151,12-6-56,22-5-291,-23-7 0,1-3-9,12-7 0,1-5-75,-7-3 0,-2-1-76,-1-1 0,-2 1-25,5-11-325,-26 19-543,-4 6-795,-3-1 1811,1-1 1,-3 4 0,1 0 0</inkml:trace>
  <inkml:trace contextRef="#ctx0" brushRef="#br0" timeOffset="312310">26005 15839 19636,'41'28'29,"0"0"1,-3-4 0,-4-13-24,4-44-1,-17 10 1,-1 0 0,11-14 94,-7 5 376,-13 17-112,-9 16-145,-2 12-141,0 24-2492,0 1 2414,1-3 0,0-16 0,0-17 0</inkml:trace>
  <inkml:trace contextRef="#ctx0" brushRef="#br0" timeOffset="312531">26790 15205 17955,'4'55'431,"-1"0"0,0 1 1,0-3-1,1-1 1,1-5-111,1 0 1,2-3-568,-1 1 1,0-1 245,0-2 0,0-2-31,-1-5 0,0-2-837,2 16-8963,-3-17 9826,-9-30 1,2 1-1,-4-15 1</inkml:trace>
  <inkml:trace contextRef="#ctx0" brushRef="#br0" timeOffset="312709">26543 15590 18810,'44'-1'-144,"0"0"1,0 0-1,-2-1 1,0-1 0,-6 0-1482,-5-3 1,-4-1 1710,23-9 0,-24 7 1,-11 4-1</inkml:trace>
  <inkml:trace contextRef="#ctx0" brushRef="#br0" timeOffset="312959">27262 15665 17473,'0'45'456,"0"0"1,0-1 0,-1 11 0,2-5-421,1-13 0,1-4-36,8 8-723,4-7 723,8-11 0,-12-11 0,0-7 0</inkml:trace>
  <inkml:trace contextRef="#ctx0" brushRef="#br0" timeOffset="313325">27599 15674 16225,'0'53'240,"0"0"1,0-6 0,3-10-241,5-22 98,6-8-205,18-21-16,5-20 117,1-1 35,-4-6-29,-16 23 163,-3 9 716,-5 5 104,-3 8-395,-2 12-157,1 25-431,0-2-207,3 11-1765,1-22-7859,8-8 9303,-5-10 1,0-4-1,-8-6 1</inkml:trace>
  <inkml:trace contextRef="#ctx0" brushRef="#br0" timeOffset="313612">28181 16035 16130,'51'0'-458,"1"-1"0,-1 0 0,12 5 0,-14-12 256,-33-19 1,-11-5 173,-12-12 28,-13 5 397,-14 10 120,-12 11 88,-1 10-429,17 14 1,2 4-636,-8 6-3545,-1 14 4004,26-6 0,8-13 0,1-1 0</inkml:trace>
  <inkml:trace contextRef="#ctx0" brushRef="#br0" timeOffset="314159">28889 16017 19199,'33'37'-212,"0"0"1,-3-14 0,0-10-41,17-35 62,-17-21 128,-24 8 62,-10 2 51,-14 7 173,-10 8 56,-11 9 39,11 11 1,0 4-516,-21 21-1183,4-1-3549,19 3 598,20-19 4330,14-35 0,-6 18 0,7-21 0</inkml:trace>
  <inkml:trace contextRef="#ctx0" brushRef="#br0" timeOffset="314376">29183 15355 17919,'-2'50'296,"0"0"1,-1-1 0,1 1 0,0-4 0,0 1 0,0-3 0,1-5-118,0 5 1,2-4-116,-2 10 0,3-3-1837,5-11 1,1-3-2774,-2-3 1,4-4 4547,25-4 1,-20-21-1,3-1 1</inkml:trace>
  <inkml:trace contextRef="#ctx0" brushRef="#br0" timeOffset="314679">29457 16059 17575,'49'16'7,"0"1"1,-3-3-1,-6-9-1,-8-31 313,0-16-72,-18-1 302,-9 4 79,-23 12 53,-10 19 35,-9 6 8,0 7-304,-8 22-1160,12 6-5130,5 7-1551,19-16 7421,31-15 0,-14-9 0,14 0 0</inkml:trace>
  <inkml:trace contextRef="#ctx0" brushRef="#br0" timeOffset="314977">29942 15674 9324,'0'-8'9785,"0"1"-8738,0 7 213,0 0-1125,-57 79-102,43-45-39,-11 19 1,13 0-88,30-32 1,11-5-79,9 6 1,2-3 170,-3-3 0,0-2 44,-2-2 1,-5 1 1031,-8 12 559,-10 4-285,-29 7-770,-10-7 0,-7 0-1110,-8-1 1,-5-2 398,11-7 0,-1 0 0,3-2 0,-1-1 0,4-3 0,-6-1 0</inkml:trace>
  <inkml:trace contextRef="#ctx0" brushRef="#br0" timeOffset="355803">5748 17972 20643,'-27'-10'798,"-1"0"1,-15-6 394,38 28-835,1 16-198,2 2 0,1 8-738,0-1 1,0 8 0,0 4-1,1 2 1,0-4 677,1 8 1,1-1 0,1 1 0,0 4-294,-1-13 0,0 3 0,0 2 1,1 1-1,0 0 0,0-2 1,0-2 255,2 8 1,0-2 0,1-1 0,0 0 0,0 3 21,0-8 1,0 2 0,1 0-1,0 1 1,0 0 0,-1 0-1,0-1-206,0 0 1,-1 0 0,0-1 0,-1 0-1,1 1 1,-1 1 0,0 0 192,0-1 1,0 2 0,0 0 0,0 1 0,0 0 0,-1-2-1,0 0 1,0-3-215,-1 6 0,1-2 0,-1-1 0,0-1 0,-1-1 0,1-1 198,-2 5 0,0-1 0,0-1 0,0-3 0,0-3 18,0 6 1,0-5 0,0-1 224,-1-6 1,1-1 0,-1-1-300,0 9 0,-1 0 0,-1-6 0,0 2 0,-1 1 0,0 2 0,-1 1 0,0 0 0,1-1 0,-1 1 0,0-1 263,0-1 0,0 0 0,1-4-263,-1-1 0,1-2 0,0-2 0,0-1 769,1-5 1,1 0-770,-1 4 0,1 0 2668,0 20-2668,1-8 563,1-19-563,0-19 190,0-4-3741,1-23 3551,4-36 0,-2 23 0,1-18 0</inkml:trace>
  <inkml:trace contextRef="#ctx0" brushRef="#br0" timeOffset="357536">5889 17744 11996,'42'-7'392,"0"0"1,1 0 0,-1 0 0,9 0 0,2 0 0,-1 1 0,-4 1-102,8 2 1,-1 1-130,-4 0 0,3 1 1,-2 0 474,-11 0 1,-1 1 0,3-1-483,2 1 1,3 0-1,3 0 1,-1 0-88,3 1 1,0-1 0,2 1-1,2 0-183,-10 0 0,1-1 0,1 1 0,1 0 1,-1 0-1,-2 0 121,0 0 1,-1 0 0,0 1 0,-1 0 0,0-1 11,10 2 0,1-1 0,-2 0 0,-2 0 237,0 1 0,-4 0 0,4 0-245,1 1 0,3-1-1,1 1 1,-4-2 232,4 1 0,-3-1 0,2 1-230,-4-1 1,2 1 0,0 0 0,0-1-13,-1-1 0,0-1 0,-1 1 0,-2 0-197,3 0 1,-2 0-1,3 1 206,-4-1 1,2 0 0,0 0 0,-4 1-8,-1 0 0,-3 1 0,2 0 19,0 0 0,1 0 0,2 1 0,0 0 281,1 0 1,0 1-1,1 0 1,3-1-293,-1 0 0,2-1 0,1 1 0,0-1 0,-3 0-10,3 1 0,-2 0 0,0 0 0,0-1-210,1 0 1,1-1-1,-1 0 1,-4 0 209,4-1 0,-4 1 0,1-1 1,0 1 1,1 0 0,-1 0-287,0 0 0,-2-1 1,1 1 285,-3 0 1,-1 0 0,0 0 0,-3 0 0,-1 1 0,2-1 127,9 1 1,2 1 0,0 0-126,-14-1 0,1 0 1,-1 0-1,0 0-1,14 1 1,-1-1 0,0 1-2,-3-1 0,-1 1 0,-3-1 1,6 0 0,-2-1-1,1 0 1,-1 0 0,-1 0 0,0 0 139,-1 0 0,-1 0-142,-4-1 0,2 1 357,-8-2 1,3 1 0,-1-1-358,-1-1 0,1 0 0,-1-1 0,0 0 0,-1-1 0,0-1 1007,14-3 1,-4-1-1034,-15-1 1,-2-1-14,-2 1 0,-1 0 1144,25-7-1105,-24 8 0,1-1 737,22-7-734,-21 5 0,0 0 3,-1-2 0,-1-1-1,19-12 180,-17 9 0,0 0-185,14-7 0,1 1 5,-19 11 742,-15 8-747,-9 4 39,-3 0 230,0 0-174,-5 4-11,-3 4-33,-8 8 16,-17 30 0,10-10 0,1 4-22,-2 0 0,2 2-509,-2 8 0,2 0 556,6-10 1,2-1 10,-1 2 1,1 2-3,1-1 0,0 3-17,2-3 0,-1 2 0,0 2-30,2 3 0,0 2 0,1-1-24,-2 0 0,0 1 0,1-1-505,1 1 0,1-1 0,-1-2 517,-1 6 0,0-1 31,1 2 0,-1 0-12,2-18 1,0 0-1,0 0 31,-2 18 1,-1 0-256,3-19 1,-1 1 0,0 1 229,-2 12 0,0 2 1,-1 2-37,3-13 0,-1 1 0,0 0 0,1 2-31,-2 8 0,-1 2 0,1 1 0,0-3-325,2-9 1,0-2 0,0 0-1,1 0 325,-1 11 0,1-1 0,0-3 0,-1 4 0,1-1 32,2-5 1,0 2-1,0 1-32,0 0 0,-1 0 0,0 2 0,1-4 0,0 2 0,-1-1 0,1-1 13,-1 3 0,0-1 0,0-1-13,1-1 0,-1 0 0,1-4 0,-1 5 0,0-2 15,2 0 0,0 1-15,0-4 0,1 3 340,1-6 0,0 2 1,0 0-341,1 0 0,0-1 0,1 2 0,-1 7 0,0 2 0,0-3 6,1 7 0,0-4-6,0-5 0,0-5 0,0 10 610,0-19 0,0 2-610,0-2 0,0 1 0,1 7 0,1 1 0,-2-10 0,0-2 0,5 25 0,-5-21 701,3 11-701,1-6 403,2 3-403,1-17 909,2-11-2814,-6-9-3588,2-5 5493,-5-3 0,2 3 0,-2-3 0</inkml:trace>
  <inkml:trace contextRef="#ctx0" brushRef="#br0" timeOffset="358738">5514 22285 15048,'0'10'4576,"0"-1"-4279,0-9 397,0 0 701,29 0-482,0 0-549,0 0 0,3 0-548,-1 0 1,1 0 390,4 0 0,3 0-6,4-1 1,4 2-36,3-1 1,4 0-1,2 1-741,-7-1 1,1 0 0,1 0 0,0 0 607,1 1 1,0-1 0,0 0 0,1 1 2,1-2 0,1 0 1,-1 1-1,-2-1 42,2 0 1,-3 1 0,1-1-330,0-1 0,0 1 0,0-1 331,-1 2 1,0-1-1,3 1 25,-2-1 0,2 1 0,2 0 0,1-1-53,-4 1 1,2 0 0,1 0 0,0 0-1,-2-1-420,-1 1 1,-1-1 0,0 1 0,0-1 0,1 0 380,2 0 0,1 1 1,0-1-1,-2 0 1,-3-1-13,-3 1 0,-2-1 1,-2 0-1,1 0-234,-1 0 1,0 0 0,0 0 0,1 0 244,3 0 1,0-1 0,1 1 0,3-1 26,1 1 1,3-1 0,1 1 0,0-1 0,-2 1-38,-5 0 0,-2 0 1,-1 1-1,2-1 1,2 1 2,0-1 1,4 1-1,0 0 1,0-1 0,-1 1-1,-5 1-5,5-1 0,-3 1 0,-2-1 0,1 1 0,3 0 0,0 0 0,0 0 0,-3 0 0,5 0 0,-3 0 0,1 0-59,0 0 0,0-1 1,1 1 56,-3-1 0,0 1 0,2-1 211,-2 1 1,3-1 0,1 0-1,0 0-211,-1 0 1,1 0 0,-1 0 0,0 0 96,0 0 1,0-1 0,-1 1-1,-2-1-97,-3 1 1,0-1 0,-2 1 0,-3-1 1,-1-2 0,-3 1 0,0 0 157,0 0 1,0 1-1,-1 0-157,18-3 0,0 1 0,-3 2 0,-1 0 3,-4 0 0,1 0 361,-10 2 1,1-1 0,-1 1-360,13 2 1,-1 0-6,-3 0 0,-1 1 262,-11 1 0,-4 1-257,7 4 1974,-6-1-1979,-4-2 1423,3-2-1233,-7-2 406,3-1-451,-13-1 461,-2 0-606,-6 0 0,-1 0 0,1 0 0,1 0 0,-1 0-141,1 2-834,-2-2-990,1 3-3709,-1-2 5674,2 1 0,-4-1 0,-1-1 0</inkml:trace>
  <inkml:trace contextRef="#ctx0" brushRef="#br0" timeOffset="359489">5143 23365 17704,'-4'50'114,"0"0"0,0-1 0,1 2 1,-1-1-1,2-1-21,0-8 1,1 0 0,0 1-381,1-1 1,-1 3 0,1 0-1,1-2-1035,3 5 0,1-1 0,-2-1-1324,-1-3 1,-1-1 0,1-4 2645,2-4 0,-1-8 0,-4-17 0,-3-8 0</inkml:trace>
  <inkml:trace contextRef="#ctx0" brushRef="#br0" timeOffset="360137">5224 24036 13509,'53'-7'98,"0"0"0,0 0 0,-4 2 0,2 0 1,0 1-1,-2 1 90,5 1 1,-1 2-1,4-1-776,-13 1 1,3-1-1,3 1 1,0 0 0,-1-1-1,-3 1 645,10-1 1,-3 0-1,-1 1 1,4-1-24,-3 0 1,3 0 0,0 0 0,0-1 0,-4 1 70,0-2 0,-2 1 0,-2-1 1,3 0-93,-6 1 0,1-1 1,0 1-1,1-1 1,0 1-12,-1-1 0,-4 0 0,3 0 1,7 1-1,12-1 7,-32 2 1,5 0 0,3 1 0,3-1 0,4 0-1,2 1 1,3-1 0,3 1 0,1-1 0,3 1-1,2 0 1,1-1 0,1 1 0,2 0 0,0 0 0,1-1-1,0 1 1,0 0 0,0 0 0,0 0 0,0 0-1,-2-1 1,0 1 0,-2 0 0,-1 0 0,-2 0 0,-2 0-1,-2 0 1,-3-1 0,-2 1 0,-3 0 0,-4-1-104,21 1 0,-5-1 0,-5 1 0,-4-1 0,-1 1 0,-2-1 0,0 1 0,2-1 0,1 1 1,4-1-1,4 1 0,6-1 83,-20 1 1,3 0 0,4 0 0,1 0 0,4 0 0,1 0 0,2 0 0,2 0 0,2 0-1,1 0 1,0 0 0,2 0 0,0 0 0,0 0 0,0 0 0,0 0 0,-1 0 0,0 0-1,-2 0 1,0 0 0,-2 0 0,-2 0 0,-2 0 0,-1 0 0,-4-1 0,-1 1 0,-4 0 0,-3 0-1,-3 0 1,-4-1 0,-4 1-350,34-1 0,-11-1 0,-9 1 0,-3 0 0,-1-1 57,10 0 1,-4 0 0,2-1 133,-2 0 1,2 0 0,0 0 0,-4 0-226,-2 0 0,-4 0 0,1 0 142,-4 1 0,0 0 0,2 0 911,6 1 1,3 0-1,1 1 1,-5-1-278,-2 0 1,-4 1 0,3 0-279,12 0 1,2 1 0,-6-1-16,-10 0 1,-5 0 11,14 2 414,-15-2 1,0 0-284,-4-4 0,0 0 238,6 0 1,-2 0-107,12-6 2145,-9 3-2397,-15 4 2511,1 0-2623,-1 0 450,-1-2-2399,3 2 1949,-1-3 0,-10 4 0,-1 0 0</inkml:trace>
  <inkml:trace contextRef="#ctx0" brushRef="#br0" timeOffset="360405">13171 23486 19283,'-1'43'576,"-1"1"1,1 0 0,0-1 0,-1 11 0,0-1 0,1-4-1683,4 5 0,0-5-3810,-1-14 1,1-3 4263,3 17 0,-3-35 1,-3-3-1</inkml:trace>
  <inkml:trace contextRef="#ctx0" brushRef="#br0" timeOffset="361273">8546 24598 20257,'34'-36'3383,"-8"8"-2840,-23 26-235,-3 4-44,0 6-63,0 11-111,0 16-34,-1 7 0,-2 7 45,-3-7 0,-1 2 0,-1 0-518,1 2 1,0 1-1,-1 0 534,-4 3 1,-1 0 0,0-3 5,-2 4 0,-2-1 50,3-10 1,0 1 0,0-2-40,-2 7 1,1-2-135,-3-2 0,9-4 28,32-4-23,15-27 43,-2-10 0,5-3-771,-1 0 0,2-2 751,4-3 0,2 0-6,0-2 0,3 1 321,-8 2 1,1 0 0,-1 1-291,8-1 1,-2 1 66,-2 1 0,-5 1 638,-1 3-758,-33 4-2096,-7-7 2096,-1-7 0,0 5 0,0-3 0</inkml:trace>
  <inkml:trace contextRef="#ctx0" brushRef="#br1" timeOffset="368024">5735 20207 11508,'6'-2'5260,"-2"1"-3564,-4 1-1360,-3 4 197,2-3-12,-2 3-263,3-17-163,0-4-28,0-14-28,0-1 12,-6-5 89,3 13-62,-3 11-89,5 26 11,1 16 33,0 10-33,3 5 95,3 0 51,3-6-34,1-7-56,0-11-56,-6-10-213,0-12 180,-4-16-135,0-14-303,-1-14 348,-8-5 123,-5-1 19,1 23 1,-2 2 479,-10-5-494,6 31 40,9 23-39,11 28 89,7-11 67,3-4 1,4-9-79,-3-9-12,-4-9-60,-5-4-12,-1-4-17,-2-7-34,0-8 35,0-12-29,-5-8 45,-5-18 162,-1 19 337,1 1-163,6 26-246,4 21-84,0 12 5,1 14-6,8 8 29,4-2 5,11 4-33,-7-23-225,-2-3 219,-11-32 0,-4-13 5,-4-14 1,-5-6 107,-8-8 223,4 22-336,2 6-1099,8 41 1099,17 24 0,-11-14 0,10 5 0</inkml:trace>
  <inkml:trace contextRef="#ctx0" brushRef="#br1" timeOffset="369306">12780 20066 15732,'4'6'4251,"-1"0"-3406,-3-6 163,0 0-885,0 14 69,0-11 110,3-12-190,4-30-106,-3-9 44,2-3 6,-6 11-11,0 18 50,0 3-11,0 16-50,0 7-23,0 13 28,0 11-39,0 19 11,0 4 79,0 5 192,1-20 1,1-2-143,0 11-56,1 0-50,-1-33-34,-1-8 39,0-15-39,0-10-67,-1-18-26,0 1 1,-3-3 69,-2 1 1,-1 0 22,2 0 0,0 3 0,-10-16 79,8 36 27,3 10-44,1 9-57,2 31 91,0 13-26,2-14 0,1 0-37,0 14-22,3-22-11,-3-20 62,2-11-62,-1-11-134,2-24-550,-4 3-2329,1 3 3013,-10 33 0,5 6 0,-5 9 0</inkml:trace>
  <inkml:trace contextRef="#ctx0" brushRef="#br1" timeOffset="384177">5778 20267 8758,'6'-2'5411,"-2"1"-4874,-4 1-397,5-4 56,-4 0 196,3-2 202,-4 2 62,0 1-152,0 0-146,0-1-168,0-1-83,0-4 5,2-8 17,4-10-40,0-2-55,5-3-23,-4 6 90,6-10-17,-2-1-17,5-5-67,-4 13 34,1 8-29,-3 6 34,2 3-39,0-1 40,10-4-35,6 0 40,9-7 0,-6 7-40,-2 1 1,-11 7 39,5 0-45,-2 3 45,5 1 67,-6 4-33,0 1-12,-4 0-22,0 0 5,1 0-50,0 0 34,1 0 11,9 0-40,8 0-5,7 9 11,-9 0 45,-3 10-11,-13-2 6,7 10-40,-1 2 50,4 10-10,-7-10-18,-4 0 51,-4-8 258,2 11 39,-1 1-174,5 13-112,-6-11 11,3 0 18,-4-11-7,4 0-33,1 0 112,8 10 28,2-1-151,0 0-6,-2-5 101,1-2-45,-4-6-11,6 3-44,-7-6 89,11 4-95,-8-4-12,5 3 107,1-5-79,-10-5-44,10-1 56,-10-5-1,-1-2-10,2-1 72,6-1-84,-6-1-28,7-4-5,-8-2-1,2-5-21,1-2-7,3-4 29,-1 0 5,14-14-39,1-4 6,1 0-6,-4 1 5,-12 13 1,2-1-1,-2 2 1,14-11-6,0-3-45,-1-3 45,-5 2 6,-13 9-1,1 0 29,-3 1-34,1 1 0,0-1 6,14-13-662,-4 7 656,-9 11 0,2 0-3,2 1 1,0 1 2,12-10-25,-12 12 1,-1 0 24,7-3 0,9-9 0,6 1 0,-14 9 0,1 1-3,-5 3 0,0 2 3,1 0 0,-1 2 0,14-4 0,-2 3-6,-2 3 653,9-2-653,2 4 6,-1 1-5,-4 3 51,-13 3-57,1 0-45,-2 0 56,13 11-5,-3 8 27,-14-3 0,-1 1-16,8 13 0,-4-1-1,-10-7 1,0-2-1,-1 4 29,2-1-28,1 2 33,12 16-11,-16-18 0,1 0-26,1 1 1,0 0 65,14 22-1,-8-16-22,1 2-12,2-2 12,-7-10 0,3 2-12,1-2 1,2 1-12,-1 0 1,1-1-21,-2-2 1,-1-2 3,9 6 44,-2-1-16,1-1 22,9 6 11,5-2-61,0-1-1,-2-5 1,-11-7 56,1 0-57,2-4 29,-1 1-34,-1-5 11,10 0 28,0-6-5,-1-6-29,-6-3-5,-8-7 0,-2-1 6,0 0 39,14-16-40,-2 0-8,-12 11 1,-1 0-4,13-12 6,-5 2-11,-10 11 5,-2 0 6,-2 0 0,2 0 0,-1-2 0,11-10-5,-6 6 5,10-9 0,-9 12-6,3-1 6,1 4-5,0 2-1,-1 2-33,9-4 33,-8 7 1,7-3-1,-10 9 6,1-1 0,0 3-6,1-1-27,-1 2-34,10 1 61,-9 3 0,6 2-50,-2 2 51,-7 0 5,8 0-6,-7 2-44,13 10-6,2 8 22,-17-6 1,0 2-1,9 12 34,-6 1 0,-15-6 0,2 1 0,-2 1 0,6 11 6,1 2-1,3 13-5,-5-10 6,-1 0-6,-6-10 0,9 14 0,4 1 0,1 0 5,2-8-5,-3-11 6,1-4 44,3 2-5,1-4-39,-1 2 89,16 4-89,-11-7 38,10 3-38,-1-4 33,-10-7-33,9 5-1,-12-7 63,14 1-1,2-4-62,0-1 51,-7-5-39,-13-2 34,-3-4-46,-1-4 1,0-2 5,0-5 28,8-7-33,-8 0-1,8-6 29,-11 3-23,2-1-11,-2-2 6,3-1-6,-1 0 0,10-15 11,0-2-11,-10 17 0,1 0 0,9-15 0,-3 6 0,-6 14 0,-3 0-6,4 1 6,-1 2 0,4-1-5,0 4 5,0-1-51,10-2 46,-10 7 5,7-2 0,-14 11 0,4 0-6,-4 4 12,6 1-1,-6 1-5,3 0 6,-5 4 0,3 1-1,-1 7 6,1 0-5,-2 6 44,0 8 1,-7-3-1,2 5 6,-7-10 28,1-3-17,-4-3 12,2-3-6,-2-4 5,0-2-1279,-1-3 1,0 0-1</inkml:trace>
  <inkml:trace contextRef="#ctx0" brushRef="#br1" timeOffset="385226">12857 20066 10343,'-4'6'9830,"1"0"-9001,3-6-740,0 0-21,-10 56 105,21-34 138,-11 9 0,2-3 82,15-19 38,-8-8 17,-8-4-213,-1-5-123,0-5-11,0-5 22,0 1 398,-8 1 218,-8 8-582,-4 1-112,-2 15-12,6 5-33,4 7 6,3 2 11,5 3 84,1-8-95,8-3 55,0-10 6,5-5 6,-1-8 6,-1-5-29,-3-8-16,-2-4 38,-1-6 57,-4 8-129,-10 5-5,0 17-1,-9 12 6,6 6-11,3 16-40,5-6 40,25 1 6,-2-14 5,18-9 0,-14-8 11,-2-6 56,-7-7 23,-5-14 55,-5 4 57,-2 3 55,-4 12-10,-3 11-152,-9 14-89,3 5 5,0 6-6,8-8 1,5-9 28,1-7 50,0 0 16,0-3-16,0-3 51,0-8-74,0 2-21,0-3 21,0 9-22,-2 3 23,2 2 61,-2 1-156,2 6 27,0 5 12,6 3-6,2-4 5,3-6-5,2-4 6,-4 0-1,1 0 51,-5-3 96,-1-4-46,-3 0 146,-1 0 7,0 4-259,0 3 0,0 16 0,0 1 0,0 8 0,0-6 0,0-10-2146,0-3 2146,-6-3 0,5-2 0,-5-1 0</inkml:trace>
  <inkml:trace contextRef="#ctx0" brushRef="#br1" timeOffset="396864">20150 15358 7397,'31'-18'280,"-7"5"-112,-21 11 84,0 2 5310,2 0-4324,1 0-1082,-2 0-16,0 0 28,-2 0 23,1 0 201,-2 0 3630,1 0-3904,0 7-62,-2 8-6,-8 15-44,-2 14 16,-4-5 0,-3 3-22,0 1 0,1 1-757,-2 6 0,1-2-823,5-15 1,3-4-6717,0 4 7674,9-31 622,0-15 0,0 6 0,0-5 0</inkml:trace>
  <inkml:trace contextRef="#ctx0" brushRef="#br1" timeOffset="397147">20500 15274 8035,'6'0'7030,"-2"0"-6095,-4 0-403,-69 76-418,42-39 1,-1 3 39,3-7 0,-3 3 0,0 1 0,5-1-154,3 3 0,3 0 0,3-5 0,-2 0 0,5-5 0,3 12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4T23:34:59.490"/>
    </inkml:context>
    <inkml:brush xml:id="br0">
      <inkml:brushProperty name="width" value="0.09071" units="cm"/>
      <inkml:brushProperty name="height" value="0.09071" units="cm"/>
    </inkml:brush>
    <inkml:brush xml:id="br1">
      <inkml:brushProperty name="width" value="0.09071" units="cm"/>
      <inkml:brushProperty name="height" value="0.09071" units="cm"/>
      <inkml:brushProperty name="color" value="#FF0000"/>
    </inkml:brush>
    <inkml:brush xml:id="br2">
      <inkml:brushProperty name="width" value="0.09071" units="cm"/>
      <inkml:brushProperty name="height" value="0.09071" units="cm"/>
      <inkml:brushProperty name="color" value="#00B050"/>
    </inkml:brush>
  </inkml:definitions>
  <inkml:trace contextRef="#ctx0" brushRef="#br0">19331 9123 14796,'-11'55'75,"1"-1"1,-1 1 0,1 0-1,-1-1 1,1 1 0,-1 0-1,1-1 1,-1 1 0,2-1-1,0-1 1,0-2 0,1 1 0,1 0-1,-1 1 1,1 1 0,-1 3-328,2-5 0,0 1 0,0 3 1,1 0-1,-1 1 0,1 1 0,0-1 1,0 0-1,0-1 0,1-1 1,1-2 297,-1 3 0,1-2 0,1 0 0,0-1 0,0-1 0,1 0 0,-1 0 0,1 0 0,-1 1-18,0-1 1,1 0-1,-1 0 1,1 0 0,-1 0-1,1 0 1,-1 0 0,1-1-1,0-1 65,1 4 0,-1-1 0,0-1 0,1 0 1,0 0-1,-1 0 0,1 1 0,0 1-18,-1-1 1,1 1-1,0 1 1,-1 0-1,1 1 1,0-1-1,-1-1 1,1-1-1,0-2-253,-1 5 0,1-1 1,0-1-1,-1-2 1,1 1-1,-1-1 0,1 0-348,-1-2 0,0 0 0,1 1 0,-1-2 0,-1-1 0,1-1 0,-1-3 526,-3 14 0,0-2 0,0-5 0,0-9 0,0-8 0,-1-5 0,-9 24 0</inkml:trace>
  <inkml:trace contextRef="#ctx0" brushRef="#br0" timeOffset="500">18926 13283 14800,'55'5'184,"-1"1"1,0-1-1,0 1 1,1-1-1,-1 1 1,0-1-1,1 1 1,-1-1-1,-1 0 1,-1 0-1,-1 0 1,0-1-1,0 1 1,0-1-1,2 1 1,2-1-668,-3-1 1,2 1-1,1 0 1,0-1 0,2 1-1,-1-1 1,0 1 0,0-1-1,-2-1 1,-1 1 517,4-1 1,0 0 0,-2 0 0,0 0 0,0 0-1,-1-1 1,2 0 0,0 1-115,-4-1 1,1 0 0,0 0 0,0 0 0,1 0 0,0 0 0,-1 0 0,1 0-1,0 0 130,1-1 1,-2 1 0,0 0-1,1-1 1,0 1 0,1-1 0,1 0-1,2 0 1,3-1 10,-14 1 1,2-1-1,0 0 1,2-1 0,0 1-1,2 0 1,0-1 0,1 0-1,0 1 1,0-1 0,1 0-1,-1 1 1,1-1-1,-1 0 1,0 1-39,-1-1 1,1 1-1,-1-1 1,0 1-1,1-1 1,-1 1-1,1 0 1,0-1-1,0 1 1,1-1-1,0 0 1,1 1-1,0-1 1,0 1 0,1-1-1,1 1-68,-6-1 1,2 1 0,0-1 0,1 1 0,1-1 0,0 1 0,0-1-1,1 1 1,0-1 0,0 0 0,0 1 0,0-1 0,0 1 0,-1-1 0,0 1-1,-1-1 1,0 1 0,-1-1 0,-1 1 0,-1 0 43,4-1 0,0 1 0,-1-1 0,-1 1 0,0-1 0,0 1 0,-1-1 0,0 1 0,-1 0 0,0-1 0,0 1 0,0 0 0,-1 0 0,0 0 0,0 1 0,0-1-3,7 0 0,0 1 0,0 0 0,1 0 0,-1 0 0,-1 0 0,0 0 0,-1 0 0,-1 1 0,-1-1 0,-1 1 0,-2 0 0,-1 0 3,11 0 0,-3 0 0,-2 1 0,-1-1 0,-1 1 0,-1 0 0,0 0 0,1 0 0,-3 1 0,-1-1 0,0 1 0,0-1 0,-1 1 0,0 0 0,0 0 0,-1 0 0,5 0 1,-1 1 0,-1 0 0,1 0 0,-1-1 0,-1 1-1,0 0 0,5 0 0,-2 0 0,1 0 0,-1 0 0,-1 0 0,0 0-1,-4 0 0,-1 0 0,0-1 0,0 1 1,0 0-1,1-1-84,6 1 0,1-1 0,2 0 0,-2 0 0,-1 0 0,-4 0-61,5 0 1,-3 0-1,-2-1 1,2 1 11,6-1 0,1 0 1,-2-1-1,-6 0-369,-10 0 1,-4-2 0,-1 0-565,11-3 0,0-3 1067,-5-1 0,2-2 0,-5 0 0,-9 2 0,-3-1 0,6-3 0,0 0 0</inkml:trace>
  <inkml:trace contextRef="#ctx0" brushRef="#br0" timeOffset="999">29758 9352 12018,'-1'55'104,"0"-1"0,0 1 0,0 0 1,0 0-1,0 0 0,0 0 1,0 0-1,0 0 0,-1 0 1,1 0-1,0 0 0,0 0 1,0 0-1,0-1 0,0 1 1,0 0-1,0 1 0,0 1 1,0 0-1,0 0 0,0 0 1,0 0-1,0-1 0,0 0 1,0-1-1,0-1 0,0-1 0,0-2 1,0-1-163,0 7 1,0-2 0,0-2 0,1-1-1,-1-1 1,0 0 0,1 0 0,-1-1-1,0 1 1,0 1 0,0 2 110,0-1 1,0 2 0,0 0-1,0 1 1,0 1 0,0-1-1,-1 0 1,1 0 0,0-2 0,0-1-1,0-1 1,0-2-115,-1 8 1,1-1-1,0-2 1,0-1-1,0-1 1,0-2-1,0-1 1,-1-1-110,1 5 0,-1-2 0,1-1 0,-1-2 0,1-2 0,-1-4 234,1 18 1,0-6 0,0-6 0,0-5 0,0-3 0,-1-3-1,1 0 1</inkml:trace>
  <inkml:trace contextRef="#ctx0" brushRef="#br0" timeOffset="2082">20203 8735 11203,'51'2'84,"-1"-1"0,1 1 0,0 0 0,0 0 0,-1-1 0,4 1 0,0 1 0,0-1 0,0 0 0,0 1 0,-1 0-488,-1 0 0,0 0 1,0 0-1,0 0 0,0 1 1,0 0 538,2 0 0,-1 0 1,0 0-1,1 1 0,1 0 1,3 0-47,-11-1 1,2 0-1,0 1 1,2-1 0,0 1-1,1 0 1,0-1-1,0 0 1,1 1-108,-4-2 1,1 1-1,-1-1 1,1 0-1,1 0 1,-1 0 0,2 0-1,0 0 1,1 0-1,1 0 37,-1 0 0,1-1 0,1 1 0,0-1 0,1 1 1,1-1-1,0 0 0,0 1 0,1-1 0,-1-1 1,1 1-1,-1 0-39,-2-1 1,0 0-1,-1 0 1,2 0 0,-1 0-1,0 0 1,1 0 0,-1-1-1,1 1 1,0-1 0,0 0-1,0 0 1,0 0 20,-3-1 0,0 1 0,1-1 0,0 0 1,0-1-1,1 1 0,-1-1 0,0 1 0,0-1 1,-1 1-1,0-1 0,-1 1 0,-1-1 1,0 1-67,5-1 1,-1 1 0,0-1-1,-1 1 1,-1 0 0,0-1-1,0 1 1,0-1 0,-1 0-1,0 0 1,0 0 64,4-1 0,0 0 0,0 0 0,-1 0 0,1 0 0,-1-1 0,-2 1 0,0-1 0,-1 1 0,-3 0-1,7-1 0,-2 1 0,-3-1 1,-1 0-1,1 1 0,2-1 0,2 0-26,-3 0 1,2 0 0,1 0 0,1 0 0,0 0 0,1 0 0,-1 0 0,0 0 0,0 1-15,-3 0 1,0 0-1,0 1 1,0 0 0,0 0-1,0 0 1,-1-1 0,1 1-1,-1 0 34,0 0 1,-1-1 0,1 0 0,0 0 0,-1 1 0,0-1 0,-1 1-1,0 0 1,-2 1 6,7 0 0,0 0 0,-1 1 0,-1 0 0,-2 1 0,-2 0 0,-2 0 0,11 2 0,-4 0 0,-3 0 0,1 2 119,-4-1 0,0 1 1,-2 0-1,0 1-119,9 2 0,-2 1 0,1 0 194,-12-3 1,-1 1 0,1 0 0,0-1-192,1 1 0,0-2 0,0 1 0,-1 0-2,10 0 1,0 0 0,-1 0 0,0-2 0,0 0 0,-3 0 0,0-1 1,-1-1 678,3-1 1,-2 0-568,-17 0 1,-2-1 1111,3 0 1,-1 0-571,13 0-7,4-9-447,-3 1-101,-1-9 1388,-17 6-1489,-7-1 1203,-7 4-1203,-6 1 0,-6 4 0,-1 0 0</inkml:trace>
  <inkml:trace contextRef="#ctx0" brushRef="#br1" timeOffset="8485">23916 10976 8881,'0'5'4985,"0"-1"-3809,0-4-901,-12 22-96,9-13 51,-9 17 156,12-20 74,0 1 357,0 8-268,0 2-252,8 4-297,-2-5-39,7-6 39,-3-7 89,5-2 191,0-14-61,1-9-169,-6-7 7,-6-3-12,-4 9 16,-1 2-10,-6 4 16,-4 7 34,-5 4-101,-4 5 0,3 3 28,-7 18-28,9-2 44,-1 14-4,11-8 100,4 7-202,12-7-22,6-3 84,4-11 50,-3-10 46,-9-8 4,-5-4-49,-1-7-1,-3 0-39,0 0 68,-7 2-79,0 8-107,-6 2 102,3 10 5,2 5 5,3 6 51,2 15-5,6-3-51,2-1-90,3-12 90,1-11 0,-4-2 6,-2 0 39,-3-4-1,0-2-44,0-6-33,0-2-1,0 0-5,0 2-157,-1 6 190,-1 2 6,-3 8 101,1 2 123,-1 8-201,3-4-214,1-2 191,1-5 6,0-4 89,0-2 45,0-2-17,0-1 51,0 3 179,-1 0-527,-3 7-1120,-1 5-4117,-5 3-117,-2 1 5528,-3-7 0,6-2 0,1-4 0</inkml:trace>
  <inkml:trace contextRef="#ctx0" brushRef="#br1" timeOffset="9635">23368 10714 8556,'2'-7'3624,"-1"2"-2800,-1 5-466,0 0 617,0-5-427,0 3 131,0-3 65,0 5-604,0 8 0,0 1-67,0 8-6,0-1-67,0 2-117,8 1-113,1-6 79,8 0 151,-2-10 202,1-2-107,-5-17-1277,-3-12 454,-5-7 324,-3-3 320,0 12 476,0 3 880,-9 11-1149,-6 3-594,-5 18-167,0 4-2387,7 5-1948,3 0 4867,0-1 106,2-4 0,3-5 0,2-4 0</inkml:trace>
  <inkml:trace contextRef="#ctx0" brushRef="#br1" timeOffset="10033">23351 10879 10914,'0'6'5422,"0"-2"-5422,0-4-1243,-1 5-516,-4-4 1759,-8 6 0,6-7 0,-4 2 0</inkml:trace>
  <inkml:trace contextRef="#ctx0" brushRef="#br1" timeOffset="10166">23351 10889 8461,'0'0'0</inkml:trace>
  <inkml:trace contextRef="#ctx0" brushRef="#br1" timeOffset="10333">23264 11192 8534,'-9'49'-205,"-1"-1"0,2-9 0,2-8 0,3-17 0</inkml:trace>
  <inkml:trace contextRef="#ctx0" brushRef="#br1" timeOffset="10466">23241 11436 8959,'6'5'4386,"-2"-1"-6072,-4-4-2503,10 3 3892,-6-3 230,9 3 67,-10 0 0,-1-3 0,-1 3 0</inkml:trace>
  <inkml:trace contextRef="#ctx0" brushRef="#br1" timeOffset="10617">23251 11445 8117,'50'21'-711,"0"0"1,0 1 0,-4-2 0,-2-1 0,-11-8 1006,-17-11 0,-7 0 0,-3 0 0</inkml:trace>
  <inkml:trace contextRef="#ctx0" brushRef="#br1" timeOffset="10766">23766 11580 14034,'33'12'-2340,"1"0"1,-1-1 0,-2-4 2339,6-12 0,-16 4 0,0-5 0</inkml:trace>
  <inkml:trace contextRef="#ctx0" brushRef="#br1" timeOffset="10920">24120 11559 15328,'43'-20'-7993,"-4"0"7988,-22 12 5,-1-1 0,-7 6 0,-3 0 0</inkml:trace>
  <inkml:trace contextRef="#ctx0" brushRef="#br1" timeOffset="11034">24120 11559 12626,'47'-22'-1237,"0"1"0,1-1 1,-4 1-1,-1 1 1,-13 1 1236,-15-7 0,-7 11 0,1-2 0</inkml:trace>
  <inkml:trace contextRef="#ctx0" brushRef="#br1" timeOffset="11183">24471 11249 9027,'5'-5'5377,"0"1"-5377,-5 4-3966,0 0 3966,6-46 0,-5 34 0,5-35 0</inkml:trace>
  <inkml:trace contextRef="#ctx0" brushRef="#br1" timeOffset="11303">24481 11240 15066,'7'-42'-2249,"0"0"0,-1 0 1,4-18-1,-8 14 2249,-12 31 0,4 5 0,-3 0 0</inkml:trace>
  <inkml:trace contextRef="#ctx0" brushRef="#br1" timeOffset="11418">24451 10907 8982,'0'-4'140,"0"2"-803,0 2 0,0 0 1</inkml:trace>
  <inkml:trace contextRef="#ctx0" brushRef="#br1" timeOffset="11552">24451 10901 7582,'0'0'0</inkml:trace>
  <inkml:trace contextRef="#ctx0" brushRef="#br1" timeOffset="11652">24310 10678 14370,'0'0'0</inkml:trace>
  <inkml:trace contextRef="#ctx0" brushRef="#br1" timeOffset="11799">24026 10609 8556,'-5'-4'0,"0"2"0</inkml:trace>
  <inkml:trace contextRef="#ctx0" brushRef="#br1" timeOffset="11901">24016 10603 5812,'0'0'0</inkml:trace>
  <inkml:trace contextRef="#ctx0" brushRef="#br1" timeOffset="12035">23639 10648 8326,'0'0'0</inkml:trace>
  <inkml:trace contextRef="#ctx0" brushRef="#br1" timeOffset="14551">23482 10732 8959,'5'-3'303,"0"0"1030,-5 3-918,58-23 626,-28 12-859,11-4 1,0 1-133,-10 5 12,3 0 162,-10 4 56,1 1 95,-3 2 0,11 1-246,5 1-123,2 0-1,0 0 1,-9 0-1,-3 0 29,-1 0 22,7 0 56,-4 0-56,2 0-11,-6 0-34,-6 0-5,0 0-1,-2-1 1,1 0 5,-4 0 0,4 1 28,3 0-22,10 0-11,-6 0 5,3 0-11,-9 0 6,3 5 83,0 5-83,3 8-73,-5-2-23,0 1 34,-3-4-39,-1 1 16,1 2 79,5 12 56,-5 3-50,0 2 0,-8-4-6,-4-8 5,0-3-5,0 3 0,1 9 342,-3 5-107,-1 11-190,-3-10 0,0-1-1,-5-12-38,-2 1 39,-6-4 117,-8 10 6,-3-1 11,1 3-100,4-5-68,9-7 0,-3 0-61,-2 0-107,-10 3 17,-7-2 140,4-4 0,-3 0-6,11-3-33,-2 1 6,2 0-180,-9 5 157,-2 2 95,-8 4 123,10-6 46,3-4-29,10-6-39,-11 3-123,-5 3 17,-12 6-1,8-4 7,1 1 10,13-7 84,1 0-55,2 0-46,1-2 40,0 1 11,-8-1-101,4-3-106,-6 0 73,7-6 50,-1 1 129,-2-2 78,1 0-112,1 0-61,-11 0-482,1 0 308,-1-3-23,6 0 163,10-5 151,0-1-22,1-1-241,-7-14-275,3-9-380,2-5 229,5-3 376,8 10 95,-1 2 39,0 3 28,0 5 5,-1 3-27,-3-5-588,2-4-242,-2 0-128,3-2-179,2 8-45,2 0 1068,-1 1 136,-3-10-2676,-1-2 3409,-2-4-733,3 10 6,3 6 84,0 11-90,2-3 0,1-2 0,1 7 0,0-1 0</inkml:trace>
  <inkml:trace contextRef="#ctx0" brushRef="#br2" timeOffset="32722">19070 11902 14247,'23'-45'314,"-2"8"-180,0 2-67,-1 6-28,6-2 29,3-2-40,-1 6 0,3-1-23,4 0 1,2 0-449,1 0 0,0 1 445,2 2 1,-1 3 2,-12 7 1,0 2-127,0 0 1,1 2 125,-2-1 1,0 1-6,25-6 0,-5 5-42,-16 8 0,-1 2 42,21 8 19,-19 5 1,-1 4 20,11 12-38,-21-6 1,-3 2 915,13 10-815,-6-6 1,2 1 33,5 2 1,4 1-407,-3-6 0,2 0 0,-1-1 288,9 6 1,0-3 5,5-1 0,-2-4-6,-11-8 1,-1-1-14,3 0 0,0 0-4,-1-2 1,2-1-326,16 1 0,5-3 323,-18-4 0,1 0 0,1-2 7,0 1 0,0-1 1,0-1-472,-1-4 0,0-1 0,-3-1 461,6-3 0,-2-1 6,0-3 0,-1-2-3,0 1 0,0-1 0,-3 1 0,-1 0-3,-2 1 0,0 0-233,10-4 0,-1 0 253,-12 5 0,0-1-17,10-4 0,0 0 0,-13 4 0,-1 0 0,2-2 0,1 0 3,2-2 0,-1-1 25,3-2 0,-1 0 25,3-2 0,1-1-3,0-1 1,2-2-1,0 2-28,6-6 1,1 1-21,-8 3 0,3-1 0,-1 1-1,0 0 1,-1 1 0,-2 0 1,6-2 0,-1 0 32,-7 5 1,2-2 0,-4 3-36,0 0 0,-1 2 0,12-7 0,1 2-42,-13 7 0,0 0 42,11-4 0,-1 1 2,-14 8 1,-1 2-3,1 1 0,0 1 0,27-2-6,-19 6 1,0 2-1,17 8 6,-21-2 0,1 5 0,-1 12 0,-2 5 6,-6-6 0,0 2 19,10 9 0,-1 0 549,-8-8 1,0 0-539,16 10 1,2 0-34,-11-8 0,2-1-130,-4-3 0,2 0 0,-2-1 130,5 0 0,-1-2 30,0 0 1,2 0-21,-3-3 0,3 1 0,-2-2 6,5 1 1,0-1-17,13 3 0,0-2-3,-14-8 0,-1-2 17,1-3 0,0 0 55,3-2 1,0 0-70,2 0 0,0-2 13,1-1 1,2-2-15,-2-2 0,3-1 0,1-1-2,2-2 0,0-3 0,0 1-245,0 0 1,0 0 0,-1-1 244,-1-1 0,-2 0 0,-3 0 0,3-2 0,-3 0-201,0-1 0,0 0 206,-1-1 1,-1 0 14,-1 0 0,0 0 8,0-1 0,0 0 8,0 0 0,0 0-19,-1 0 0,3-1 35,-1 1 0,4-2 1,-2 1-7,-9 4 1,-2 1 0,3 0-76,11-5 0,3-1 0,-2 1 256,5 0 0,-2 1-157,-15 7 1,0 0 0,1 0 91,13-4 0,2 0-129,-9 4 1,2 1-1,-2 0-30,4 0 0,-1 1 365,10-1 0,-2 2-365,-20 4 0,-1 1-1,-1 2 1,-1 1 0,-1-1 0,0 1-1,0 1 1,-1 0 350,-1 3 0,1 4-76,10 7 1,2 5-91,3 8 1,0 3 101,1 1 0,-2 1-261,1 4 0,-2-2-11,-10-7 0,-1-1 16,3 1 1,1-1-94,1 0 1,1-1 115,1-1 0,1-1-6,1-2 1,2-1 14,-3-4 0,3 0 1,1-1-23,2-1 0,0-2 0,3 1-34,-3-2 1,1 1 0,1-1 0,-2-1-9,4 0 1,-2 0 0,-1-2-144,-1-1 0,0 0 0,-3-1 148,4 1 0,-2-2-6,-1-2 0,0-1-167,0 1 1,2-2 164,-7-2 0,3 0 0,-2-2 2,6-3 0,-1-2 126,12-1 1,-3-5-121,-17-1 0,-4-3-6,1-1 0,-2-2 2,0-1 1,0 0 2,-1-3 1,0-1 22,0 1 0,3 0 0,-3 0 0,3-1 0,2 2 45,3 0 0,1 1 0,1 1-55,0-1 1,0 0 0,0 3-19,1 2 0,0 2 0,-2 2-54,5 3 1,-2 3-633,2 0 0,-1 1-4230,-7 2 1,-1 1 5033,-5 1 1,-3 0-1,2 0 1,-16 2-1</inkml:trace>
  <inkml:trace contextRef="#ctx0" brushRef="#br2" timeOffset="34072">19779 9306 14858,'48'-20'62,"1"-1"1,-1 0 0,0 1 0,0 0-1,-3 4-23,5 2 1,-1 2-463,4-2 0,1 1 468,0 2 0,3 1-12,-6 2 1,4 1-1,-3 1-33,-11 2 0,-2 1 0,2 0 15,9-1 0,2 1 0,-3 2-15,0 2 0,0 4 172,-7 3 1,2 1 0,-1 3-171,1 2 0,0 2 0,0 2-19,-5 0 0,1 3 0,0 0 1,-3 0-183,3 3 0,-2-1 1,-2 3 216,-3 0 1,-1 2 0,-3-1-17,1 6 1,-3 0-9,0 3 0,-1 1 6,0 0 0,0 3-10,-3-3 1,2 4 0,1 1-6,1 0 0,1 1 0,0 0-62,0 1 1,0-1 0,1 0 74,-1-4 0,1 0 0,-1-3-15,5 2 1,1-4 16,3-1 0,1-1-255,1-2 0,2-2 252,4-1 0,2-3 258,-1-1 0,4-3-255,-12-8 0,3 0 0,2-1 0,-2-1-4,2 0 1,-1-1-1,2-1-312,0-1 0,3 1 0,0-2 1,-3 0 296,2-2 0,-2-1 1,0-1 6,2 0 1,1-1 0,0 0-9,1 0 0,0-1 1,0 1-129,0-1 1,1 0-1,0 0-86,-2 0 1,1 0 0,2 0-130,-2 0 1,2 0-1,1 0 1,-1 0 98,-1 0 1,-1 0 0,1 0 0,-1 0 237,0 0 1,-1 0 0,0 0 0,-2 0 25,8 0 0,-1 0 0,-5 0 0,2-1 0,-4 2 44,-3 2 1,0 2 78,-2 0 1,-1 4 166,-3 2 1,-1 3-271,-2 2 0,0 3 5,9 12 0,-1 5 75,-14-7 1,0 1 0,-1 1-81,1 0 1,-1 1 0,-2 1 41,0 1 0,-2 1 1,-2-1 180,3 7 1,-3-2-163,3 4 0,-1 0 123,2 1 1,-1 1-54,1 1 1,1 0 7,0 0 1,3 2 32,-1-4 0,4 1 1,-1-1-89,-5-10 1,-1-1-1,3 1 243,7 8 0,3 2 0,0-5-280,-7-11 0,0-3 1,0 0-3,3-1 0,0 0 1,2-2-14,1 0 1,0-1-1,2-2-9,1 0 0,0-1 0,2-1 71,0 0 0,0-2 0,4 0-95,-1-1 1,4-1-1,0 0 1,0 1-19,1-1 1,-1 1-1,0-1 1,0 1-250,0-1 0,-1-1 0,1 1 0,-3 0 248,9 4 0,-1 0 0,-6 0 3,-1 2 0,-5 1 131,-3 1 1,-3 2-133,-4 0 1,-3 3 503,-1 12 0,-5 5-374,-7 5 0,-4 3-54,-1-1 0,-2 1 248,-7 0 0,-1-3-195,2-13 1,1-3-68,2 0 1,4-2-23,3-1 0,5-2 628,5-2 0,5-2-653,6-2 0,5-3-62,6-3 0,7-2 0,2-1-490,-7-3 1,2-1-1,0 1 1,0-1 514,1 0 0,0 0 1,0 0-1,0 0-308,2 0 1,1-1-1,-2 1 1,-3-1-726,-4 1 0,-4-1 0,0 0 1053,19 4 0,-6-1 0,-22-4 0,-4-1 0,8 2 0</inkml:trace>
  <inkml:trace contextRef="#ctx0" brushRef="#br2" timeOffset="35356">20527 13271 17368,'41'-10'142,"1"1"0,-1-1 1,8-10-1,2-6 0,-5-5-90,-15 2 0,-3-3 0,-2-3 0,2 1-1304,2-1 0,0 0 0,-1-1 1,1 0 1253,2-4 1,0-2 0,-1 1 0,-1 2-2,1-3 1,-1 3 0,1-1-1,-1 1 0,1 0 0,0 1-1,-1 2 0,0 1 0,0 1-2,-2 2 0,0 1 1,0 2-39,12-9 1,0 2 341,-3 5 1,-1 4-309,-1 4 1,1 3-49,-2 5 1,1 2 50,-2 4 1,2 2-12,16 1 0,2 4 30,-13 3 1,1 2-231,15 3 1,0 2 213,-14 2 0,1 3 26,-1 1 0,3 3 0,-2-2 26,-7-2 1,-1-1-1,1 0-2,9 4 1,3 1 0,1-3-5,4-2 1,1-2 0,-2-2 284,-10-2 1,-2-1 0,3-1-329,12 0 1,2-1 0,-3-2-2,-14-5 0,-1-1 0,-1-2 12,1 0 1,-1-2 0,0-1-13,1-3 0,-1-2 0,-1-1 14,0-1 1,-1 0 0,0-2-15,-2 0 0,0-1 0,1-2 9,-1-2 0,2-1 1,0-2-1,-3 1 0,2-2 0,-2 1 0,1-2-10,-2 0 1,1-1-1,0 0 1,-3 1 0,1-2 0,-4 1 0,1-1 9,-1-1 0,0-1 0,1 0-11,0-1 0,0-2 0,0 1 0,0-1 0,0 0 0,0 0 13,0-2 0,1 1 0,1-3-12,1 1 1,1-3-1,1 0 1,-2 2-4,1-1 0,-1 2 0,2-2-194,-3 4 1,1-2 0,1 0-1,-3 4 196,-2 4 0,-1 2 0,-1 0 14,11-10 0,0 0-126,-2 5 0,0 2 112,-2 4 0,0 2-26,-3 3 1,4 4 22,11 2 1,6 5 26,-12 5 0,1 3 0,3 1 100,-1 5 1,3 2 0,0 1 0,-1-1-8,8 1 1,-1 0 0,0 2-85,3 2 1,0 2 0,-2-2-10,-11-5 0,-3 0 1,1-2-9,1 1 1,-1-1 0,1-1-15,-2-2 0,0-1 0,2-3 217,12-7 0,3-3 1,-2-5-208,-14 3 1,0-3-1,-1-1 1,-1-1-13,2 0 0,-1-1 0,0 0 0,-3-2 445,6-8 1,-2-2 0,-5 2-443,-1-2 0,-5 1 16,-3 3 1,-2 0 141,-3 5 0,-2 0-223,7-16 1029,-6 13-1236,-8 11 852,-2 11-622,0 4 968,21 3-896,5-11 6,9-10 1,5-8-39,-12 1 1,-1-4 0,2-2-155,-4 2 0,1-1 0,0-2 0,-1 0-55,0-1 1,-1-1 0,-1 1 0,-3 0-854,2-3 1,-3 1 0,-1 0 1060,-1-1 0,-2 0 0,-4 6 0,3-11 0,0-3 0</inkml:trace>
  <inkml:trace contextRef="#ctx0" brushRef="#br2" timeOffset="36308">23789 9021 14883,'46'-1'237,"0"0"0,0 0 0,0 0 0,12 0 1,-1-1-1,-5 3-204,0 3 1,-4 2-6,0 0 0,0 4-25,-9 5 1,0 3 0,-4 5-1,3 16 0,-4 6 28,-10-15 1,-2 1 0,-6 2-400,-8 21 0,-13 1 432,-7-9 1,-6-1-415,-8 2 1,-4 0 487,7-14 0,-1 0 0,-1-1-2,-2 1 0,0 0 1,-1-1 42,0 0 0,1 0 0,-2 1 204,-7 6 1,-1 3 0,2-1-297,8-4 1,3 1 0,1 1-87,0 4 1,3 2 0,7-3-2,10 3 0,11-4 6,11-2 0,7-6-4,6-9 1,5-3 8,-3 0 0,3 0 1,0 1-27,-1 1 0,-1 1 0,-1 3-13,2 6 0,-1 4 0,-4-1 28,2 9 0,-9 2-103,-11 3 0,-11 1 136,-10-9 1,-6-1 58,-2 4 1,-3-1 52,-7 2 1,-3 0-47,9-14 0,-1-1 0,0 1 2,-10 13 0,-1 2-23,6-5 1,-1 3-1,2-3-75,0 5 0,1 0-128,7-8 0,0 1 1,4-2 98,4 0 1,5-3-67,4-1 0,5-1 579,4-2 1,6-2-643,19 8 1,9-1 81,-10-13 0,2-1 1,2 1-259,8 7 0,1 2 0,-2-2 286,-9-6 0,-2 0 1,-2 1 18,8 13 1,-8 1-58,-17-9 0,-5 2 83,-2 2 0,-3 0 345,-2 2 1,-2 1-318,-5 1 0,-3 1-1123,0 1 1,-3-1 1127,-3 2 1,-2 0 16,-1-1 1,0 4-100,3-4 1,1 4 0,1-2 90,-1 8 0,1 0-37,4-7 1,0 2 0,2-3 16,2 4 1,4-1-23,2-4 0,2 1 0,2-2-42,1 3 0,2-1-347,6 11 0,6-4 377,3-19 0,0-6 0,5 4 1,0-8-1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4T23:40:33.102"/>
    </inkml:context>
    <inkml:brush xml:id="br0">
      <inkml:brushProperty name="width" value="0.09071" units="cm"/>
      <inkml:brushProperty name="height" value="0.09071" units="cm"/>
    </inkml:brush>
    <inkml:brush xml:id="br1">
      <inkml:brushProperty name="width" value="0.09071" units="cm"/>
      <inkml:brushProperty name="height" value="0.09071" units="cm"/>
      <inkml:brushProperty name="color" value="#FF0000"/>
    </inkml:brush>
    <inkml:brush xml:id="br2">
      <inkml:brushProperty name="width" value="0.09071" units="cm"/>
      <inkml:brushProperty name="height" value="0.09071" units="cm"/>
      <inkml:brushProperty name="color" value="#00B050"/>
    </inkml:brush>
    <inkml:brush xml:id="br3">
      <inkml:brushProperty name="width" value="0.09071" units="cm"/>
      <inkml:brushProperty name="height" value="0.09071" units="cm"/>
      <inkml:brushProperty name="color" value="#00B0F0"/>
    </inkml:brush>
    <inkml:brush xml:id="br4">
      <inkml:brushProperty name="width" value="0.09071" units="cm"/>
      <inkml:brushProperty name="height" value="0.09071" units="cm"/>
      <inkml:brushProperty name="color" value="#FFC000"/>
    </inkml:brush>
    <inkml:brush xml:id="br5">
      <inkml:brushProperty name="width" value="0.05292" units="cm"/>
      <inkml:brushProperty name="height" value="0.05292" units="cm"/>
      <inkml:brushProperty name="color" value="#FFC000"/>
    </inkml:brush>
  </inkml:definitions>
  <inkml:trace contextRef="#ctx0" brushRef="#br0">34257 9309 19893,'16'2'101,"2"-1"-45,4-1-17,2 0-28,2 0 29,16 0-35,-1 0 1,0 2 39,-9-1-40,-14 2 163,8 2-28,6-1 6,14 2-107,-6-1 22,-1-1-27,-10-1-28,-2 1 55,2 0-50,-1 1-5,-1 1 89,16 2-5,5 0-12,4 0-5,0-2-28,-13-3-9,-11-1 1,1 0 13,1 1 0,0 0-44,10 1 0,0 1 10,-9-1 1,-1 0-12,1 0 1,-1-1 45,13 3-207,7-3 246,1 0 44,2-1-38,2-2-60,-16 0 0,3 0-33,0 0 0,1 0-3,0 0 0,-1 0 0,-4 0 0,-2 0 28,10 0-28,-14 0 0,1 0-3,0 0 0,1 0 3,9 0 0,0 0-119,-10 0 0,-1 0 119,-1 0 0,-2 0 6,11 0-6,0 0 28,2 1-22,1-1-6,2 2 2,-12-2 1,2 0-20,1 0 1,1 0 38,8 0 0,0 0-68,-9 0 0,-3 0 32,-2 0 0,-2 0 14,8 0 11,9 0 0,3 0-5,-3 0 0,-2 0 229,-13 0-229,1 0-6,3 0-22,1 0 22,2 0 317,15 0-315,-22 0 1,0 0 0,-1 0 0,-1 0-3,1 0 0,-2 0 6,14 0-6,-2 0 0,3 0 5,-11 0 1,2 0-4,3 0 1,1 0-3,1 0 0,0 0-253,-1-1 1,-2-1 258,18-1-6,-1-3 6,2 0 0,0 0-6,-27 2 0,1 0-33,14 0 1,2-1 29,4 1 0,1-1 0,0 1 0,1 0-362,-2 1 0,-2 1 365,-12 1 0,-3 0 0,2 0 0,-1-1-30,-1 2 1,1 0 9,14-2 1,3-1 42,3 0 0,1-1-331,0 0 1,0-1 310,1 0 0,-3 0 13,-13 0 1,-2 0-369,2 2 1,0-1 351,-1 0 0,0 0 3,-1 2 0,-1 0 115,-1-1 0,1 1-85,10 1 1,1-1-18,-12 1 1,0-1 5,10 1 1,-1-1 2,-13 1 1,-1-1-24,2 1 1,0-1 19,0 1 1,1-1-23,1 1 0,-1-1 33,0 1 1,1-1 0,12 1 1,1-1-16,-1 1 1,0 1-15,9-1 1,-2 0 74,-13 1 1,-3 0-78,-4 0 0,-3 0 8,10 0 801,-3 0-779,-4 0 438,8 0-465,-2 0 11,11 0-12,-10 0 59,-3 0-59,-10 0 1039,5 0-971,-3-1 112,2-1-56,-9 1-79,-4-1 51,-6 2-28,1 0 5,-3 0 141,3 0 307,-7 0 146,0 0-403,-6 0-1014,0 0-3276,-1-4 4021,-9-2 0,7 1 0,-6-1 0</inkml:trace>
  <inkml:trace contextRef="#ctx0" brushRef="#br0" timeOffset="3353">34323 14309 8774,'0'6'7030,"0"0"-6604,0-6 274,0 0-454,5 1 835,-3-1 113,3 2-780,0-2 79,-2 0-107,6 0 107,13 0-392,10-4 28,19 0-96,-9-1-27,0 1 95,-16 4 167,9-2-9,1 2-41,10-1-184,-9 1 16,1-1-11,-8-1-27,20 1-12,-9-3 0,12 1 44,4 0-49,-4 2 5,0 0 5,-12 1 51,-16 0-50,8 0 0,-8 0-6,9 0 67,3 1-34,-6-1 12,11 3-39,-10-3-1,5 1 46,0-1-51,3 0 0,0 0 0,0 0 33,0 0-21,15 0 44,-14 2-51,10-2 62,-20 1 124,10 1-130,1-2-41,-14 2 0,0-1-15,18-1 1,0 2 5,-10-2 28,-1 0 6,0 0-45,-3 1 34,-2 1 16,0-1 17,-3 2-28,2-1 12,1 1 50,2-2-96,3 2 40,1-1-6,2 1-39,-1 1 6,18 2 19,-27-3 0,1 0-22,0 0 0,0-1 109,26 2-62,-13-4 6,0 3 112,1 0-89,2 2-18,1 1-39,-13-1 1,3 0 55,2 0 1,1-1-46,0 2 1,-1-1-210,1-1 0,-2-1 204,13 0-28,0 0 0,-2-3 45,-15 1 0,1 0-40,0-1 1,1 0-1,0 0 1,-1 0-100,-1 0 1,-2 0 154,16 0-27,2 0-34,4-2 17,-14 0 0,2 0 2,3 0 1,0 0-349,0 0 1,0 0 328,-5 1 0,-1-1 41,-2 1 0,-3-1-41,18-1 0,-19 0 0,-1 0-5,10-1 2,-10-1 0,2 0-3,2-1 1,1-1 2,0 1 0,1 0-32,-1-1 1,-1 1 28,13-5 6,-13 4 0,-1 1-5,15-4 318,-17 4 0,0 0-313,-3 3 0,-1-1 178,1 0 0,2 0-178,8 0 0,-1 1 14,-8 0 0,-1 0-14,26-2 0,-18 2-6,16 0 168,-25 2 0,2 1-165,9-1 1,-1 0 2,-6 1 0,-1 0-3,-2 0 0,0 0 3,12 0 51,0 0-46,-1 0 26,-12 0 0,2 2-26,2 1 1,1 2 19,-1-2 0,1 1-284,-1 2 1,-2 0 291,12 1-33,-3-2 6,-3-2 33,7 0 46,-2-3-18,12 1-34,-13 1 35,1-1-68,-8 2 0,-1-1 39,4 1-39,14 1 518,6 0-502,-21-2 1,0 0-17,-6-1 0,-1 0 0,24-1 0,-14 0 23,14 0-29,1 2 6,-17 0 0,0 1 0,18 2 0,-1 2 39,-16-4-33,0 2-6,-1-2-34,15 0 29,1 0 2,-20-2 0,0 1 3,19-1-6,-6 2 6,-15-1 0,-2 1 6,-1-2-6,6 2 11,1-1-5,-3 1 5,-2-2 23,-9 2-29,-1-3 1,0 3 55,4-3-55,-2 2 28,-2-2 22,-8 0 28,-6 0 33,-3 0-5,1 0-22,-3 0-6,3 0 61,1 0 74,-1 0-118,1 0 442,-3 0-426,1 0-33,-1 0 51,3 0-51,-2 0 17,-1 0 656,1 0-1934,-2 1 1177,3-15 0,-3 11 0,2-11 0</inkml:trace>
  <inkml:trace contextRef="#ctx0" brushRef="#br0" timeOffset="10421">33157 14056 8091,'-9'0'6044,"1"0"-5299,8 0 2291,0 0-2723,-3 0 46,3 0 263,-3 0 16,1 0-22,0 0-224,-1 0-381,-2 1 124,1 6-51,-3 6-34,1 9 57,-2 5-7,3 8 1,0 1 151,1 19-112,3-1-109,0-24 0,0-1-26,1 9 46,0-13-46,0-16 107,0-3 29,0-3 604,0-2-566,0-10-145,0-1 16,0-9-50,2 1 39,5-13-39,1 7 6,7-9-6,-5 11 6,2 3-1,-1-1 1,4-4-1,4-1-5,-2 0 6,1 4 0,-6 8-6,1 1-6,-3 1 6,2 1 0,-2 1-11,3-1 5,-4 2-27,4 0-7,-3 4 29,-2 2 6,2 1-29,-2 1 28,1 0 6,2 0-11,6 12-78,0 8 89,0 7 5,-5 7 62,-7-7-5,-4 5-28,-1-1 72,0 18 163,0 2-90,0-1-28,0-10-50,-1-17-17,-1-5 0,0-6 6,0-2 44,2-7 336,0 0 354,0-3-632,0 1 1,0 1-1</inkml:trace>
  <inkml:trace contextRef="#ctx0" brushRef="#br0" timeOffset="12720">32987 8927 17283,'-4'34'2078,"1"-5"-1563,-2-2 68,0-2 133,-3 19-408,1 4-258,4-19 1,0 1-45,0 12 27,3-12 1,0-17 39,0-4-12,0-4 79,0-3 34,0-2-128,0-5 26,0-4-27,3-8-28,7-16 0,7-8-17,1-1 0,3 0 5,-8 14-5,2 2-5,-1 3-1,-2 2 6,-1 3 0,5-3-39,2 3 0,8-1 39,-6 6-6,2 6 6,-10 2-45,4 4 40,-7-1-63,3 2 68,-6 2 0,-1 5 118,2 4-34,-4 8 34,2 4-23,-3 4-5,0 3 145,-2 19-11,0 1-90,0-1-22,0-13-39,-2-18-6,0-3 12,0-7 128,1-1-129,1-6 1,0-1 38,0-6-61,0-3-22,1-9-29,13-15-5,7-9 0,7 0 6,-1 0-6,-6 17 0,2-5 0,-1 5-11,5-1 5,-10 11-33,-1 6 33,-6 8 6,8-1 0,-5 2 0,8 0 0,-6 0 6,0 3 0,9 6-1,-7 2-5,6 7 34,-8-1 11,-2 2 11,-3 2 235,2 12-39,-7 5-90,0-1-27,-4-2-12,-1-12 22,0-1 91,0-2-12,0-2-45,0-3 146,0 2-123,0-6-73,0 1-6,0-6 11,0 0-83,0 0 49,0 3-32,0-2-68,0-1-6,0-3-3769,0-3 3775,-7 0 0,5 0 0,-5 0 0</inkml:trace>
  <inkml:trace contextRef="#ctx0" brushRef="#br1" timeOffset="18622">31038 13866 9811,'0'-6'6805,"0"0"-6424,0 6 308,0 0-79,0 6 310,-1 16-545,-3 4 90,-2 18-79,-3-4 39,1 10 1,-1 4-414,6-23 1,1 0 132,0-1 1,-1 2 73,2 10 0,0 1-149,1-10 0,-1-1-70,1-1 0,0-3 6,0-2-1,0-22 113,1-8-118,3-12-561,2-36 135,-2 16 1,0-3 243,-1-13 0,0 0 34,-1 10 0,0 2 145,-2 3 1,1 2 2,-1-4 0,0 2 0,0 6 17,0-9-12,0 5 1,0 1 55,0 10 96,0 12 729,0 4-516,0 2 90,0 3-393,0 1 73,0 1 62,4 1-17,5 0 5,8 0-39,5 0 96,25-3-211,-19 1 0,2-2-11,10-1 1,0-2-21,-7 3 1,-1-2-3,-4 0 0,-1 0 8,6-1 22,-8 0-33,-7 2 6,-3 2 33,-8 2-33,-2 1-12,-2-1 1,-3 0-203,2 0-800,-1 0-2588,-1-1 3596,2-2 0,-2 2 0,0-1 0</inkml:trace>
  <inkml:trace contextRef="#ctx0" brushRef="#br1" timeOffset="19076">31078 14059 19328,'17'0'2379,"3"1"-2087,-3-3-90,3 1-96,3 0 12,15 0-101,6-1-6,7-1-11,-15 1 0,-14 1-330,-14-1-1289,-4 1 1619,-3-2 0,-1 1 0,0 1 0</inkml:trace>
  <inkml:trace contextRef="#ctx0" brushRef="#br1" timeOffset="19523">30901 14447 8976,'0'5'7030,"0"-1"-4807,0-4-1376,74-5-523,-34-1-503,10 1 1,0-1 374,-6-5-34,-1-1 12,-7 1-56,-6 2 5,-7 3 437,-8 2 308,-5 2-666,-5 1 258,-4 1-1496,-1 0 0,0 0 0</inkml:trace>
  <inkml:trace contextRef="#ctx0" brushRef="#br1" timeOffset="20557">31707 14345 9117,'-6'-7'5640,"2"2"-5528,4 5 33,0 0 57,0 6 190,0 0 79,0 6 419,0 2 213,0 7-531,0 1-208,0 6-162,0-2-79,0 2 45,0 4-33,0 0-79,0-2 308,0 5-129,0-9-134,0-4 5,0-12 6,1-8-56,2-4 112,7-10-123,4-9-34,6-11-11,-3 6 0,1 1 0,-5 11 0,2 1 0,-1 2-6,5 0-27,-1 1 27,-1 4 6,-4 2 0,-4 4-6,0 0 6,1 3 51,5 12 117,-3 10-95,2 4 61,-6 1 107,-5-9-90,-1-1-56,-1-1-39,-1-3 23,2-3 280,-2 0-90,0-6 61,0 2 23,0-6-51,0 0-67,0 0-39,0 1-44,0-1 21,0 3-33,0-1 174,0 2-141,0-2-55,0 1-17,0-3 145,0-2-1629,0 1 1383,0-13 0,0 8 0,0-7 0</inkml:trace>
  <inkml:trace contextRef="#ctx0" brushRef="#br1" timeOffset="22756">31108 8681 13732,'-3'5'2929,"0"-1"-2996,3-4 319,0 4 610,0-3 57,0 4-213,0-2 50,0 7-515,-2 14-207,0 4 38,-3 15 40,2 1-446,-2 8 530,4-24 0,0 2 145,0 12 1,1 2-104,-1-3 1,2-1-195,-1-1 1,0-1 22,0 16-33,0-27 0,0-9 5,0-2-34,0-6 528,0-3-482,0-4 114,0-2-137,0-7 40,0-7-68,0-9-40,0-11-69,-1 4 0,2-3-45,-1-7 0,1-1 78,0 0 1,1 0-266,1-1 1,0 2 55,3-15 16,1 5-5,-2 4 122,1 8 119,-3 4 33,1-1 17,-3 7-12,0 6 34,-1 5 389,0 10-428,0-1 6,0 1-1,0-2 214,0 5-7,0-1 348,0 4-464,4 0 22,5 0 5,6 0 56,23-3-128,12-3-46,-17 2 1,1 0 0,19-4 55,-13 3-22,-20 2 146,-8 1-28,-4 0-146,-2 2-11,-2-1-190,4-1-1536,-3-1 1726,4 0 0,-6 2 0,0-1 0</inkml:trace>
  <inkml:trace contextRef="#ctx0" brushRef="#br1" timeOffset="23276">31175 8994 20168,'39'-4'313,"-1"1"1,-3 1-1,-3 0-111,3 1-202,-7 1 0,4-2-1002,-4 2-5854,-10-1 6856,-1 1 0,-11 0 0,-6 0 0</inkml:trace>
  <inkml:trace contextRef="#ctx0" brushRef="#br1" timeOffset="23656">31078 9345 18922,'39'-10'89,"-1"0"1,0 0 0,18-6 0,-8 3 274,-21 7-650,-5-1-1436,-14 7-3823,-6 0 5545,-2 0 0,0 0 0</inkml:trace>
  <inkml:trace contextRef="#ctx0" brushRef="#br1" timeOffset="25076">31596 9195 8696,'8'0'6749,"-2"0"-6300,-6 0-119,0 0-240,1 25 313,-1-11 241,2 22 459,-2-6-43,-2 10-769,-2 2-129,-2 0-39,-2-14 51,3-3-96,1-4-44,3-9 156,1-5-156,9-23-29,0 0 1,11-20-6,-1 8-6,1-2-33,1 1-5,6-8 38,-1 7-22,-4 3 22,-6 11 6,-8 10 0,-1 5 0,-2-1-11,1 2 17,-1 12 83,4 13-44,-4 4-11,0 9 16,-4-9-16,-1-1 33,0-3-67,0-2-6,3-11 6,1-2 62,6-13-29,2-6-21,13-17-12,7-7-45,5-4 45,-8 11 0,-10 12 5,-9 11-5,-5 1 196,0 2 521,1 12 454,3 13-448,1 16-522,0-3-38,-3 0 22,-2-15-45,-2-2-40,0-3-66,1-1-952,-1-5-2443,-1-1 3361,-2-6 0,0-2 0,-2-2 0</inkml:trace>
  <inkml:trace contextRef="#ctx0" brushRef="#br2" timeOffset="100492">35413 14227 8842,'0'-6'5903,"0"0"-5275,0 6 744,0 0-851,-5 0-403,4 0 61,-5 0 39,6 0 381,-3 0-151,1 2-38,-1 1 256,-2 8-206,0 10-181,1 10-161,1 0 22,3-2-22,0-6 111,9 4-89,7-4 79,11-3-119,-1-10-49,-2-9-1,-6-2 1,-2-8-18,-1-5 23,-4-7-56,-2-5 112,-4-9-44,-4 3-29,-2 2-5,-6 11-34,-4 12-174,-15 4 90,-6 1 39,-6 14 34,8-1-23,8 11 28,9-1 1,7 1 5,2 0 5,4 2 46,0-4 78,21 8 6,11-10-85,8-2-16,2-9-29,-15-7 96,2-15 0,-12-12-11,-1-18-51,-13 3-39,-10 5 0,-4 16 33,-8 6-33,-2 5-5,0 5-57,0 2 62,-4 7-5,4 15 5,4-2 0,8 14 0,7-10 67,8 8-11,12-6 151,7-5-140,-1-8 17,-5-10-73,-10-10 107,-6-1-51,0-13-22,-3-7-45,-7 4-146,-7 4 146,-4 12 34,-1 13-28,5 9-1,4 5 1,5 5 67,2 5 39,16-8-12,0-2-27,11-10-22,-7-6-40,-2 0 28,-5-7-5,-3-9 16,-4-11-50,-1 3 0,-2 4-168,-5 14 162,-2 4 6,-6 2 0,-3 6 56,3 7-11,0 16-17,7-5 6,2 3-1,4-15-27,6-5 44,1-4 1,6-1-6,-1-2-45,-2-6 0,-1-4 5,-4-17-5,-2 5 62,-1-4-23,-2 13 107,0 4 117,-3 4 73,-1 3-101,-4 2-117,-4 4-46,4-1-72,-1 3-324,7-3 324,1-3 0,1-1 0</inkml:trace>
  <inkml:trace contextRef="#ctx0" brushRef="#br2" timeOffset="103476">35600 9394 8438,'6'0'7187,"-2"0"-5792,-4 0 1893,2 0-3008,-2 6-236,-3 8-33,-3 9 1,1-2-7,0-3 1,5-8-6,0-4 50,0-3-16,3-2 16,3-1 113,5-4 139,1-12-196,-3 0-55,-3-10-18,-6 8 12,0-8-39,-7 9-113,-8 1 63,-2 11 10,-5 13 34,8 6-6,-1 10-33,5 5 39,1 1-33,6-3-7,3 4 40,20-13-5,8-2 10,6-15 51,0-11-50,-17-5 33,-3-20 90,-6 1 5,-4 0-122,-11 10 27,-3 13-6,-8 4 96,1 4-45,0 2-78,4 1-1,-2 13-5,8 0-5,-1 12 5,6 4-6,2-10 1,0 5 5,5-16-40,2-2 175,3-13-68,-3-6-61,-2-11-6,-5-3 5,-3-2-5,-5 3-50,-8 7-1,-3 7 12,-8 6 0,5 15 33,4 3 6,9 11 12,7-1 66,2-2-11,6-1 96,12-4-73,-1-6-6,7-4-34,-9-5-5,-3-8-45,0-6-33,-5-9 27,-2-4-16,-4 1 10,-1 3-10,-16 8 151,1 6-23,-16 13 79,8 11 67,1 9-50,7 7-113,5-2-89,7-2 0,3-3 0,0-12 0,1-3 0</inkml:trace>
  <inkml:trace contextRef="#ctx0" brushRef="#br2" timeOffset="133199">35533 9508 8063,'-2'3'4879,"1"0"-3171,1-3 1479,-2 0-3148,15 0 12,1 0-46,8 0 29,-2 1-23,-7 2-11,-1 2 56,-1 1 0,2 4-39,1 1 33,-2 0-50,-2 0 12,-4-3 21,0 1-33,-1 0 0,0-1 6,-2-1 27,-1 2 46,-1 0 33,-1 2-62,0 1-16,-6-3 55,-8 9-49,-12 1-40,-9 9 0,5-7 0,1 0 39,9-6-34,-6 6 1,7-5 0,-1 5 44,10-4-50,4-4-11,3 2-28,3-1 39,0-3 0,0 2-6,5-4 12,6 4 5,10 2-6,-2 0-5,4 1 0,-7-6-5,2 2-40,-2 0 6,-1-1 33,-2 1-39,-2-3 45,-1 0-11,-4 1-62,-1-5 45,-1 4 23,-3-6-1,1 4 1,-2-1-85,2 9 40,-4 5 44,-4 0 6,-3 4-6,-15 2 6,5-6 6,-7 7-6,8-8 11,-3 8-5,4-7-6,1 5 0,5-5 0,7-5 0,-1 1-34,5-6-16,0 3 39,2 1 5,10 7 0,-1-5 6,9 3-5,-4-7-46,0 2-27,3-2-297,6 6-219,5 1 482,-4 1 51,-2-2 16,-14-6 39,0-1-39,-5 0 34,-1 4-45,-3 3 62,-1 6-1,-6-3 46,-3 0-46,-6-4 1,-2 1 0,1 0-6,-1 2 11,2-2 28,-9 9 62,1 0-96,0 0 46,3-3-6,9-7-34,0 10 0,4 2-5,2 0-1,3-4 1,2-8-1,2-1-5,4 0 6,5-2 5,4 1-11,2-2 6,8 8-6,-6-6-45,11 10 6,-13-11-23,-1 4 29,-6-4-12,-2 5 28,-4 3 11,0 6 6,-8-5 6,-5 1 67,-6-5 0,-4 2-17,-2 1 95,-10 12-84,0 1-56,3 2-5,6-5 5,13-10-5,3-2 5,1 0-6,3-4 1,0 1 11,2 3 16,0-4-27,0 3 0,0-7-1,6 0 1,2-1 5,5 1-5,2 0-6,2 0 11,0 0-39,14 5-23,1 2 51,4 0-33,-6 0 22,-12-7-79,-5 3 40,-3-2-23,-3 8 67,-4-1 6,-1 1-5,-2-3 5,-5-3-6,-3 0 6,-7 0 123,-13 10-89,-3 0-29,0 1 7,2-1-7,9-7 1,3 0 33,0 0 6,4-1-45,2 0-11,2 5 11,5 2 0,1-1 0,3-1-28,6-7 28,1 1 22,7-2-28,4 5 1,1-3-29,0 2-5,-2-3-11,-3-3-29,-1-2-22,1 2 12,-3-1-57,2 1 57,-2 5 33,-3 2 56,-3 0 0,-3-1 44,-4-4-10,-3 0 22,-3 0-6,-12 8-44,-2 3 39,-10 10-40,8-10 1,0-1 0,8-9 27,3-1-27,1 0-6,4 3-6,3 3-5,2 7 5,4-5-38,4 0 32,2-7-290,9 7-264,0-2 292,1 0-35,-4-3 220,-3-7 83,-5 0-39,2-1 45,-5 0 0,-1 0 12,-1 6 4,-1 4 52,-10 9-18,-1-3-50,-6-1 6,2-5 5,-7 7-6,6-5 1,-5 4 33,5-1-33,6-8 6,2 3-7,6-9-5,3-2 0,0-2 0,0-1-5,3-1-18,12 3 23,8 0 0,4 1 0,-3 1-6,-9-2-207,1 4 174,-3 2-11,-2 6 50,-6-4 5,-4 3 46,-1-6-46,0 4 29,-3-2 22,-3 4 28,-5 0-17,-5 0 29,0 2 61,-12 7-73,10-7-12,-7 8-27,13-12-6,0 6-33,7-4-17,0 1-62,13-7 73,1-3-6,9-4-117,11 0 0,-6-1 39,7 0-208,-5 2 175,-9-1 77,0 1 1,-9-1 39,-5 1 51,-1 2-12,-1 9-22,-1 6-12,-4 3 6,-1 0 85,-2-5 100,0-1-33,-1 1-46,-1-2-55,2 1 16,-2-2-33,5 0-34,-3-2 28,4 1 12,1 3-18,1-6 7,2 3 60,0-8-38,0-1 89,0 0 6,0 0-45,0 0 17,0 3-129,0-4 0,0 0-767,0-4-6779,0-11 7546,0-2 0,0 0 0,0 2 0</inkml:trace>
  <inkml:trace contextRef="#ctx0" brushRef="#br2" timeOffset="134370">35115 13833 17053,'18'20'1445,"4"9"-951,-5 1-254,2 4-60,1 2-57,-5-7-22,3 1-17,2-1 78,11 12 28,-1-1-27,0 0-29,-8-8-39,-8-13-27,-4-3-7,2-2 29,1 2-74,1-1 24,-1 0-29,-3-7 11,-5-3 29,-2-5 33,-2 2 140,2-2-40,-2 0-94,1 0-84,1 0 44,1 0-50,-1-3 6,4 0 66,1-10 7,7-8-79,7-15 0,-1-1 5,3-4 1,-6 7 56,1-1-62,1 2 39,1-11 67,-3 10 6,-3 4 0,-7 12-106,-6 14 67,-1 2-73,-1 2 0,2-2 0,-1 2 40,7-5-1,3-2-6,-1-2 35,3-2 55,-7 4 78,1-1 23,-3 2-39,4-2-118,-3-2-61,2 2 50,-2 1-6,-3 6-5,-1-1 358,1 2 12,-2-1-247,2-1 22,-1 1-67,-1-1-39,3 1-78,-1-1 44,0 1-5,1-1 45,-3 2-454,2-2 364,-2-6 0,0 4 0,0-3 0</inkml:trace>
  <inkml:trace contextRef="#ctx0" brushRef="#br1" timeOffset="157739">34805 11589 12012,'0'10'4448,"0"-2"-4040,0-8-21,-27-5-18,17-2 29,-20-3-118,22-3-22,-10-5-208,-10-4-22,-3 2-22,-7 1-6,7 7 100,-19-3 36,-4 3-97,20 6 0,-2 1 28,2 2 0,1 0-55,-19 2 44,9 1 44,16 4 1,2 2 6,3 8 66,-9 12 118,-2 8-83,-2 1-24,3-2-10,8-9 11,1-1-17,-1-2 50,-8 8-168,-4-4-50,0 1 51,0-6-51,6-6 0,0-1 5,-5-2 46,-2 2-46,-1-3-5,7-3 0,-2 0 22,-3-2 1,-1 0 33,-10 0 0,0-1-222,9-1 0,3-2 169,2 0 0,3-2 58,-5-2-16,-4-8 0,9-8-45,3-1 5,11-2 1,8 8 0,2-1-6,0 3 388,2-3-383,2 3 7,-4-7 38,-3 3 0,-9-2-44,2 8 33,-5 4-39,6 5-5,-12 1 5,-6 8 0,-12 6 0,8 5 5,2 3 1,13-4-6,3 1 0,3-1 0,2 9 39,3-6-33,-4 1-1,3-10 6,-5-6 23,1-5-28,-15-1 44,-10 0-53,12-2 0,0-1-2,-19 0 5,0-4 5,22 4 1,3 1 33,7 0 23,2-1-62,4-2-45,1-2-218,1 0-633,0 1-711,2 1-8224,-6-5 8241,5 1 0,-2 0 0,7 5 0</inkml:trace>
  <inkml:trace contextRef="#ctx0" brushRef="#br1" timeOffset="158441">32225 11523 15681,'-23'41'686,"9"-14"0,0 0-378,-6 17-549,6-16 0,0 0 555,-11 19-160,10-23 0,0 1 135,1-1 1,-1 1 18,-7 7 1,-1 2-169,2-3 0,0-1-93,1 0 1,0-2 30,-10 13 74,18-23-102,4-6 23,5-5-22,1-2 364,2-4-191,0 6-26,5-3 26,6 8 6,23 5-169,-2 0 1,15 6-12,-12-5 40,11 7 89,-9-4 101,-5-1 50,-15-9-4,-13-7-68,-3-2-29,-1-1-2503,0-5 2274,0-13 0,0 9 0,0-8 0</inkml:trace>
  <inkml:trace contextRef="#ctx0" brushRef="#br1" timeOffset="161994">26249 11728 19199,'-2'13'218,"1"2"-151,1 4-61,0 26 111,0-11 1,1 5 148,-1 12 0,0 3-709,1-7 0,0-1 535,-1 0 1,0-4-26,0 12 294,0-7-356,0-6 1,0 0 0,0-12 27,0-5-27,0-15 928,0-7-917,0-30 22,0-14-37,0 4 1,0-2 0,-1 6 0,-1 1-110,0-2 1,0 0 100,-6-13-27,-1-1 27,-1 3-3,4 17 1,-1 0 3,-2-11-1,-2-8 6,7 23-6,1 1 1,3 4-40,0 2 45,0 2-11,0-5 11,0 2 224,6-2-218,0 8 61,7 3-61,2 5 50,21 1-6,0-1-44,18 1-1,-20-1 1,1-1-216,16-1 210,-18 2 0,0 0-5,3-1 5,-7 2 0,-9-1 0,-7 2 0,-8 2-1249,-2-1 1249,-10 12 0,5-8 0,-5 7 0</inkml:trace>
  <inkml:trace contextRef="#ctx0" brushRef="#br1" timeOffset="162392">26326 11929 17406,'5'2'1086,"6"-1"-822,16-2-90,18-3-174,4 1-62,-1-1-538,-7 4-1035,-17 0 1635,3 0 0,-14 0 0,1 0 0</inkml:trace>
  <inkml:trace contextRef="#ctx0" brushRef="#br1" timeOffset="162926">26219 12504 17988,'45'-12'286,"1"-1"0,-4 2 0,-5 2-196,-6 5-90,-3 2-780,4 2-2227,-8 0 3007,9 0 0,-20 0 0,0 0 0</inkml:trace>
  <inkml:trace contextRef="#ctx0" brushRef="#br1" timeOffset="164677">26787 12338 11480,'9'21'1949,"-1"-3"-1657,-8-3-40,0 2 235,0 4 134,0 14-268,0 1-167,0 4-153,1-14 34,-1-11-61,2-12 0,-1 1 38,0-3 80,0 0 16,1-1 16,0 0 108,4-7-225,1-4-6,3-8-33,2-7 6,-1-1 0,4-5 5,9-10 168,3 1-173,-3 4 50,-3 12-40,-11 17 18,1 5 72,3 12-66,-1 23-35,-1 4 51,-4 15 0,-3-12 11,-3-2-67,0-3 6,-2-7 0,0-8 106,1-8-40,7-9-72,1-10-5,6-7 5,-2-5 5,2 0-5,1 2-11,5-1 0,-4 6 11,2 3 39,-9 6 124,-2 4 195,-5 8-89,2 4-17,-2 14-62,2 6-36,-1-5 1,0 2-136,3-1 1,0 0-177,7 25-835,4-19 992,1-25 0,-8-7 0,1-2 0</inkml:trace>
  <inkml:trace contextRef="#ctx0" brushRef="#br1" timeOffset="165074">27298 12107 16924,'55'1'-575,"-1"1"0,-11 0 0,-7-1 0,-9-1 0,-21 0 0</inkml:trace>
  <inkml:trace contextRef="#ctx0" brushRef="#br1" timeOffset="165679">27763 11986 9716,'5'5'4139,"0"-1"-3708,-5-4 723,0 0-739,4 71-191,0-36-58,0 1 0,1 6 0,1-6 114,3 7-143,-2-14 1,-1-1 388,4 7-291,-6-18-162,0-2-67,-4-42-46,-4-22 40,-1 8 0,0-2-253,0 4 1,-1 2 255,-1-1 0,-1 2-3,-2-12 42,4 19 0,-1 1 277,-4-23 56,3 0-251,3 18-62,5 11 10,0 9 557,12-4-444,11-1 11,16-6-11,6 3-141,-8 5-44,-7 4 0,-13 7-106,-4 1-622,-3 2-6621,0 1 7349,-6 1 0,0 0 0,-4 0 0</inkml:trace>
  <inkml:trace contextRef="#ctx0" brushRef="#br1" timeOffset="165958">27803 12074 18050,'45'-22'750,"-2"3"-670,-12 9-80,9 0-276,-12 4-782,4 2-2017,-17 2 3075,-5 2 0,-5 0 0,-3 0 0</inkml:trace>
  <inkml:trace contextRef="#ctx0" brushRef="#br1" timeOffset="166242">27766 12441 16465,'36'7'422,"-1"1"0,-2-1 0,-3-4-377,7-20-1809,3-10 1764,-2-12 0,-13 13 0,-15 10 0</inkml:trace>
  <inkml:trace contextRef="#ctx0" brushRef="#br1" timeOffset="166658">28147 12383 14841,'22'47'153,"0"-1"0,-5-4 1,0-12-115,2-26 86,3-27-355,1-9 56,-8 7 0,-1-1 62,6-11 106,-5 8 22,-7 21-21,2 3 441,3 3 186,4 21-437,0-1-84,0 18-101,-4-8 0,11 7 0,-14-18 0,6 2 0</inkml:trace>
  <inkml:trace contextRef="#ctx0" brushRef="#br1" timeOffset="167158">28575 11508 13609,'18'45'376,"0"0"0,0 1 0,-2-7 1,1 2-1,0 0 0,-1-2-91,2 3 1,-1-2 0,0 0-1323,0 3 0,0-1 0,0 1 1136,-1 1 0,0 1 0,-2-3 13,0 4 0,-1 1-570,-4-5 0,0 2 0,-1-2 491,1 5 1,-1 0-21,-3-9 0,0 2 0,-1-4 532,-2-1 0,-1-4-540,0-2 1,0-1-6,-3 22 0,-7-9-2074,-17-2 2074,-11-17 0,9-4 0,6-15 0</inkml:trace>
  <inkml:trace contextRef="#ctx0" brushRef="#br1" timeOffset="168060">25808 11532 12876,'-19'43'682,"1"-1"1,-1 0-1,1 1 1,2 2-1,2 1 1,1 1 0,3-1-402,2 2 1,4 0-1,0-1 1,3 0-1027,0 6 1,3 0-1,1-2 838,0 0 1,2 0-1,1-5 11,3 1 0,4-4 499,6 7 1,4-3-588,-3-10 1,1-3-174,-1-3 1,1-4-1071,12-2 1367,-10-21 1,-11-4-1,0 0 1</inkml:trace>
  <inkml:trace contextRef="#ctx0" brushRef="#br1" timeOffset="168842">29133 12236 18660,'45'2'50,"0"1"1,-4-1 0,-6 0-555,-15 0-846,-4 0 1350,-7-1 0,-4 0 0,-4-1 0</inkml:trace>
  <inkml:trace contextRef="#ctx0" brushRef="#br1" timeOffset="169112">28879 11941 15070,'4'-3'2336,"-1"0"-1765,-3 3-498,76-2-73,-40 0 0,4-1 0,7 0 0,-9 0 0,-9 1 0,16-4 0</inkml:trace>
  <inkml:trace contextRef="#ctx0" brushRef="#br1" timeOffset="170011">29644 11412 14303,'0'5'1429,"0"-1"-466,0-4-554,0 77 111,2-42 1,1 3-1038,0 10 1,0 6-1,1-3 732,1-1 1,1-2-12,2 2 1,0-2-241,-3-15 1,0-2 136,1-2 0,0 1 581,4 23-648,0-8 27,-1-5-61,2-3 1301,-5-12-1267,1-6 1120,-5-12-1087,1-7 86,1-3-147,2-5 33,9-20-39,4-12 6,1-4-1,3 0-5,-6 13 6,1 3-6,-1 2 5,-2 4 1,0 3 5,3 2 0,-1 8 23,1 2 117,-1 23-100,-6 4 5,2 19 42,-5-12 0,0 1 157,0 1 0,0 0 78,1 5 0,0-1-148,3 14-84,-4-15-51,-5-17-50,-1-7-2459,3-4 2459,0-13 0,-1 6 0,0-8 0</inkml:trace>
  <inkml:trace contextRef="#ctx0" brushRef="#br1" timeOffset="170892">30443 12720 18476,'40'-9'1137,"-3"-5"-532,-1-24-443,-18 13 1,-1-3-26,3-13 0,-2-1-562,-4 6 1,-2-1 466,-1-4 0,-3 1-9,-4 8 1,-1 1-1,0-3 1,-1 0-12,-1-1 1,-1-2-25,-3-16 0,-3-3 2,1 18 0,-1 0 0,-1-1-38,-2-6 1,0-1 0,0 2 9,-2-6 0,0 3 5,2 9 1,2 3 22,2-3-11,3-2 6,1 7-7,2 1 12,6 8 6,3 7 684,8 0-690,1-1 258,4 0-258,-2 2 11,6-1 1,-7 7-12,3-1 11,1 5-11,-7 0-51,5 1-548,-7 1 599,-1 2 0,-7 1 0,-1 1 0</inkml:trace>
  <inkml:trace contextRef="#ctx0" brushRef="#br1" timeOffset="171229">30370 11887 16208,'0'5'3584,"0"-1"-1971,0-4-867,114 3-696,-83-3 0,1 1-738,14 0 1,6 0 0,-8-1-2343,1-1 3072,-20-3 0,-18 1 0,-2-1 0</inkml:trace>
  <inkml:trace contextRef="#ctx0" brushRef="#br1" timeOffset="172911">30163 12672 17722,'48'-5'402,"1"-1"1,0 0-1,0 1 1,0-1-1,0 1 1,0-1 0,0 0-1,-16 17-662,3-11 0,19-6 1,11-2-1,2 0 0,-9 0 1,-16 4-1,-26 4-368,-55 14 1,-27 7-374,20-3 0,-2 3 1,3-1 832,-2 0 0,-1 1-392,-3 1 1,-4 3 0,4-3 741,5-3 0,1-1 180,5-2 1,-3 0-1,2-1-130,-4 1 1,2-1 24,-10 1 1,3-1 961,0-3-283,15-8-306,30-5-93,39-14 1,24-4-412,-19 6 0,4 0-70,5-2 1,5-3-1,3 2 54,-6 3 1,3 1 0,-1 1 0,-4 0-163,-5 1 1,-3 1 0,3 0 52,4-1 0,5-1 1,-3 1-1,-6 0 16,-1 2 0,-6 0 0,-4 0 0,-2 1-12,23-8 79,-26 7 74,-7 1 137,-50 7-486,4 6 0,-4 3 98,-21 2 1,-3 1 92,5 3 0,-1 0 437,-3 1 0,0-1-437,14-3 0,1-1 3,1-1 0,0-1 25,3 0 0,-1 0 39,-4 1 0,1-1 242,-14 3-208,9-2-51,27-7 28,22-5 247,37-17-168,2 3-367,-8 0 0,5 0 229,9-1 1,-1 2-54,-10 3 1,-1 0 36,10-2 0,-2 1-3,-19 5 0,-3 1 0,13-4-6,-16 2-33,-12 6-73,-15 0 528,-44 5-450,9 6 1,-3 3 33,-6-4 0,0 2-18,-6 7 0,3 0 18,13-3 0,2-1 42,1-1 0,1 0 53,4 0 0,2-1 510,-22 8-409,30-8-39,26-6 5,36-15-61,-11 3 0,3 0-344,5-5 1,1 0 289,2 1 1,3-1-33,-6 1 0,2-1 0,-2 1-10,9-3 1,-2 1 335,-2 0 0,-5 2-1315,-3 0-1709,-57 10-2986,-11 6 5669,3 0 0,0 0 0,-1 2 0,5 0 0</inkml:trace>
  <inkml:trace contextRef="#ctx0" brushRef="#br3" timeOffset="198669">38601 14321 15541,'4'41'331,"4"-9"201,23-30-40,-9-5 91,5-4 374,-12-12-626,-7 2-106,-2-6-52,-6 9 1,0 2-6,-5 4 157,-5 4-202,-7 3-6,0 2-117,-1 7 62,6 2-56,2 9-1,3-3 29,4 8 89,7-8 95,14-2-134,1-8 0,6-12 0,-11-4 23,-4-9-23,-4-3-51,-3-2 40,-3 1 414,-11-2-487,0 11-123,-9 2 117,0 10 12,3 2 84,-1 4 78,2 15-34,8 8 23,5 6-73,9-9 6,5-13-56,2-8 33,-1-3 95,-2 0 29,0-18-158,-6 3-33,0-17 0,-4 8-39,-1 0 39,-4 5 0,-4 5-5,-3 7 5,-1 3 78,4 14-33,3 13 5,4 3 40,8 7-40,3-13-39,5-5 40,-1-5-51,-1-5 33,-4-2 51,0-6-28,-2-8-50,-3-8-6,-1-11-6,-2-5 6,-5-1 6,-6 1 39,-8 5-12,-8 7 7,-2 8 55,-1 8 90,-6 13-129,11 11-17,2 12-39,15 8-6,7 0 6,11 1 39,9-3 29,13-6-40,-6-16 0,0-3-28,12 2 11,5-4-11,-25-12 73,-6-7-73,-7-7-118,-4-8 17,-8-4-123,-28-8 157,2 10-233,6 13 0,-1 4 294,-12 1 6,4 7 101,5 1-51,10 8-16,10 4 27,6 9 29,7 3 61,28 13-89,-4-10-37,0-9 0,0-2-25,12-1 6,-4-7 527,-6-3-483,-8-3 118,-9-6-95,-6-4-6,-3-10 17,-14-17-39,-2 10-45,-12-5-45,2 19 45,1 7 56,1 3-5,4 6-1,1 8 1,5 17-51,5 1 33,4 6 1,14-13-29,3-6 7,11-6-12,1-6 0,-1-2-45,-2-10 95,-10-1-22,-3-9-28,-14 4-5,-11 3 5,-9 6-12,-11 3 12,-1 5-1864,-3 21 1864,18 1 0,3 2 0,17-9 0</inkml:trace>
  <inkml:trace contextRef="#ctx0" brushRef="#br3" timeOffset="201769">40045 11659 9352,'7'1'6906,"-1"1"-5853,-6-2-594,0 0-375,0 2 409,0-1-219,-7 2 136,-10-3-360,-4-2-11,-9-1-5,7 0-23,-4-3 23,4 2-85,-11-2 57,1 1-6,0 2 6,4 1-1,9 2-5,1 0 45,1 0-11,2 0-29,-1 2 12,-6 9 22,-1 4 12,-5 11-1,7-5 34,3 2 34,5-8 55,-3 7-83,2-5-12,-3 2-5,5-6 0,0-2-23,-1-1-5,1-2-39,0-1 44,-1-2-50,1-2-17,-7-2 12,6-1 5,-6 0 5,5-4 1,2-2 27,-4-5-33,2-1-5,-2 0 10,-4-5-10,3-1-40,2-4 39,8 6-22,3 3 23,5 6 5,-2 2 0,1-1-6,0 0 6,-3 0 51,-3 0-91,-2 3 40,-2 2-5,-1 1 5,-6 0 5,-8 8 141,-11 6 0,5 2-68,1 4-11,13-7 6,4-1-40,3-3-33,3-1-67,4-3-89,1 0-214,3-4-554,-2-1-1289,1 0-3231,-4 0 5444,-18-9 0,15 6 0,-13-6 0</inkml:trace>
  <inkml:trace contextRef="#ctx0" brushRef="#br3" timeOffset="202354">39036 11541 16387,'-26'30'879,"4"-6"-526,-10 5 44,3-5 489,-11 12-404,2-1-340,16-14 1,1-1 64,-6 9-156,12-13 195,9-2-117,6-10-23,0 4 180,0 0-230,9 4-17,-1-1-33,10 3-1,-1-3 46,2 1-51,1 0 16,9 6 1,-4-5 22,3 2-145,-11-8-835,-6 0 941,-6 2 0,-2-3 0,-1 0 0</inkml:trace>
  <inkml:trace contextRef="#ctx0" brushRef="#br3" timeOffset="204419">38521 14296 8119,'2'-3'7557,"-1"0"-6869,-1 3 113,8-76-224,-5 41-476,2-13 1,-1-1 430,-2 9-24,-1 11 1,0-2-201,-1-3 0,0-2-157,0-9 1,0 1-295,0 7 1,0 2 195,0 1 0,0 2 65,0-14-23,0 1 45,0 0 0,0 4-11,0-1-62,0 15 0,0-2-47,0 0 0,0 0-4,0-1 1,0 1-6,0-23 334,0 17-233,0-10 85,0-2-113,0 18 0,0 0-17,0-18 367,0 2-428,0 13 38,0 1-44,0 2 12,0 1 27,0 3 6,0-10 55,0-6-66,0-2-28,0-2 44,0 11-44,0-12 44,0 0-22,0 17 0,0 1 22,0-14-16,0 4-28,0 10 44,0 1-16,0-3-29,0 0 1,0-1 44,-2-15 1,0 11-7,-1-11 124,-2 1-61,2 10-6,-1-7-23,3 13 12,-1-10-6,2-3-23,-2 0-27,1 3-1,1 11 7,-2-1-35,2 0 40,0-2 11,0 2 39,0-19-28,0-2-61,0-1 5,0 3 23,0 15-29,0 0 1,0 0 5,0-11 28,0-1-33,0 0 5,0 4-5,0 10 11,0-1-12,0-2-5,0-16 11,0 2-5,0 19 0,0 0-6,0-11 5,0 4 1,0 9-6,0-2 0,0-1 0,0-13 5,0 0 7,0-12-7,0 16-5,0 3 6,-1 13-6,0-1 0,-2 1 11,1-9-5,1 8-1,-2-5 1,1 9-6,-2 2 5,1 0-5,0 1 6,1 2 5,-3-5 28,0-1-39,0-1 6,-2-2-6,2 6 6,2-1 5,-2-2-6,3 1 1,-1-1 67,1-5-28,0 4-40,-1-2 1,3 5 27,-3 2-21,3-3-7,-3 2 34,1 1 129,-3-3 163,0 1-258,0 1 11,0 2-73,1 3 12,3 0-18,-1-2-5,2-4 12,0-1 38,0 1 17,0 5 51,0 7 11,0 2-45,0 1-28,0 1-12,0 0-27,0 0 22,0 0 23,0-2-28,0 3-2288,0 0 1,0 2-1</inkml:trace>
  <inkml:trace contextRef="#ctx0" brushRef="#br3" timeOffset="205471">38070 9824 8909,'0'10'3725,"0"-2"-2006,0-8 1239,0 0-1614,12 10-996,-9-7 61,10 8 134,-13-11 616,5 0 18,2 0-153,9-3-755,2-4-78,5-4-12,-2-7-78,4-3-45,1-2 11,4-5-22,0 2-1,-10 6 1,2-2-12,-1 2 1,0 0 2,3-4 1,-1 0 8,8-8-39,-8 7-1,-11 13 12,4-1 22,-3 2-33,0 2-1,-5 3 46,-4 5 262,-3 1-100,4 3-78,5 11-96,2 1-6,6 13-21,-1-3 22,1 5 16,1 4-44,1 2 61,-3 0-22,5 15 100,-4-4-92,-7-19 1,-1-1-9,1 11 11,0-9-45,-6-10 90,3 3-1,-1-3 119,-2-2-46,0-7 57,-5-7 22,2 0-123,-2-3-6184,1-4 6055,0-17 0,0 10 0,-1-9 0</inkml:trace>
  <inkml:trace contextRef="#ctx0" brushRef="#br3" timeOffset="206387">38314 9370 8954,'0'3'5332,"0"0"-3310,0-3-1254,1 4-332,1-2 388,2 9-550,-1-3-123,2 6 74,0-1-12,3 1-34,2-1-39,2-1-134,3-1 72,9-1-39,-5-4-5,7 0-1,-11-5 18,0 0-46,-3-1 107,3-3-44,0-11-35,-3 1 6,-3-8 1,-7 7 4,-1 2 40,-1 2-78,0 2-6,-2 1 0,-5 1-39,-4 1 28,-11 2-73,-4 2 84,1 1 0,3 0 0,12 0 39,5 6 22,2 4-61,4 4 0,6-3 79,3-6-40,5-3 23,2-2-29,-3-7-33,-1-3 0,-8-6-291,0-8-275,-22 10 746,-13 0 72,-7 17-12,-5 8-172,17 4-1390,6 11 1322,9-9 0,6-1 0,4-10 0</inkml:trace>
  <inkml:trace contextRef="#ctx0" brushRef="#br3" timeOffset="260453">40112 12236 10186,'4'0'5854,"-1"0"-3715,-3 0-1069,10-4 196,0-2-673,5-2 365,2-9-610,-7 2-130,4-10 113,2-19-183,-6 16 0,-1-3 6,3-10 0,0-1-308,-2 6 1,-1 1 223,-1 1 0,-1 1 92,1-13-22,-3 1-62,0 0-42,-2 13 1,0 0-31,3-17-1,-3 19 1,2 0-1,1 1 1,0 2 5,4-13-5,5-9-6,-7 18 56,3-10-45,-3-1 0,4-9-11,-4 13 476,3 8-476,-4 12 0,1 6 11,-1 1 23,1 4-28,1 2-40,-1 2-229,2 2-387,-2 1-1075,4 0-1759,0 0 3484,1 0 0,-6 0 0,-1 0 0</inkml:trace>
  <inkml:trace contextRef="#ctx0" brushRef="#br3" timeOffset="260869">40129 11472 11564,'0'5'5646,"0"-1"-2778,0-4-1636,66 15-510,-29-6-723,8 1 0,0 1 253,-6 1-78,4 2-174,-18-6-51,1 0-2710,-1-6-5241,-6-1 8002,12-5 0,-18 3 0,-3-3 0</inkml:trace>
  <inkml:trace contextRef="#ctx0" brushRef="#br4" timeOffset="282673">44530 11493 10623,'0'8'5204,"0"-1"-5092,0-7 1736,0 1-1781,-4 0-33,-3-1 22,-5-5 11,-3-1 50,-9-7-10,-6 0-74,1 1-27,1 2 0,10 4 27,1 0-27,1 1 11,-3 2-12,2 2 96,-5 1 50,-1 0-5,-3 0-51,5 0-44,3 0-45,7 0 83,-5 3-44,0 4 45,-4 8-79,4 0 39,3 3-5,3-2-34,0 0-5,0 2 78,-4 10-78,3-7 27,-4 8-22,5-9 1,-3 4-7,2-9 29,0 0-23,4-9 28,1-1 28,-2-4-61,0 1 28,-3-2-29,3 0 6,-2-4 23,-2-1-28,0-7 38,-3 1 52,-9-9-46,5 6-5,-8-3 56,3 4-68,5 4 6,-3-1-33,8 4 78,-3 0-39,-1 2 39,3 1 33,2 0 23,6 3 51,1-2 33,0 2-45,2 0-90,0 0-44,-1 0-39,2 0-118,-8 0-706,3 0-795,-3 0 1613,1 7 0,6-5 0,-1 4 0</inkml:trace>
  <inkml:trace contextRef="#ctx0" brushRef="#br4" timeOffset="283357">43638 11403 15014,'0'-3'2011,"0"0"-1708,-2 3-57,-1 0-100,-5 3-6,-3 3-23,-2 4 40,-11 13-84,7-1-12,-10 7 46,8-3 167,-7 10-145,6-8 1,-3 8 10,6-6-96,1-3-32,4-3-7,3-8 29,7-7-23,0-5-5,2 2 50,0-3-6,5 3 23,18 3-34,14 2-39,5 0 6,0-1-1,-17-3 40,-3-2-6,-7 2 219,-2-2-141,-6-2-145,-1 0-711,5-3 739,9-5 0,-7 3 0,4-3 0</inkml:trace>
  <inkml:trace contextRef="#ctx0" brushRef="#br4" timeOffset="284476">44076 11271 12797,'5'0'1780,"0"0"-1169,-5 0 95,37-39-314,-26 20-174,9-7 1,-3 0 195,-15 2-134,-2-3-39,0-3 213,0-18 10,-5-5-256,1 1-28,-4 4-12,1 18 0,1 0-62,-1 3 34,2-9-90,1 4-16,3 1 5,1 8-5,0 10-23,6 1-5,1 0 38,8 0 7,0 0 61,12-6-45,2 2-61,-2 1-1,-3 4 1,-13 6-6,-2 2 0,-4 2-319,3 1-1749,1 0-783,1 1 2851,0 9 0,-5-7 0,-2 7 0</inkml:trace>
  <inkml:trace contextRef="#ctx0" brushRef="#br4" timeOffset="284724">44005 10879 14292,'-3'7'2638,"0"-1"-2184,3-6-410,73 0-396,-40 0 352,16 0 0,-3 0 0,-26 0 0,-1 0 0</inkml:trace>
  <inkml:trace contextRef="#ctx0" brushRef="#br0" timeOffset="297327">41105 9403 13037,'6'-49'2134,"-1"9"-896,0 28-191,-3 5-179,0 0-666,-2 4-56,0 2-12,0-2-10,3 0 61,-3-2 112,5 2-124,-5 0 936,2 3-1064,-1 0-34,1 0-6,1 0 40,1 0 28,-1 0-23,2 0 79,1 0 73,10 0 22,11 2-90,2 1 57,5 1 94,-4 1-116,0 1-51,5-3 16,2 1-50,1-2 17,17 2 11,1 1-11,-2 1 27,-8 1-21,-14-2 27,19-2-61,-20-2 0,3-1-54,9 1 1,0-2-209,-7 1 1,-1 0 191,-1 1 0,-4-2 41,9 0-38,-6 1 39,-3-2-40,-5 2 57,0 0-23,12 0 0,-6 0 12,12 0-46,-10 0 406,0 0-405,1 0 5,10 0 28,1 0-33,8 0-1,-12 0 1,-4 0 5,-8 0-5,-1 0 44,4 0-44,-2 0 27,2 0 6,11 0-27,-9 0-7,9 0 1,-13 0-1,0 0 40,2 0-45,0 0 6,1 0-1,16 0 7,4 0-12,1 0 5,-4 0 1,-15 0-1,-2 0 1,1 0-6,-2-1 0,-1-1 6,14 1 5,4-1-11,2 2 5,-2 0-5,-11 0 6,1 0 0,2 0 2,-11 0 0,2 0-5,0 0 0,0 0 0,1 0 0,-2 0 36,25 0-34,-20 0 1,12 0 28,-13 0-29,9 2 6,-1-2 1,5 1-7,1-1 1,1 0-1,-15 0 29,2 0-28,-2 0-1,10 0 18,-4 0-18,-1 0 29,-7 0-29,-8 0-5,1 0 12,4 0 21,2 0-27,3 2 78,17 1 50,1 1-67,-2 1 34,-11-1-28,-17-1 50,24 4-67,-17-3 123,17 2-95,-31-4 1,-4-2-35,-7 0-50,1 0-5,0 0-4365,-1 0 4370,-4 0 0,-2 0 0</inkml:trace>
  <inkml:trace contextRef="#ctx0" brushRef="#br0" timeOffset="298894">41773 14366 19272,'5'0'1724,"7"0"-1293,-2 0 73,11 0-66,-1 0-85,7 0-79,3 0 169,21 0-326,-19-3 1,1 0 176,12 0 0,1-2-456,-7 1 0,-1-1 260,-1-1 0,-1 2 93,12-1-23,-17 3 0,2 1-59,1 0 1,0 1-80,0-1 1,-1 2-114,0-1 0,-1 0 117,11 0-34,4 0 56,-3 0 5,0 0 12,-2 0 8,-13 0 0,0 1-28,4 1 1,1 0-12,10 1 0,1-1-8,-8 1 0,-1-1-9,1 0 0,-1-1-19,14-1 2,-17 0 1,2 0-7,-1 0 1,1 0-3,-1 0 0,-1 0 25,-2 0 1,-2 0 7,12 0-27,1 0 5,2 0 196,-2 0-213,-2 0 1,11 0 61,3 0-31,-19 1 0,0 0-25,19 1 11,-1 1 29,-18-1 499,18-2-506,-25 0 1,1 0-31,9 0 0,0 0 19,-9 0 1,-1 0 10,25 0 1,-21 0 0,-2 0 33,0-2 50,-3 2 1,1-1 134,9 1 17,-2-2-129,1 2-11,-9-1-73,-10 1 106,2 0-28,-4 0-61,-2 0-39,-5 0-34,-6 0-980,-1 0-1922,-6 0 2902,-31 0 0,21 0 0,-19 0 0</inkml:trace>
  <inkml:trace contextRef="#ctx0" brushRef="#br4" timeOffset="303795">42886 9357 19473,'2'8'1070,"1"2"-740,0 0-50,5 3-67,4 1-17,6-1 78,18 3-50,6-7-128,-3-1 39,-6-6 133,-23-10 7,-4-5-90,-4-8-34,-17-17-34,-19 6 1,9 15 0,-3 3-18,-24-3-27,3 20 11,19 10-17,5 10 17,5 9 68,8 21 32,13 0-100,14 0 17,13-16-17,10-23-28,1-7-11,0-6 56,8-25-34,-17-15-64,-15 15 0,-3-2 58,-3-28-27,-13 21 5,-9 6-39,-10 8 6,-10 10-6,-4 5-3,10 13 0,0 4 9,-9 7-6,-3 20 11,27 6-6,6-12 1,16 5 5,8-18 28,27-9 29,4-6-60,-20-12 0,-2-4-8,7-7 56,-14-16-5,-17 8-51,-1 1 50,-4 4-39,-11 3-50,-7 8-11,-9 8 44,8 9-5,9 7 5,9-1-72,7 2 44,17-9 34,-5 0 6,11-7 39,-15-7-12,-5-3-27,-4-6 0,-3-2 44,-4 1-11,-14-1-39,1 10 0,-9 0 6,3 8 27,7 5 7,-2 4 4,8 5-32,3 8-12,4-4-717,1 0-1978,2-9-772,0-5 1120,0-4 0,0 0 1</inkml:trace>
  <inkml:trace contextRef="#ctx0" brushRef="#br4" timeOffset="305996">42983 9505 22162,'-2'12'364,"0"0"-331,2 4 35,0 1-12,0 1 5,0 1 34,0 3 236,0 12-79,0-5-34,0 8-27,0-11-63,0 1-44,0-3 56,2 14-11,3 0 0,0 12-84,2-12-6,-2-2-5,-2-12 10,-1 2-10,1-1 5,-1 2-5,1-1 128,2 10 73,0 0-134,0 2-34,-1-6-61,-1-10 100,-3 0-71,3 0 93,0 14 12,1 3-56,1 1-22,-3 0-28,-1-15 5,1 2 11,-2-1-16,2-1 11,-1 1 61,-1 10-28,2-9 6,-2 10 51,0 0-102,0-7-27,0 6 0,0-11 38,0 10 46,1 3-40,0-1-5,2-2-11,-3-10-34,3 0 33,-1 1-21,1-1 10,-1 1 23,0-1 5,-1 2 118,0 9-84,0-9 0,-1 9-17,0-13-33,2-1-34,-2 2 62,1-1-57,1 1 34,-2 12 6,2 6 73,-2-1-29,0-1 29,0-14-51,0-2-5,0-2-23,0 9-22,0 0 33,0 3-44,0-3-6,0-7 61,0 0-61,0 0 84,0 9-33,0-6 16,0 6 84,-2 2-100,2-8 16,-3 7 7,1-9-74,0-1 0,-1 0 0,1 9 0,-2 4 0,1-1 0,-1-1 0,2-10 0,-1 15 0,-2 3 0,0 13 0,-1-12 0,2-5 0,0-12 0,1-2 0,0 1 0,-2 7 0,0 0 0,1 1 0,-1-3 0,5-9 0,-3 14 0,1-9 0,0 10 0,-1-7 0,3-7 0,-2 3 0,1-3 0,1-4 0,-2 4 0,1-4 0,-1 12 0,-2 3 0,3 13 0,-1-13 0,2 1 0,0-13 0,-1 16 0,-1 3 0,-2 13 0,3-12 0,-2-3 0,2-12 0,0 2 0,1-2 0,0 16 0,-2 1 0,2 11 0,-2-17 0,2-6 0,0-14 0,-1 0 0,1 0 0,-3 9 0,2 6 0,-2 8 0,3-6 0,-2-4 0,2-7 0,-1 7 0,1 1 0,-2 3 0,2-8 0,0-9 0,0-5 0,0-3 0,0 0 0,0 3 0,0 0 0,0 0 0,0-1 0,0-2 0,0 1 0,0 0 0,0 3 0,0-4 0,0 1 0,0-7 0,0-3-2116,0-1 1,0 0-1</inkml:trace>
  <inkml:trace contextRef="#ctx0" brushRef="#br4" timeOffset="307114">42682 13990 8920,'-6'-7'7338,"2"2"-6280,4 5 1452,0 0-410,0-7-1192,0 5-298,0-4-128,0 6 834,0 0-593,0 6-264,3 4-73,5 9-89,4 4 62,12 18-163,1 4-101,-11-18 0,1-1-17,5 14-38,-4-11 72,-6-13 78,0 3-22,0 1-134,2 2-23,-5-5-6,1-4-5,-3-4 6,-2-2-12,2 2 6,0 0 6,-1 0-6,1-2 0,-4-3 6,1-4-12,-1 0-28,0 1 34,3-1 0,-2 2-56,3-2 51,-1 0 5,0 0-45,2 0 45,2-4 67,2-5-67,5-8 11,2-6-5,4-5 0,1-4 27,3-4-30,-8 8 0,2-2 2,1-4 1,1-1 11,6-10 0,1 0-274,-7 9 1,0 2 256,1 1 0,-2 4 22,4-5-22,-3 6 0,-4 6 40,-5 6-40,-4 4 79,-3 5-79,-2 4 513,-1 0-2189,-1 3-2065,-1 4-3608,-10 4 7349,-4 7 0,0-6 0,2 0 0</inkml:trace>
  <inkml:trace contextRef="#ctx0" brushRef="#br4" timeOffset="307814">42822 14591 19697,'32'25'2352,"-5"-5"-1970,-12-20-24,-5-6-140,0-3-111,-5-8-57,-1-3 1,-3-11 83,-2 6-16,-7 3 10,-5 12 192,-4 9-68,-1 4 28,4 4-28,1 11-196,8 0-12,2-1 57,9-9-28,3-7 5,4-5-44,-1-5 0,-3-5 50,-4-11-17,-4 8 57,-1-1 228,-9 12-352,3 3-324,-7 3-1004,6 0 1328,2-7 0,3 6 0,1-6 0</inkml:trace>
  <inkml:trace contextRef="#ctx0" brushRef="#br4" timeOffset="309779">42451 11776 18106,'0'-8'1916,"0"0"-1608,0-2-168,0 0-78,-3-4-62,0 1 11,-10-8 0,-1 2 45,-8-3-51,6 8 40,-1 2 22,5 8 23,-1 1-34,1 1-56,0 2-45,4 0-33,-2 0 78,2 3 117,-8 7-33,3 1 0,-4 5 0,4-6-39,-2 9-50,0 1 5,0 13 56,5-7 44,2 1-60,4-8 21,-2-2-10,1 1-1,-1-4-11,0-1 23,1-2 5,-2-2 90,1-3 0,-1-2-118,-1-2-34,-2-1 40,-4-1-5,-11 0-40,-11-6 45,-1 1 0,-2-5 22,12 5 34,5 2 84,4 1-79,6 1-22,4-1-11,5 1 56,0-1-12,-2 0-10,-1 0-12,0 1-28,-1 1-11,2 0-56,-2 0-39,1 0-924,-5-4-365,1-1-705,-3-3-2605,2 1-3069,-4 1 7707,-8 0 0,10 3 0,-2 0 0</inkml:trace>
  <inkml:trace contextRef="#ctx0" brushRef="#br4" timeOffset="310380">41716 11692 17350,'0'-4'2213,"-9"8"-2023,0 5-89,-10 7-17,3 2 56,-13 17-56,-3 4 115,12-14-1,0 0 206,-8 11-102,6-9 62,14-16-146,2-1-111,4-4 38,2 5 24,0 4-79,2 0 55,5 2-10,5-5 72,11 6-106,-6-6-45,5 5-23,-6-6-33,-4-3-28,-1-3-229,-5-2-1038,-2-3-1690,-1 4-3747,-1 0 6732,-2 2 0,0-3 0,0 0 0</inkml:trace>
  <inkml:trace contextRef="#ctx0" brushRef="#br4" timeOffset="311399">42368 12447 8842,'5'-2'5881,"0"1"-3971,-5 1-1708,-12-19-51,0 12 314,-11-16 352,-10 19-520,-9 1-247,14 2 1,-1 0-17,-18 1 33,4 0 68,14 0 201,0 7-151,6 0-135,1 11-50,12-5 6,6 4 44,2-5-44,2 2-1,0-1 35,0 2-1,0-1 11,0-3 34,0-4 90,0-5 95,0-1-152,-4 0-50,-5 2 45,-19 5-50,-9-3-62,-3 1 50,1-5-11,15-1-27,3 0-7,3-7 1,2-1-1,3-6-5,2-5-5,3 7 5,4-2 0,2 8-6,2 3 1,0 2 10,-1 1 186,-3 0 195,-2 6-128,-3-1-102,1 6-94,-1-6 5,3 2-33,-1-4-40,0 2-2071,1-2 2077,-4-2 0,6 1 0,-2-2 0</inkml:trace>
  <inkml:trace contextRef="#ctx0" brushRef="#br4" timeOffset="311904">41576 12356 17865,'3'22'1166,"0"1"-976,-4-2-11,-4 4 79,-3 3 72,-4 1 23,-3 1 61,0-3-38,-1-1-108,-1-1-189,5-6-79,3-3 0,6-7 134,3-5 29,0 1-46,4-2 164,11 3-18,6-2-78,0 1 45,-3-2-51,-9 0 6,3-2-185,0 1-34,3-1 34,9-6 0,-14 4 0,6-5 0</inkml:trace>
  <inkml:trace contextRef="#ctx0" brushRef="#br5" timeOffset="637196">7383 15297 24575,'45'0'0,"0"0"0,0 0 0,3 1 0,2-1 0,3 0 0,5 0 0,-14 0 0,3 0 0,2 1 0,2-1 0,1 0 0,2 0 0,0 0 0,0 1-827,-4-1 0,1 0 0,1 0 0,1 0 0,0 0 0,1 0 0,-1 0 1,1 0-1,-1 0 0,-1 0 827,5 0 0,-1 0 0,0 0 0,0 0 0,0 1 0,-1-1 0,0 0 0,0 0 0,-1 0 0,4 0 0,1 0 0,0 1 0,0-1 0,-2 0 0,-2 1 0,-3-1 0,-3 0 0,4 1 0,-3-1 0,-3 0 0,-3 1 0,-3-1 765,8 1 1,-3 1 0,-9-1-766,8 1 1306,-24-1-1306,-14 0 0,-4 0 0,1 0 0,-4-1 0</inkml:trace>
  <inkml:trace contextRef="#ctx0" brushRef="#br0" timeOffset="922602">8803 19229 22083,'-11'-1'1692,"54"-5"-1515,-2 4 1,12-1 0,5 1 0,0-1-1244,-9 0 0,0 0 0,1 0 0,2 0 0,3-1 1102,-5 1 1,2 0 0,1 0 0,2 0 0,0 0 0,1 0-1,-2-1-161,0 1 0,-1 0 0,-1-1 0,2 1 0,0-1 0,3-1 0,3 0 155,-13 1 0,1-1 1,2 1-1,1-2 0,2 1 1,0-1-1,0 1 1,2-1-1,-1 0 0,1 0 1,0 0-1,-1 0-33,0 0 1,1 0 0,0-1-1,0 1 1,1-1 0,0 1-1,0-1 1,1 0 0,-1 1-1,0-1 1,1 0 0,-1 1 0,0-1 18,-4 1 0,0 0 1,0 0-1,0 0 1,0-1-1,0 1 0,0 0 1,0 0-1,0 0 1,0-1-1,0 1 0,0 0 1,-1 0-1,0 0-91,3 0 0,0-1 1,1 0-1,0 1 1,-1-1-1,0 1 1,0-1-1,0 1 1,-2 0-1,0 0 1,-1 0-1,-2 1 0,-1-1 75,12 0 1,-2 0 0,-2 1 0,-1 0 0,-1 0-1,-1 1 1,1-1 0,0 1-1,-3 0 0,0 0 0,0 0 0,0 0 0,-1 1 0,0-1 0,0 1 0,-2 0 0,3 0 0,0 0 0,-1 0 0,-1 0 0,0 0 0,-1 1 0,-1 0 58,2 0 1,0 0 0,-1 1-1,-1 0 1,-2 0 0,0 0-58,12 0 0,-2 0 1,-1 0-1,-1 0 141,-4 1 0,-1 0 0,-1 0 0,-4 0-131,-3 0 0,-3 1 0,0-1 601,20 2 0,-6 1-612,5 2 45,-14 2 2182,-14-2-1639,-13-1 1390,-11-2-2118,-1-1 1096,1-1-3695,-2-5-5680,1-2 8419,-3-4 0,0 5 0,0 2 0</inkml:trace>
  <inkml:trace contextRef="#ctx0" brushRef="#br0" timeOffset="923721">9104 23591 19962,'45'0'323,"1"1"1,-1-1 0,1 0-1,0 1 1,6-1 0,0 0 0,2 0-1,2 1 1,5-1-627,-16 0 1,2 0 0,2 0 0,2 0 0,1 0 0,1 0 0,1 0 0,1 0 0,-1 0 0,0 0 374,-3 0 0,-1 0 1,2 0-1,0 0 1,0 0-1,1 0 0,0 0 1,0 0-1,1 0 1,-1 0-1,0 0 0,0 0-129,2 0 0,-1 0 0,1 0 1,0 0-1,0 0 0,0 0 1,0 0-1,0 0 0,0 0 1,0 0-1,-1 0 0,0 0 67,3 0 1,0 0 0,0 0 0,1 0-1,-1 0 1,-1 0 0,0 0 0,-1 0-1,-2 0 1,-1 0 0,-1 0-39,9 0 0,-2 0 0,-2 0 0,-1 0 0,-1 0 0,0 0 0,0 0 28,0 0 1,0 0 0,-1 0 0,0 0 0,0 0-1,-1 0 1,0 0-146,6 0 0,-2 0 1,1 0-1,-1 0 1,-1 0-1,0 0 150,-3 0 1,0 1 0,-1-1-1,-1 0 1,0 1 0,-1 0-5,3-1 0,-1 1 0,-1 0 0,-1 0 0,1 0 61,0 1 0,0 0 0,0 0 0,-2 0 1,-4 1-62,9-1 1,-5 1 0,0 0 199,2 0 0,-1 0 1,-4 0-199,-7 0 0,-3-1 719,0 1 0,-1-1-720,-5 1 1,0 0 2295,18 2-2287,-21-1 1312,-7-2-4908,-8-1 4015,6-9 0,-7 6 1,2-6-1</inkml:trace>
  <inkml:trace contextRef="#ctx0" brushRef="#br2" timeOffset="934421">7500 19157 16700,'3'31'657,"0"0"0,0 8 1,0-1 9,1 15-494,-2 0-66,0-13-46,-1-25-55,1-8 78,4-4 78,12-36-156,-3 5 0,2-4-5,-1 0 1,0-4 0,1 1-451,5-12 0,0 2 446,0 0 1,-1 3-4,-7 16 0,-1 2 1,9-15-1,-4 12-156,-4 12 162,-7 8 78,-3 18-33,-4 8-6,0 16-28,0 4 887,0 2-892,0-3 0,0-8-6,0-8-23,13-11 146,16-20-111,7-8-12,-12 2 0,-1-2 0,14-12-3,-12 13 0,1 1 3,13-2 174,2 17-23,-19 21-50,-9 20-29,-7 8-27,1 3-45,0 2-56,1-5-1299,5-10 1355,7-9 0,-8-16 0,2-6 0</inkml:trace>
  <inkml:trace contextRef="#ctx0" brushRef="#br2" timeOffset="935390">7707 23570 17938,'8'38'560,"1"-1"-162,0 14-246,-1-17-96,1 8-56,-2-27-56,3-6 5,0-7 102,20-27-124,-9 3 0,2-2-40,1-3 1,0-1-164,3-3 0,0 2 175,9-6 51,-4 9 11,-5 10 246,-1 8 471,-5 31-392,-3 4-28,-2 26-96,-5-6-120,-2-15 0,1 0-434,3 9-3355,8 0 3747,-1-29 0,-10-9 0,2-3 0</inkml:trace>
  <inkml:trace contextRef="#ctx0" brushRef="#br2" timeOffset="937726">10541 19121 17860,'15'0'845,"6"0"-722,3 0-43,12 0-47,9 0-27,11 3-6,-26-2 0,2 0-93,11 3 0,1 1-168,-6 1 1,-2 0 246,-2 0 0,-3 3 14,1 9 185,-28 0 95,-13 4 147,-8 4-125,-5-4 0,-5 1-64,-2 1 0,1 0-196,-2 2 0,1 0-25,5-3 0,3 0-11,-3 9-1,5 0 1,2 2 44,3 0 17,0 2 168,-7 17-179,8-13 6,-6 10-56,13 0 5,2-15-11,4 10-6,10-17 1,15 9 5,6-11-6,10 6-95,-13-17 1,2-2-152,17 5-95,-12-5 1,0-1 111,12 3-23,0 2 85,-10 3 72,-7 20 129,-14 13 5,-14-25 1,-4 1-291,-5 1 0,-3-1 464,-19 18-78,10-23 0,-1 0-55,1 0 1,-2 0 107,-8 10 0,0 2-143,1-1 0,2 0-22,1 1 0,3 0-17,3-4 0,5-2 0,2 12 0,3 0-34,6-4 1,2 0 385,7-7-358,20 7 1,4-13-35,19 3-41,-19-18 0,-1 0-9,14 3 696,7 6-657,-24-4 185,-9 3-134,-4 1 95,-8 20 79,-8 12-130,-2-24 1,-2 1-138,-1 3 1,-3-2 221,-15 16 84,-1 0-1,-3-1-108,11-16 0,2 1-99,3-4 1,2 1-6,-9 20-34,14-14-44,7-16 33,6-4 39,7-3 208,11-2-235,9-1-169,22 3 29,-12-1 27,9 3 45,-23 1 62,-8 5 34,-8 4 55,-6 23 67,-12-15 1,-2 2 240,-5 11 1,-2 0-424,-1-7 1,-1-1 187,-1-1 0,0-2-5,-6 6-50,6-3-18,2-6-16,5-4 10,0-2 7,3-2-1,-1-2-16,3 1-34,2-7-101,1 2 443,2-8-532,9 2-338,7-1-166,29 2-364,7 4 716,1-1 169,-12 3 77,-23-1 96,-9 6 129,-5 5 146,-4 7 173,-10 5-57,-2-3 1,-2 1-190,0-7 0,0 0 55,-6 11 1,1 2 148,1 2 1,2 0-537,3-11 0,2 0 242,-3 9 0,2 0 0,2 7-79,6-18 1,2 0-515,0 14-3093,0-2-806,4-24-1849,0-12 6229,1-18 0,-1 9 0,-1-9 0</inkml:trace>
  <inkml:trace contextRef="#ctx0" brushRef="#br2" timeOffset="938373">10631 23040 16555,'-5'7'1831,"0"-2"-1523,5-5-100,0 0 61,-12 14 84,9-5-1,-4 12 180,14-3 129,5 3-146,3 6-201,1 5-118,-1-8 1,2 2-105,3 2 0,0-1-64,0 1 0,1-1-184,-1-3 0,0-2 195,3 4 79,0-4 16,-7-5 269,1-1 107,-7-9-129,1 0-264,-1-7 364,0-3-392,8-4-10,1-7-29,4-6 6,-1-1-22,1-3-23,6-9 23,-5 6-34,5-6 5,-9 10 1,-1 3-1,-3 2 7,5-3-7,-4 4 6,1 0-5,-8 8 0,-4 4-6,-1 2 0,-1 2 5,2-2 1,4-4-941,2-13 935,3-14 0,-6 11 0,-3-1 0</inkml:trace>
  <inkml:trace contextRef="#ctx0" brushRef="#br2" timeOffset="943090">12032 21539 17837,'14'-34'506,"0"0"0,-1 3 1,-1 1 109,2-17-420,-5 18 0,0-1-143,-1-2 0,0 0-365,0-2 1,1 1 395,3-19 34,-4 16 0,0-3-85,0 2 1,-2-2 27,1-6 1,0 0-20,-3 12 0,0 3 76,1-18 109,-2 23-75,0 4-52,-1 4 1,1 2 289,-1 5-238,3-2-14,0 3-87,0 1-12,-1 1 28,-1 3 17,-2-3-39,4 2-5,-1-3-34,1 3-1,-2-2 29,1 3-1,-1-1-27,0 0 0,1-1 55,-1 1 29,0 0-40,1 1 45,-3 1-27,1 2 262,-2 0 353,1 0-677,3 3 296,14 21-238,0 2 1,1 4-62,2 2 0,1 3-472,5 8 0,0 1 486,-4-6 0,-1 1 0,0 0 0,0 1 13,-1 0 1,1 3-142,-3-5 1,0 3-1,0-1 170,-1 0 1,0 0 0,0 0-43,-1-1 0,0-1 0,-1 0-1,6 11 1,-3-4-6,3 4-5,-2-6 28,-2-10-29,-4-8 40,-1-5 39,-1-4 1065,-3-4-937,-1-3 352,-5-3-525,-1-2-6,-1 0-27,1 0 0,1 0-12,1-1-196,-1-1-626,-1-1-2752,-1 0-4283,-1-7 7863,-9-15 0,7 11 0,-7-9 0</inkml:trace>
  <inkml:trace contextRef="#ctx0" brushRef="#br2" timeOffset="943677">12172 21257 8864,'0'5'8895,"0"-1"-7287,0-4-382,0 1-610,9-1-78,5 3-123,14-3-214,0 1 1,3 0-166,5-1 1,0 0-153,0 0 0,0 0 119,-2 0 0,-3 0-3,2 0 6,-7 0-1,-9 0 6,-6 0-39,-3-2-1893,5-2-2302,-2-2 4290,5-5 1,-8 6 0,-2 0-1</inkml:trace>
  <inkml:trace contextRef="#ctx0" brushRef="#br2" timeOffset="944725">13158 21368 9296,'2'-5'6452,"-1"1"-6093,-1 4 363,11 27 426,-7 5-722,6 17-17,-8-4-78,-2-8-79,0-3-90,0-2-78,0-5-50,1-6 5,3-3 101,1-8 269,2-3-286,-1-9-22,2-8-68,4-7-33,14-23-89,5-3 69,-12 17 1,0 2 24,8-10-5,-10 14 17,-9 14 33,-2 3-50,-3 3-78,4 0 145,5 11 62,3 1 11,3 12 33,-5 0-38,0 2 33,-1 1 341,1 10 2,-2 3-298,-1-4-57,-4-6-44,-1-14 12,-2-4-57,1-1-62,-2-4 29,-1-2-208,2-2-1406,-1-2-2150,5-1 3730,7-13 0,-8 9 0,6-9 0</inkml:trace>
  <inkml:trace contextRef="#ctx0" brushRef="#br2" timeOffset="945658">13850 21503 8903,'0'-6'7277,"0"0"-7098,0 6-22,0 0 167,0 51 147,1-22-158,-1 5 1,0 1 16,3 0-156,-1-3-28,2-4 44,1-1 18,3-14-57,1-2-50,5-15-17,1-8-50,4-8-1,4-8-28,-7 4 1,2 0 0,0 1 0,1-1-1,14-20 34,-8 14 6,-15 18 22,-5 7 107,0 2-40,-5 3 74,3 2 189,0 17-229,3-4 17,-1 17 89,0-11 17,-3 0-156,1-4-85,-2-5-39,4-6 281,8-3-85,13-10-162,3-4-45,10-7 6,-7-5 0,3 2-1,-1 0 1,1 2-6,-5 5 5,4 2 107,-6 7 23,-3 5 33,-4 10-11,-6 6 302,8 23 146,0 3-124,-1 8-425,-6-16-56,-6-12-431,-2-15 431,13-2 0,-13-4 0,8-1 0</inkml:trace>
  <inkml:trace contextRef="#ctx0" brushRef="#br0" timeOffset="969948">19481 23904 23147,'52'-6'818,"-20"3"0,3-2-594,10-2 0,9-1-1219,-8 3 1,6-1 0,6 0 0,0 0 0,-3 1 1028,-4-1 1,-2 2 0,0-1 0,4 0-1,5-1-106,-14 3 0,4-2 0,3 1 0,2-1 0,2 1 0,1-1 0,0 0 0,-1 1 0,-1-1 0,-3 1 0,-3 0 79,10-1 0,-3 1 1,-2 0-1,-1 0 0,1-1 1,1 1-1,3 0-42,-8 0 1,1 0-1,1-1 1,1 1 0,0 0-1,1-1 1,0 1-1,0 0 1,0 0 0,-2 0 58,5 0 1,0 0 0,-1 0 0,1 0 0,-1 1 0,0-1 0,1 1 0,-1-1 0,1 1-110,-4 0 0,-1 1 1,1-1-1,0 0 0,-1 1 1,1 0-1,0-1 0,0 1 1,0 0-1,-1 0 99,1-1 1,-1 1-1,1 0 1,0 0 0,-1 0-1,1-1 1,-1 1-1,-1 1 1,0-1 0,0 0 1,8 1 1,0-1 0,0 1 0,-1 0 0,-1 1-1,-2-1 1,-1 0 0,-2 0 5,1 0 0,-2 0 1,-3 0-1,0 0 1,-1 0-1,1 0-21,8 0 0,0 0 0,-1 0 1,0-1-1,-1 1 12,-2-1 1,0 1-1,0-1 1,-2 0-1,0 0-13,8 0 0,-1-1 0,-1 1 0,-1 0 12,-6 0 1,-1 0 0,-1 0 0,-2 0-2,6 0 0,-2-1 0,-2 1 449,10-1 1,-1 1-346,-14 0 1,1 0 0,-2 0 46,3 1 1,-2 0 602,10 0 0,-3 0-765,1 1 1976,-14 0-1976,-18 0 2954,-6 0-2954,-9 0 404,-2 0-404,3 4 918,0-2-918,4 5-315,0-4-2647,-4 1 2962,0-17 0,-3 10 0,0-10 0</inkml:trace>
  <inkml:trace contextRef="#ctx0" brushRef="#br0" timeOffset="971100">19748 18775 15003,'0'9'3910,"0"-3"-3193,0-6 616,0 0-583,26-4 192,8 1-430,3 1 0,12 0 1,4 0-1,-3 0-1383,4 1 0,-2 0 1,7 0 936,-14 0 0,4 1 1,2-1-1,2 0 1,2 1-1,0 0 5,-6 1 0,1-1 1,2 1-1,0 0 1,1 0-1,1 0 1,-1 0-1,1 0-296,-4 0 0,1 0 0,0 0 0,0 0 1,1 0-1,-1 0 0,1 0 0,0 1 1,0-1 237,1 0 0,1 0 0,-1 0 0,1 0 0,0 0 0,0 0 0,-1 0 0,0 1 0,-1-1-194,3 0 0,0 0 0,-1 0 0,0 0 0,0 0 1,-2 0-1,-2 0 0,-1 0 222,1-1 0,-2 1 0,-1-1 0,-1 0 0,-1 0 0,2 0-225,8 0 1,0 0-1,0 0 1,0 0 0,-1 0 184,-3 0 0,0 0 0,-1 0 0,1 0 0,1 0 44,-5 0 0,1 0 1,1 0-1,0 0 1,-1 0-1,-2 0-43,1 0 0,-2 0 1,0 0-1,0 0 0,1 0 6,6 0 0,2 0 0,0 0 0,-1 0 0,-5 0-7,9 0 1,-4 0 0,-1 0 1,-3 1 1,0-1 0,-4 1 13,0-1 0,-4 1 618,-7 1 1,-3 1-513,16 1 2106,-9 5-1815,-16 0 2358,-5-1-2671,-10-2 2176,-3-3-2208,-1-3-69,0 1 0,-1-1-651,0 0-1141,-2-2 1792,-12-10 0,9 7 0,-9-6 0</inkml:trace>
  <inkml:trace contextRef="#ctx0" brushRef="#br3" timeOffset="978782">21313 23789 9430,'9'0'7214,"-2"0"-6603,-7 0 531,0 0 1,5-2-459,-4 0-113,3-4-146,-2 0-94,0-4-119,1-4-21,2-5-102,2-4 80,4-20-90,-2 6 44,4-14 22,-6 10-69,-2 13 0,0-3 27,-3-1 1,0-2 64,0-6 0,0 0-73,-2 9 0,0 0-11,0-4 0,0 2 0,0-7-39,0-10-11,0 12 5,0 2 90,2-16-79,0 12 17,-1-10-61,2 15 78,-1-3-73,2-1-8,-1 7 0,1-1 19,0-1 0,0 0-19,-1-1 0,1 0-110,-1 3 1,-2 2 151,-1-13 5,0 0-5,0-3 5,0 1-39,0-6 9,2 13 0,1 0 10,-2 8 1,0-1-28,2-8 0,1-1 19,-2 0 1,0 2-1,0 9 0,0 0-152,1-9 1,-1 2 208,1-15-60,0 14 1,-1-1 27,0-3 1,0-3-33,-1 8 0,0-3 0,0 2-15,0-9 0,0 3-260,-1-1 1,0 2 256,0 11 0,0 2 0,0-1 1,0 0-1,1 0 0,1 0 3,-1 0 0,0 1 118,1 1 1,-1-1-119,1-11 0,-1 0 0,0 9 0,-1 1-171,0-10 0,1 1 171,-1 9 0,0 2 0,0-1 0,0-1 3,0-1 0,0-1-3,0-14 0,0-2 22,0-1 0,0-1-26,0 10 1,0-2-1,0 3 4,0-7 0,0 2 0,0 6 0,0 3 0,0-13 6,0 3 27,0 0 9,0 13 1,0-2-43,3 1 0,2-1 22,-3-8 1,2 0-23,1 9 0,0 2 0,-2 2 0,-1 0 0,1-11 0,-3-3 6,2 0 256,-2 11 1,1-2-257,-1-2 0,0-1-6,1 1 0,0 1 5,-1 2 1,0 2-6,0-8 5,0-13-5,-3 15 367,2-12-373,-3 5 1,3 1 5,0 2 0,1 10 141,-2 14-34,1 2 173,-3 4-89,2 3-40,1 6-39,-1 2 56,2 0-11,-3 0-146,3 1 0,-2 2-11,2 0-5,0 3-348,0-1-5820,0 11 6173,-1-3 0,0 2 0,0-8 0</inkml:trace>
  <inkml:trace contextRef="#ctx0" brushRef="#br3" timeOffset="979466">21115 19193 8142,'6'4'8564,"-2"-2"-6222,-4-2-1357,24 4-419,-10-3 486,29-7-660,-21-6-55,14-12-96,-7 0-82,-2 3 1,3-3-90,1-1 0,1-3-347,8-7 1,-1-1 309,-8 7 1,-2 2 14,-5 3 0,-3 1 36,2-3 0,-4 6 0,-8 6 50,-1 4 40,-5 7 38,2 0-139,-4 5 665,4 6-660,-1 6 1,4 11 38,2 7 12,3 7 62,2 5-18,-4-10 1,1 2-107,-3-10 0,1 0 26,1 7 0,1 1 159,-2-6 0,0-3 5,5 11 40,1 5-39,-9-22 162,0-1-269,-5-9-39,0 1-23,-2-7-83,-2-2 0,3 1-6,-3-2-829,5 0-1317,-1 1-4323,2-1 6469,1 3 0,-3-3 0,-1 2 0</inkml:trace>
  <inkml:trace contextRef="#ctx0" brushRef="#br3" timeOffset="992754">22248 20863 14303,'6'0'3030,"-2"0"-2279,-4 0 459,3 20-829,0 2 27,0 12 1,1 7-28,0 6 0,-1 2-752,2 1 0,-1 1 519,0 2 1,0-2-4,-1-15 1,1-3-54,-1-2 1,1-1 64,2 22-6,4-3-33,-4-21 33,2-5-67,-7-22-28,1-10 1022,-2-8-1044,0-24-29,0 2-5,0-16 3,1 23 0,-1-1 0,1-5 0,-1 0-3,1 0 0,-1 0-170,0 0 1,0 1 169,0-14 6,0-3-6,-4 2 0,-1 15 0,0-1 0,-1 1 0,-1 1 0,1 1 0,0 0 0,-3-19 5,5 27-5,1 6 12,0 6 460,3 3-320,-3 7-102,2 1 90,0 4-39,1-5 156,3-3-122,2-3-34,5-2-23,3 1 45,14-9-89,-4 3 5,11-5 39,4 1 23,4 4-28,2 3-39,-4 8-1,-10 6 1,2 1-29,3 0 40,13 13-34,3 8-11,-3 6 0,-6 2 6,-19-8-6,-1-1 6,-5 0-1,-4-1-5,-2 0 34,-3 10-29,-4 6 7,-2 3-7,-10 1 1,-4-8 27,-8-1-27,-7-2 0,-10 11-1,-5-6-5,17-15 0,0-2 6,-10 2 5,7-9-5,14-8 5,3-1-11,2 0-11,1 0 11,3-4 5,0-1-5,2-7 0,1 4 0,0-2 0,2 5-39,0 0 28,0 1 0,9-1 5,4 3 0,12-1 6,5 3 0,4 0 0,2 0 6,19 8-6,-28-1 0,1 1 3,0 1 0,-1 2-3,17 12 0,-17-5 0,-3 1 0,-6 0 11,0 8-6,-7 5 1,-3 13 0,-5-5 27,-5 1-33,-4-10 6,-3 1-6,-6 1 11,-12 13-5,5-11-6,4-12 0,0-1 33,-7 6-33,-5-3 0,1-3 34,-2-2-34,-3-2 2,8-7 1,-4 0 0,-2 0 0,-3 0 2,-11 2 1,-1-1 22,8-1 0,2 0-168,-1-3 1,2 0 280,-11 4-29,4-6-28,4-1-17,0-4-179,7-4-342,7-5-846,10-7-2503,11-12 3803,1-18 0,3 20 0,0-6 0</inkml:trace>
  <inkml:trace contextRef="#ctx0" brushRef="#br3" timeOffset="995624">23147 21485 16644,'6'0'812,"-2"0"-560,-4 0 252,11 16-89,-6-1-17,8 17 532,-10 13-247,-1 7-541,-2-21 1,0 0-92,1 13-1,1-15-44,2-21 61,-1-4 11,2-4-5,7-27-67,1 2-6,8-25 5,-2 6-522,1 3 517,0 2 0,0 5 0,-3 8 0,1 2 84,-6 14 89,1 13-106,-4 14-16,-1 14 44,-1 4 11,-1 1 530,1-3-513,3 2-89,-4-14 11,4-5-6,-2-13-27,6-6-7,2-8 29,8-5-29,2-11-5,-5 9 0,3-1 0,20-14 0,-20 16 0,-1 2 62,9-1 95,-15 10 61,-8 13 6,-4 8-106,0 11 27,-2 25-139,0 0-152,-1-4-1025,0-13-2296,1-25 3467,2-3 0,-1-5 0,0-1 0</inkml:trace>
  <inkml:trace contextRef="#ctx0" brushRef="#br3" timeOffset="996304">24150 21461 15625,'7'2'1490,"-1"-1"-863,-6-1-129,0 0-27,3 32 353,0 2-320,-1 0 0,0 1-28,2 13-129,-2 0-84,1-20-95,0-4-84,2-6-6,2-8-27,2-5 5,11-17-11,12-22-42,-10 9 0,1-3-3,-3 2 0,-1 0 0,2 0 0,-2 2 0,3-2 0,10-1 6,-2 14 94,1 2 18,-4 20 173,-7 10 129,0 14 123,1 9-151,-9-8 0,0 2-235,-1-2 0,1 1-140,0 4 0,1-2-3557,8 9 3540,-4-23 0,-6-18 0,-5-5 0</inkml:trace>
  <inkml:trace contextRef="#ctx0" brushRef="#br3" timeOffset="998822">18585 23771 15760,'4'-3'145,"-1"0"-16,-3 3 347,13 71-875,-8-36 617,3 11 1,0 1 380,-5-9 408,0 8-715,-1-11-236,0-7 140,-1-16-162,2-18-17,4-11-12,2-13 1,4-11-6,0-7-31,1 13 0,2 0-34,1 0 1,1 2 61,0 0 1,1 2 224,-2 5 0,0 5-233,4 3 6,-2 4 5,-1 10 168,8 5 16,5 24-178,0 0 61,0 19 84,-11-8 40,-3 2 167,-4 2 448,-3 14-162,-3 0-476,-5-23 0,-1 0-33,1 13-102,-2-9-33,0-17-761,0-8-2404,1-4 3165,0-5 0,0-1 0,-1 0 0</inkml:trace>
  <inkml:trace contextRef="#ctx0" brushRef="#br3" timeOffset="1.00017E6">18619 18541 14622,'5'0'1742,"0"0"-1137,-5 0-112,9 29 112,-4-4-112,8 27-28,-8-7 58,-2-11 1,0 3-244,0 2 0,-1-1-238,1-1 0,-1-1-28,2-6 0,-1-3-14,1-5-106,3-9 100,-1-8-11,12-33-28,-6 2 1,-1-3 19,3-4 0,0-1-269,1-7 1,-1 0 290,-1 12 0,-1 1-31,0 2 1,0 0 27,13-18 1,4 2-1,-2 16 191,2 6 39,-10 21-67,-3 13 485,-7 10-524,-1 9-34,-3 5 17,-2-7 0,0 2-6,0-1 0,0 0-64,-2-1 0,1 0-26,3 13 1,-2-29-6,4-8 33,3-5 12,5-14-39,2-8-6,-1-3 0,3-3-3,-1 0 0,1 0 3,1 0 0,-1 2-33,15-12 33,-12 24 0,-5 6 117,1 8 478,1 34-383,-8-6 1,-1 2-188,1 3 1,-1 1-174,-2 3 0,-1-2-210,2 7-1765,-5-1 2123,-1-1 0,-3-19 0,0-2 0</inkml:trace>
  <inkml:trace contextRef="#ctx0" brushRef="#br3" timeOffset="1.00543E6">4171 11917 9705,'4'2'106,"-1"-1"-106,10 6 0,-10-5 0,11 4 0</inkml:trace>
  <inkml:trace contextRef="#ctx0" brushRef="#br3" timeOffset="1.00689E6">9659 12149 15512,'47'-9'228,"0"1"0,1-1 0,-1 1 1,0-1-1,2 1 0,-2 0 0,-1 0 1,2 0-1044,5-2 1,1 1 0,0-1-1,-3 1 815,2 1 0,-2 0 0,-1 0-164,-2 0 0,-1 0 0,0 1-391,0 0 1,0 0-1,0 0 614,0 1 0,0 1 1,-4 0-1,-3 0 1,-4 0-1,-2 2 1,1-1-1</inkml:trace>
  <inkml:trace contextRef="#ctx0" brushRef="#br3" timeOffset="1.01033E6">25627 20694 15196,'43'-9'580,"1"-1"1,-5 1 0,-6-1-150,-13-3 478,1-14-723,-5-7-147,-2-2 28,-8-2 173,-4 11-39,-2 0 174,0 2-128,-5 2 142,-3 3-165,-9 2 11,-5 3 0,-5 3-72,-1 3 122,-14 3-145,10 3-78,-5 1 5,12 2-17,-4 11 34,-7 10 59,15-3 0,0 2 53,-13 17 74,3 2 26,14-10-16,2 2-84,7 2 112,3 18-168,4-22 0,0 1-81,2 0 0,1-1 8,2 1 0,0-1 101,9 13 23,5 0-1,0-1-39,-4-13 1,0 3-46,1-2 0,1 0-81,-2 1 1,0-1-1,1-3 0,-1-2-19,4 11 33,1 0-33,0 1 33,-2 1-28,-1 2 39,-3 2 1,-5 0-9,-4-13 0,-1 0 82,0 26-29,-1 0-6,-2-9 40,-6-17 129,-11 12-6,-14-7-39,-14-1-163,4-14-44,0-13-6,11-8-224,-10-19-415,12 1-918,-4-20 1557,24 2 0,5 1 0,-3 7 0,6 0 0,0 1 0</inkml:trace>
  <inkml:trace contextRef="#ctx0" brushRef="#br3" timeOffset="1.01113E6">26195 20818 16280,'0'8'1288,"0"-1"-918,0-7 2722,0 0-2723,-14 9-251,-11 21-51,-7 7-216,14-10 0,2 2 193,4-4 1,2 2 140,-1 15 1,2 3 68,4 3 1,1 1-191,1-1 1,3-1-65,5-5 0,5-4-28,15 6-491,-3-26 1,5-2 518,12 1 0,0-3 0,5 1 0,8-3 0</inkml:trace>
  <inkml:trace contextRef="#ctx0" brushRef="#br3" timeOffset="1.01387E6">26590 21621 18694,'13'-50'168,"0"0"0,-1 3 1,-2 6 318,-1 5 135,-4-2-158,-3 11 1,1-2-202,-2-1 0,-1 0-210,1 0 1,0 0 19,-1-24-62,0 16 39,0 2-50,0 0 51,0-11 50,0 2-34,0 3 1,1 10 4,3 15-21,-1 3-18,4 2-27,-1 2 0,3-1 33,7-2-34,-3 1-5,2 1-11,-3 5-22,-4 3-68,-1 1-712,-3 4 813,-2 25 0,0-19 0,-1 19 0</inkml:trace>
  <inkml:trace contextRef="#ctx0" brushRef="#br3" timeOffset="1.01416E6">26396 21242 18728,'54'-7'162,"0"1"1,-5 0 0,-7 1-163,-15-1-308,-4 0-858,0 1 1166,5-2 0,-14 5 0,3-2 0</inkml:trace>
  <inkml:trace contextRef="#ctx0" brushRef="#br3" timeOffset="1.01476E6">26988 20863 15982,'36'38'532,"1"1"0,-2-3 0,-5 2-39,-12 0 0,-5-1-642,-1-5 0,-2 0 294,2 11 1,-3 0-9,-5-12 0,-1 1 444,-1 9 0,-3 2-326,-4-1 0,-2-2-152,3-1 1,-1-2-62,-4-5 0,-1-4-42,-2 3 243,2-6-1621,0-5 1448,0-7 0,4-5 0,0-4 1</inkml:trace>
  <inkml:trace contextRef="#ctx0" brushRef="#br3" timeOffset="1.01653E6">25443 20775 17249,'18'3'2269,"-2"0"-1289,-9 2-695,-1-2-33,2 0-117,1-3-51,5 3-45,2-3-22,7 2-17,2-2-510,14 0 510,7-15 0,-15 11 0,-4-11 0</inkml:trace>
  <inkml:trace contextRef="#ctx0" brushRef="#br3" timeOffset="1.03747E6">24675 20691 15126,'0'0'0</inkml:trace>
  <inkml:trace contextRef="#ctx0" brushRef="#br0" timeOffset="1.0499E6">32021 23898 15552,'0'5'1512,"0"-1"-1064,0-4-302,6 0 196,0 0 218,4 0-67,-1 0-134,-3 0 727,6-2 146,6 1-548,26-6-432,3-1-482,-14 2 0,1 0 274,-2 0 1,2 0 3,3 0 1,4 1 0,2 1-3,6 0 1,2 2 0,3-1-570,-2 1 1,2-1-1,1 1 1,-1 1 573,-8 0 1,-1 1 0,0 0 0,0 1-8,1 0 1,0 0 0,-1 1 0,-2 0 5,4 0 1,-3 0-1,0 2-15,3-1 1,0 2 0,0-1-321,4-1 0,2 1 1,2-1 296,-11 0 0,3 0 0,1 0 1,0 0-1,-3 0-399,4-1 1,-3 1 0,1-1 0,1 1 393,-4-1 1,2 0 0,0 0 0,0 1 0,0-1-6,0 1 0,0 0 1,0 1-1,-1-1 0,-3 0 0,12 0 0,-4 1 0,3-1 0,-1 1 1,2 1 0,0 0 0,-4-1 107,-4 0 0,-3 0 0,2 0-109,-1 0 1,3 0-1,0 0 1,-3 0 1,2 0 1,-2 1 0,1-1 572,11 1 0,2 0 0,-4 0-576,-2 0 0,1 0 14,-10 0 0,4 0 0,3 0 0,2 0 88,-2-2 1,3 1-1,1-1 1,0 0-1,-1 1-26,-3 0 0,-1 0 0,1 0 1,-1 0-1,0-1-28,2 0 0,2 0 1,-2-1-1,-3 0 1,-6 0 1156,8 0 0,-5-1-1113,5 0 1,-6-1-26,-2 0-39,-11 0 0,-3 0 56,-8 0 45,-4 0-6,-1 0-2101,9 0 2134,10 0-205,19 2 111,-5-2-12,1 1 202,-6 3-11,-13-1 39,19 6-163,-10-5-83,2 3 3306,-3-5-3335,-11-1 175,-2-1-174,0 0 5,-3 0-5,1 0 11,9 0 61,2 0-78,-2 0 0,-4 0 34,-15 0 111,3 0 23,-2 0-50,6 0-85,-6 0 35,7 0-18,-10 0 13,2 0-63,2 2 0,6 1 0,2-1 0,4 2 0,-5-4 0,2 3 0,-3-2 0,-1 2 0,-3 2 0,3-1 0,-6 0-265,-1-2-1129,-5-2-2135,-6-2 3529,-1-19 0,-1 13 0,0-12 0</inkml:trace>
  <inkml:trace contextRef="#ctx0" brushRef="#br0" timeOffset="1.05142E6">32355 18631 20022,'36'0'1344,"-4"0"1,5 0-1133,3 2 1,5 0 0,-1 1-1217,-1-1 1,-1 0-1,2 1 1045,6 1 0,1 0 1,-1 1-3,-8-1 0,0 0 0,-1 0-13,4 0 0,0 0 1,1 0-14,0 0 0,0 0 0,4 0-76,0 0 0,4-1 0,1 1 1,0 0 69,-10-1 1,1 0 0,0 0 0,0 0 0,0 0-255,1 0 1,-1-1-1,0 1 1,0-1-1,0 1 255,8 0 1,0 0-1,-1 1 1,-4-1-8,0-1 1,-3 0 0,0 0-280,1 1 1,0 0 0,-1 0 292,-2-1 0,0 0 0,2 1 32,-1 0 1,1 1 0,2 0 0,0 0-46,0-1 1,1 1 0,1-1 0,-1 1-2,0 0 1,0-1-1,0 1 1,-1-1-72,-2 0 0,1 0 0,-2 0 0,-3-1 72,2 1 0,-3-1 0,0 1 9,1-1 0,-1 0 0,1 0-11,-1 1 0,0 0 0,-1 0 0,0-1 0,-1 1 0,0-1 394,-2 2 1,0-1 0,2 1-392,10 0 1,2 1 0,0 1 13,2-1 0,-1 2 0,1-1-6,-1 0 0,0 0 0,0 1 65,-3-1 1,-1 0 0,-2-1-77,4 2 0,-2 0 5,2 0 1,-1-1-4,0 0 1,2-1-1,-7 0 0,3-1 0,0 0 1,-1-2 1,0 0 0,0-1-4,-1 1 0,0 0 0,-1 0 3,13-2 0,-4 0-3,-17-1 0,-3 0 349,-2 0 1,0-1-350,-3 0 0,1 0 6,21-3 1425,-7 1-1375,10 2-17,-2 1 11,-3 1 653,-8 1-591,-18 2 1213,-2 2-1157,-7-1 511,3 2-365,-8-2-230,0-1-34,-7-2-2352,-1-1 2302,-14-4 0,10 3 0,-11-3 0</inkml:trace>
  <inkml:trace contextRef="#ctx0" brushRef="#br4" timeOffset="1.11713E6">34407 18742 13418,'-2'5'2986,"1"-1"-2790,1-4-107,-5 7 169,14-5 50,9 3 22,6-19-123,-2 3-72,-14-12-57,-8 9 6,-1-1 17,-7 6 224,-12 3-152,-6 11-111,3 10 0,8 10 28,12 7 50,11-2 62,11-1 122,28-1-94,0-15-118,-2-1 62,-19-22-90,-21-5-79,-2-12-5,-4-2 34,-9 1-1,-4 2 7,-17 1-40,9 13 61,-5 1-16,12 26-6,7 4-5,2 16 33,6 1 22,6-2-5,3-6-39,9-4-39,0-12 27,-3-6-27,-5-15 0,-5-6-6,-4-8 0,1-1 5,-2 2 1,0 1 190,-15 4-34,2 8-44,-13 3-45,6 10-34,3 7-6,2 6 7,7 12-40,3-6 28,4-4 72,1-11 24,0-8 111,0 0-78,0-5-73,0-4-39,0-5-45,0-8 6,0 10 5,0-1 107,0 10 223,0 3-206,0 7-46,0 7-5,0 11 118,-5 28-88,3-21 1,-1 2-62,-1-1 1,1 1-104,-1-1 0,1-1 146,0 12-24,1-2 7,-1 1 78,3-3-6,-2 3-17,2-13 1,-1 2-1,-1 16-433,1-15 1,0-1 388,-1 15 5,1 1-39,-1 0 3,0-14 0,-1 2 8,1 2 0,-1 0-48,1 0 1,-1-1-26,0 0 1,1-1 83,-1 12-5,1 1-6,-1 0 1,3-1-7,-2-2 6,1 2 23,-1-2 28,-3 0-6,0-1 11,-2 0-6,0 1 18,-1-1-1,1 0-33,-1 1 33,1 0-16,2 3 16,-1-1-5,1 5-26,1-15 1,-1 2-54,2-9 1,-1 0-18,1 10 1,0-1 5,0-10 1,1-2-12,-1 2 0,1-1 5,0 1 1,0 0 22,-1 0 0,0 1-3,0-1 0,-1 1 73,0 13 0,-2 1-59,1-11 1,0 0 4,0 10 1,0-1-31,1-14 1,0-1-43,-2 12 0,1 0 0,1-10 0,0 0 0,-2 8 0,1 2 0,-1 1 0,0 0 0,1 4 0,0 0 0,-1 0 0,0 0 0,1-2 0,0-3 0,-2 15 0,1-2 0,1-1 0,1-2-52,1 0 52,2-16 0,0 3 0,-1-1 0,0 1 0,0 0 0,0 0 0,-1-4 0,0-2 0,-1 10 701,-1 0-701,2-2 6,0-12 0,1 2-6,-1 1 0,-1 1 0,1 8 0,-1 0 0,1-8 0,-1-1 102,-2 25-102,1-17 0,0-2 57,-2 0-57,2 13 0,-3 5 0,2 0-529,0-2 529,3-14 0,-1 2 0,0 2 0,2-10 0,0 1 111,0 1 1,1 0-112,0 7 0,0-2 0,1-9 0,0-3 0,0 15 0,0-20 0,0-4 542,0-3-542,0 0 0,0-3 0,0 3 0,0-4 0,0 1 0,0-3 0,0 1 0,0 0 0,2 0 0,-2-4 0,1-1 0,-1-4 0,0-1-393,3 0-2127,1-7-1990,4-5 4510,-3-15 0,-1-2 0,1 6 0,0-23 0</inkml:trace>
  <inkml:trace contextRef="#ctx0" brushRef="#br4" timeOffset="1.11798E6">33575 23492 24458,'15'22'1193,"1"3"-997,-2 0 0,1 4-45,3 3 1,0 2-628,1 1 0,-1 0 560,0-1 0,0-1 112,5 10 45,-1-5-64,-5-5 53,-1-5 236,-4-3-253,1 0-163,-4-9-16,-1 0 572,-3-10-600,-3-2 390,1-2-391,-3-1 298,2-1-191,-1 0-107,1 0 64,4 0-69,4-4 0,16-12 0,10-11 0,-10 5 0,1-2 0,-4 4 0,-1-1-113,1-1 0,0-1 113,9-14 0,0-3 0,-2-2 0,0 2 0,-5 0 0,9-4 0,-15 15 0,5 0 0,-16 17 0,0 5 0,-4 2 0,1 2 0,-5 2 226,1 1-2798,-1-14-6253,0 0 8825,0-15 0,0 15 0,0 1 0</inkml:trace>
  <inkml:trace contextRef="#ctx0" brushRef="#br4" timeOffset="1.11938E6">30817 18402 16359,'8'2'3523,"-2"-1"-3025,-6-1-279,0 0 111,-5 76 448,4-34-405,0 9 0,1 4 184,1-17 0,2-2-299,0-2 0,0-1-216,0-2 0,1-3-42,3 5 33,4-27-27,4-12-6,10-15 28,7-14-28,-14 11 0,2-3-596,11-17 0,1-2 579,-8 12 1,-1 1 13,8-11 0,-1 3-279,-12 16 0,-1 3 248,14-11 28,-10 12-44,-4 11 50,-9 7 129,-1 37-73,-5-3-51,-1-2 1,1 4 64,-1 2 0,1-1-59,3 14-5,3 7 1034,1-32-1040,2-12 621,3-4-610,13-16-28,9-16 17,-1-2 0,4-8 0,-16 12 0,2 5 0,-3 4-50,3 5 274,-4 24-76,-9 9 0,-1 5-114,-3 0 0,-1 2-289,0 11 0,-1 1 112,-1-11 0,-2-1-1425,0-1 0,0 0 1568,-2 3 0,1-2 0,-1 2 0,-1-2 0</inkml:trace>
  <inkml:trace contextRef="#ctx0" brushRef="#br4" timeOffset="1.12051E6">30985 23756 17087,'3'0'2336,"0"0"-1827,-3 0-150,27 36 273,-14-9-47,6 10 1,-1 5-20,-11-9 0,-2 0-415,2-1 0,-2-1 23,1 22-96,-2-30-78,2-10 6,2-7 44,7-5-39,4-11 1,21-21-4,-16 8 0,2-3 9,9-5 0,2 1-17,-7 6 0,-1 3 3,-1 3 0,-2 3-3,8 5 44,2 4 343,-1 30-102,-4-2-49,-7 24-29,-12-10-78,-3-4-73,-2-4-852,-2-8 796,-2-9 0,-1-6 0,-2-5 0</inkml:trace>
  <inkml:trace contextRef="#ctx0" brushRef="#br4" timeOffset="1.12187E6">35329 21215 18902,'-2'41'364,"-1"0"0,1 0 0,-2 15 0,3-2-6,9-12 1,3-4 221,-4-6 0,1-2-102,3-1 1,1-4-255,-3-4-129,-6-36-22,-3-21-68,0 8 1,0-4-397,0-6 1,0-1 390,0-4 0,0-2-23,1 0 1,0-3 22,-1 5 0,0-2 0,0 0 0,1 3 0,-1 0 0,1 0 2,-1 1 0,0 0 0,0 3 14,-1-11 1,2 6 17,0-8 39,1 22 0,1-1 111,5-22-108,1 23 0,2 1-20,8-10 27,11 11 69,1 10 16,8 5 22,9 4-56,6 4-92,-25 3 0,2 1 6,11 3 0,0 6-6,-2 5 0,-3 7 44,2 9 1,-5 4-337,-12-1 1,-5 1 338,-7 3 1,-7-1 117,-15 15 332,-4-18 1,-6 0-420,-6-5 1,-2-1-82,-1-1 0,0-2-14,4-7 1,1-3 13,0-4-34,7-2-5,11-4 657,3-2-741,5 1 67,18 4 28,28 13-8,-4 0 0,4 2-565,-2 0 1,-1 2 561,7 5 0,-4 1 0,-13-5 0,-3 4-57,5 10 1,-4 6 75,-10 2 1,-4 1 2,2-1 1,-6 0-190,-14-3 1,-7-3 283,-2-12 1,-3-3 25,-4 0 0,-5-1-23,-2-1 1,-3-2 30,0 1 0,-2-2-28,-1-2 0,-3 0-3,-17 2 1,-1-3-118,12-6 0,-1-2-3,-11 2 0,-1-4-121,6-6 1,3-3-166,12-2 1,2-2-309,-5 0 1,3-4-1539,3-19 2132,11-18 0,9 21 0,5-6 0</inkml:trace>
  <inkml:trace contextRef="#ctx0" brushRef="#br4" timeOffset="1.12312E6">36335 21873 14975,'6'0'2862,"-2"0"-436,-4 0-1116,0 4-648,0 9-450,0 4-111,0 7-28,0-1 89,0 12 135,2 4-62,-2-2-5,3-6 28,-2-13-23,0-1-56,-1-1-5,0-2-18,0-1 29,0 2-140,0-2-11,0-4-29,0-4 1,0-5 11,0 0 27,3-8-4,10-18-40,0-3 5,10-13-5,-3 9 0,2 0 0,2 1 0,12-10 0,-1 8 0,0 2 0,-11 14 0,-11 13 0,-5 2 0,0 3 6,1 3-1,-1 4 7,7 18-7,-6-3 29,2 12 83,-6 0 7,-3-7 21,0 7-10,-2-12 39,0-2-12,0 0 174,-3 7-67,-1 0-151,0-3-51,1-5-28,3-11-39,0-3 0,0-3-6559,0-1 6559,5-5 0,-4 3 0,3-3 0</inkml:trace>
  <inkml:trace contextRef="#ctx0" brushRef="#br4" timeOffset="1.12378E6">37057 22006 14818,'4'-4'4005,"-1"2"-2364,-3 2-980,13 77-129,-5-41-584,1 13 1,0-1 393,0-14 328,1 2-530,4-15 11,8-11-145,0-26 39,9-13-45,-4-10 0,1 0 5,-1 1-5,-4 6 414,-6 8-196,-3 9 180,-8 8-359,-2 9-34,-3 10 7,1 8 21,2 17 18,5-3-40,9-5 0,1-12-5,7-16-6,3-9-6,3-5 0,1-4 1,-1 0-29,-4 8 40,-1 3 291,-9 16-51,-2 6-50,-10 14-95,1 3-68,1 14-4715,5-11 4682,3-4 0,-5-19 0,-4-11 0</inkml:trace>
  <inkml:trace contextRef="#ctx0" brushRef="#br4" timeOffset="1.12982E6">38775 20977 9822,'4'0'6570,"-1"0"-5405,-3 0-795,18-4-29,-10 3 147,14-3 218,-13 4-107,-3 0 62,2 0-331,1-1-111,4-1-102,2-4 6,17-5 6,8-12-68,-13 9 1,0-1 39,15-13 17,-6 2-45,-16 9-5,-3 1 27,-3 2 11,2-4-5,-2 0-51,-1 1-5,-1-3-39,-6 4-1,1-2 1,-3 0 179,-1-4-40,-6 2-10,-13 0-90,-7 7-12,-3 7-27,-1 3-6,8 3 33,0 0-27,-2 0 33,-7 0-22,-4 3-11,2 0 5,3 3 28,12 0 17,-6 3-22,0-1 44,-4 5-72,4-4 38,4 3 7,5-1-46,-1-1 40,1 2 6,0-1 5,0-2 61,-1 2 197,-5 6 95,-3 10-174,-6 15-168,10-11-17,1 5 118,10 1 225,1-1-124,1 13-152,1-6-49,3 4-35,0-14 1,0 3-1,2-16-27,-1-1 5,3 1 45,1 2 6,-2 1-57,4 1 46,1 9-51,-1-9 28,3 11-17,-5-17 51,0 8-57,-2-10 29,1 3 16,-3-4-50,2 2 67,-2-1-27,2 13-24,-3 1-10,2 4 56,-2-5-62,0-5 33,0-2-33,0 0 34,0-2 33,0 0-61,0 7 38,0 2-44,0 1 0,0-3 34,0-6-34,0 2 0,-3-2 56,-4 12 17,-3-1-68,-1 0-5,1-7 0,4-10 40,-1-3-7,0-1-27,1-1 27,-2-2 51,-8 3-44,1-4-29,-8 2-6,6-4 40,0-1-45,2-1 0,2-2 34,0-1-29,-4 0 7,0 0-7,0-3 1,2 0-6,4-2 0,2 0 0,1 0 5,3-1-5,0 0 34,-1-1 5,0-1-33,0 2-6,1 0 11,3 4-45,0 1-1562,2-2-2627,0-7 4223,0-14 0,0 10 0,0-4 0</inkml:trace>
  <inkml:trace contextRef="#ctx0" brushRef="#br4" timeOffset="1.1318E6">39453 21191 16740,'8'0'649,"-4"0"-436,-2 0 2627,-2 0-2750,0 2-46,0 3-38,-3 5 27,-1 3 1,-4 3 173,-6 10 224,-5 9-72,-7 14-208,7-7-61,0 0 10,7-12 7,-7 12-28,1 4-37,6-19 0,1 0-36,-3 15 72,3-6-11,6-13-33,3-1-34,1-2 50,1 0-11,0 0 107,0 8 61,0 1-156,0-2 16,0-3-28,0-9 11,1 7 29,8 3-62,7 3 22,0-6-34,2-6 29,-10-7-23,1-1-11,-3-2-353,1-3-1798,-2 0 2151,0-15 0,-3 9 0,-1-9 0</inkml:trace>
  <inkml:trace contextRef="#ctx0" brushRef="#br4" timeOffset="1.13443E6">39694 22072 18593,'22'-36'394,"0"-1"0,-2 3 1,-2 3-48,2 2 112,-3-4 50,-2-4-92,-7 6 1,-1-2-261,-4-3 0,0-1-70,0-10 0,0 1-253,-3 9 1,0 3 167,0 4 1,0 2-80,0-6 83,0 2 5,0 2-11,0 0 5,1 1 1,1 2 44,1 3 51,4-2 401,-2 8-306,3-1 108,-1 10 32,3-2-257,-3 4-23,3-3 5,-2 4-55,-1 1-6,0 2-39,-3 2-297,0 1-896,-1 0-5373,5 0 6605,-5 1 0,3-1 0,-6 1 0</inkml:trace>
  <inkml:trace contextRef="#ctx0" brushRef="#br4" timeOffset="1.13482E6">39691 21600 18108,'51'-4'101,"0"-1"0,-5 1 0,-7 2 912,-9 2-2973,0 0 2051,-14-3 0,-1 2 1,-12-1-1</inkml:trace>
  <inkml:trace contextRef="#ctx0" brushRef="#br4" timeOffset="1.13562E6">40232 21233 16751,'27'8'2437,"0"15"-1894,-1 21-347,-6 4-656,-11-20 0,-1 1 555,2 18-61,-3 5 136,1 3-89,-6-15 1,0 2 161,0 0 1,-1 1 142,-1 8 1,-1-1-233,-1-13 0,-2-3 70,-4 21 144,-2-28-217,-3 1-84,-4-4-17,1-2-44,-2-3-6,4-7 481,-3-1-1344,0-2-1073,0-3-3122,-1-3 5058,-2-2 0,8-1 0,0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0:00:25.383"/>
    </inkml:context>
    <inkml:brush xml:id="br0">
      <inkml:brushProperty name="width" value="0.09071" units="cm"/>
      <inkml:brushProperty name="height" value="0.09071" units="cm"/>
    </inkml:brush>
    <inkml:brush xml:id="br1">
      <inkml:brushProperty name="width" value="0.09071" units="cm"/>
      <inkml:brushProperty name="height" value="0.09071" units="cm"/>
      <inkml:brushProperty name="color" value="#00B050"/>
    </inkml:brush>
    <inkml:brush xml:id="br2">
      <inkml:brushProperty name="width" value="0.09071" units="cm"/>
      <inkml:brushProperty name="height" value="0.09071" units="cm"/>
      <inkml:brushProperty name="color" value="#FF0000"/>
    </inkml:brush>
    <inkml:brush xml:id="br3">
      <inkml:brushProperty name="width" value="0.09071" units="cm"/>
      <inkml:brushProperty name="height" value="0.09071" units="cm"/>
      <inkml:brushProperty name="color" value="#92D050"/>
    </inkml:brush>
    <inkml:brush xml:id="br4">
      <inkml:brushProperty name="width" value="0.09071" units="cm"/>
      <inkml:brushProperty name="height" value="0.09071" units="cm"/>
      <inkml:brushProperty name="color" value="#00B0F0"/>
    </inkml:brush>
  </inkml:definitions>
  <inkml:trace contextRef="#ctx0" brushRef="#br0">33939 6789 20716,'-15'5'1799,"18"-1"-623,23-4-672,11 0-124,10 2-116,0 0-351,-18 0 1,2-1 170,2 0 0,4 0-173,2-1 1,5 0 0,0 0 149,5 0 1,1 0 0,0 0-785,0 0 0,1 0 1,0 0 778,-1 0 0,-1 0 0,-2 0 25,3 0 0,-1 0-395,1 0 1,1 0 414,-2 0 0,3 0 27,-2 0 1,4 0 0,2 0-76,-11 0 0,1 0 1,1 0-1,-1 0-340,1 0 1,1 1 0,-1 0 0,0-1 294,1 1 0,0 0 1,-1 0-1,-2 0 5,1 1 0,-3 1 0,4-1 4,2 0 0,5 1 0,0-1 0,-3 0-14,5 1 1,-2-1 0,2 0-3,-4 0 0,3 0 1,2-1-1,-2 1-93,1-1 1,-1 0 0,1-1 0,0 1 93,-2-1 1,1 1 0,0-1 0,2 1 4,-6-1 1,3 1 0,-1-1 0,0 1 0,-3-1 94,-1 0 0,-3 0 1,-1 0-1,-1 1-102,7-1 0,-1 1 0,-5-1 0,1 0 0,-1 0 148,-7 0 0,1 0 0,0 0-135,-1 0 0,0 0 0,0 0-13,6 0 0,1 0 0,-3 0 549,7 0 1,-4 0-550,-6 0 0,-4 0 51,8 0 917,3 0-890,-15 0 1732,-1 0-1630,-9 3 140,-8-1-320,3 1 657,-7-2-932,-1-1-1102,-2 0 1377,1 0 0,-3 0 0,-1 0 0</inkml:trace>
  <inkml:trace contextRef="#ctx0" brushRef="#br0" timeOffset="1382">34136 9764 21332,'55'-8'579,"1"1"1,-1 0 0,-11 2 0,0 1 0,0 0 0,-3 1-474,0 2 0,-3 0 1,1 2-697,5-2 1,0 1-1,-1 1 716,8 0 0,2 0-26,-14 1 1,4-1 0,1 1 0,1 1-51,4-1 1,1 1-1,0 1 1,0-1-581,0 0 1,0 0 0,1 0 0,-1 1 537,0-1 0,0 0 1,-2-1-1,-2 1 5,0 0 0,-2 0 1,-1 0-70,0 0 1,0-1-1,-1 1 43,0 0 0,0 0 0,0 0 11,-2 0 0,-1 0 0,0 0 2,-1-1 0,-1 1 0,2-1-2,10 2 0,1-1 1,-2 0 1,5 1 0,0-1 0,-11 0 0,3 0 0,-2 0-136,-5 0 1,0 0-1,-2-1 139,7 2 0,-1-1-1,11 1 1,-1 0 0,-17-2 0,0 0 16,12 0 1,1-1-12,0 0 1,2 0 6,-10-1 0,2 1 0,-2-1-15,5 0 0,-2 0 2,-3 0 1,-3 0-3,8 0 0,-2 0 664,-4 0-625,14 0 2029,2 1-2010,-22 1 1,0-1-8,15 3 1411,-11 0-1378,-19-1 781,3 3-680,1 0 67,7 2 67,1-1-134,-6-2 0,-1-1-17,-8-2 186,6 2-354,-2-1 0,7 3 0,-5-1 0,2-1 0,-6-2 0,4 0 0,-6-1 0,-4 1 0,-6-1-3771,-5 0 3771,0-12 0,0 9 0,0-9 0</inkml:trace>
  <inkml:trace contextRef="#ctx0" brushRef="#br1" timeOffset="6603">34410 6867 13457,'2'5'1563,"0"-1"-487,-2-4-819,44-1 146,-28-4 309,31-1 122,-42-3-88,-4 0-97,-1-1-55,0 0 565,-15 0-806,3 4-208,-13 1 52,4 4-191,10 1 55,-2 3-61,11 3 79,1 12-29,17 5 28,12-1-78,5-8 101,2-10 6,-15-9-102,-5-9-10,-3-7-124,-7-26 101,-11 4 67,-9 2-5,-13 16 78,-3 21-107,-1 5 186,3 12 128,7 26-106,13 13-135,19-21 0,5-3-10,10 11-24,20-21 29,-21-15-73,-8-7-196,-9-5-683,-4-5-1093,-7-4-6360,-8 3 8332,-4 3 0,3 6 0,5 3 0</inkml:trace>
  <inkml:trace contextRef="#ctx0" brushRef="#br1" timeOffset="7202">35196 6777 21612,'6'48'106,"1"1"1,0-4-1,8-13-50,35-36-28,-19-7 0,-3-7-101,-8-2 1,-4-4 49,-4-9 1,-8 0 145,-21-19 46,-25 15-127,-5 24 350,-2 7-246,4 7-79,6 13 12,11 8-112,11 29-68,37 0 101,10-5-134,-2-29 1,3-5 184,23-6-46,-3-9-5,-8-11-145,-14-24 145,-23-9 0,-19 2 217,-19 15-323,-6 21-549,-7 13-2056,23 11 2711,-1 14 0,24-11 0,0 1 0</inkml:trace>
  <inkml:trace contextRef="#ctx0" brushRef="#br1" timeOffset="7686">36041 6834 19776,'45'5'-20,"-1"-1"0,1 1 1,8 7-1,-11-12 90,-26-26 0,-10-6 272,-18-6 1427,-31 3-1184,12 22 1,-3 7-286,-8 7 0,2 9-104,6 11 0,5 6-191,9 1 1,6 2-4,5 4 1,6-1-3,12 11-72,27-1 88,-11-30 1,3-5-20,6-5 1,-2-5-161,11-18-5,-21-16 84,-20 4-56,-13 6-145,-6 8-1587,-24 9-7201,11 22 9073,1 8 0,20 0 0,9-5 0</inkml:trace>
  <inkml:trace contextRef="#ctx0" brushRef="#br1" timeOffset="8068">36907 6777 21153,'19'33'18,"-1"-1"0,1 1 1,8 13-1,2-13 15,25-33 40,-10-10-22,-14-5-1,-15-28-5,-35-5 224,-7 2-224,2 27 1,-4 4 514,-22 5 56,-2 6-258,4 8-179,4 9-74,11 6-553,11 19-4100,50-11-1384,9-1 5839,3-19 0,0-4 0,0-2 0,-8-1 0</inkml:trace>
  <inkml:trace contextRef="#ctx0" brushRef="#br1" timeOffset="8385">37589 6792 20459,'41'20'90,"1"1"1,0-1-1,0 0 1,2 6-1,-1-2 1,-5-9-91,-5-16 0,-7-6-11,-4-9 11,-11-10 112,-17-5 431,-18 0 236,-20 4 122,-3 14 1,-4 3-1063,13 4 0,-1 1 161,-13 1 0,2 2-17,-5 8-1685,11 5-4812,14 6 6514,11 0 0,10-7 0,6-5 0</inkml:trace>
  <inkml:trace contextRef="#ctx0" brushRef="#br1" timeOffset="9252">34664 9619 21784,'-28'36'196,"0"1"0,0-1 0,-9 14 0,18-9-79,45-18 387,3-12 0,5-7-501,-2-5 0,0-6-76,4-10 0,-4-5-5,-9 1 0,-6-3 27,-5-6 1,-8 0 363,-13-11-218,-30 2 210,11 27 1,-4 4-214,-1 2 0,-1 5 6,2 7 0,3 6-7,-3 17-13,15 5-78,8 1 161,17-3-133,13-6 240,4-16 1,4-4-253,0 0 1,1-3 2,1-6 1,-3-2 48,5-3-29,-23-9-39,-17 7-1065,-17 2-7476,-6 4 8541,2 3 0,12 1 0,14 2 0</inkml:trace>
  <inkml:trace contextRef="#ctx0" brushRef="#br1" timeOffset="9804">35496 9776 21343,'39'6'63,"0"-1"0,0 1 0,6-2 0,-9-10-38,-22-18 1,-9-6 24,-24-13 96,-23 17 151,-8 18 118,-4 6 50,1 14-118,5 7-90,10 15-61,11 4-78,14 1-12,7-2 113,36 8-124,-2-17-67,-2-13 0,5-4 33,1-5 1,-1-5-23,-1-7 1,-3-4-40,1-7 0,-5-4-84,4-22 50,-19-10 34,-22 20 45,-5 9 56,-18 7 324,-19 10-341,8 20-521,7 1-1338,20 14-2477,28-9 4252,31 1 0,-20-10 0,18-2 0</inkml:trace>
  <inkml:trace contextRef="#ctx0" brushRef="#br1" timeOffset="10321">36295 9803 21572,'-5'40'93,"-1"0"1,10-3 0,8-11 282,33-38-242,-1-17-128,-18-4 68,-20-8-74,-20 15 71,-7 7-4,-14 8 258,7 7 0,-1 4 11,1 10 0,0 3-224,0-4 0,2 2 34,-12 29-17,26-13-34,6 0-56,12-6 28,34-1-50,-10-14 0,3-3-17,2 1 0,0-4-37,1-3 1,-5-4-149,0-8 51,-13-7 100,-10 0 34,-10 4 34,-12 2-68,-23 7-1287,-5 12 1321,-1 19 0,21-10 0,16 9 0</inkml:trace>
  <inkml:trace contextRef="#ctx0" brushRef="#br1" timeOffset="10769">37168 9860 23047,'-4'30'722,"0"-1"0,-2 20-638,17-34-16,3-7-35,14-4-218,18-19-559,-8-22 475,-4-4 252,-22 14 0,-8-1 17,-20-9 185,-9 9 386,-22 12 34,-7 8-300,26 10 1,-1 6-40,-8 10 0,1 4-1067,10 2 0,3 2 801,0 1 0,3 0 0,7 5 0,13-23 0</inkml:trace>
  <inkml:trace contextRef="#ctx0" brushRef="#br1" timeOffset="15704">39016 7099 20666,'13'-35'860,"0"0"1,-1 3 0,-2 3 556,3-4-492,-4-10-673,-1-1-595,-1-6 411,-2 8-18,3-3 75,2-5-103,-1 16 1,0-2 2,0 1 0,0 1 3,0 0 0,0 1 34,3-20 39,-6 23 22,-4 4-5,1 5-51,-3 5 11,2 5 346,-1 4-373,0 4 268,0 1-319,1 2 6,0 2 111,8 17-72,9 22-11,2 7-254,-8-15 1,0 0 219,-2-6 0,0-1 0,0 2 0,1 1 25,1 1 1,0-1-26,0-1 0,0 0-3,1-1 0,-1 0 3,3 6 0,1 0 14,-2-7 0,-1-1-11,1 2 0,-1-2-3,4 2 0,-8-15 5,-7-10 574,0-2-507,1 0 130,4-1-90,2-6-11,3-4-96,1-10 46,2-3 33,0-6-82,-4 5 1,1-2 36,1-3 1,-2-1-21,1-1 1,-1 0-312,0 1 1,0 1 296,1-14 1,4 2 39,-3 3-1,3-11 114,-1 7-158,-1 0 0,-3 16 0,-6 10 584,-1 10-584,-3 2 0,1 1 0,-3 3-2023,2 0 1,-2 1 0</inkml:trace>
  <inkml:trace contextRef="#ctx0" brushRef="#br1" timeOffset="16823">39925 6990 20890,'-4'-4'1468,"0"17"-1031,2 7 11,-2 17-28,0-3-34,0 3-72,-2 1 27,2 13-240,0-8-101,3-3-6,1-17 6,0-17 0,0-4 40,0-2 122,4-1 6,11-16-101,9-11-67,4-5 6,-2-5-6,-5 11 5,-5 2 1,0 3 39,-1 0 0,-4 6-12,-1 3 1,-7 7 0,0 5 72,-3 1 163,6 18-134,0 10-91,2 7-38,-1 1 28,-2-15-29,0 0-5,-2-6-5,2-1 5,-1-5 0,0-2 33,6-4 29,10 0-62,0-6 5,7-4-5,-5-4 34,11-11-34,-3 6 0,-1-1 0,-10 10 0,-9 6 140,-1 1 543,2 17 264,3 12-343,0 17-479,0 0-306,-4-14-955,-2-15-2259,1-12 3395,3-17 0,-4 9 0,0-9 0</inkml:trace>
  <inkml:trace contextRef="#ctx0" brushRef="#br1" timeOffset="17970">38802 10419 16572,'0'7'3820,"0"-2"-3389,0-5 229,0 0-503,37-72 308,-17 34 1,2-2-901,-3 1 1,1-2 0,0 0 574,-3 6 0,0 0 0,-2 2 28,0-6 0,-1 1-51,-1 0 1,0 1-126,0 0 1,-1 0 10,-1 4 0,0 1 30,0 2 1,0 1-31,1 0 0,2 1 170,7-8 63,-2 7 1307,-10 21-1246,-6 9 569,-1 12-692,3 7-31,1 8 0,2 4 67,4 9 0,1 2-575,1 0 0,1 1 468,2 3 1,1-2-28,-3-12 0,0-2-34,0-1-1,1-1-16,-1 0 1,0-2-26,13 20 61,-4-7-5,5-2 96,-6-12-102,-3-7 6,-4-12 73,-6-7 1065,3-1-1009,4-8 101,12-22-208,-12 5 0,0-5-47,6-11 0,-2-2-378,-3 4 0,-1 0 347,-3-1 0,-1 3 0,-4 9 0,-1 1 45,5-22-45,-1 2-3,-5 20 0,-1-1-25,4-24-81,-5 24 0,0 2-272,2-10-241,-2 14-576,-2 14-6291,2-1 7489,-3 6 0,1-1 0,-3 5 0</inkml:trace>
  <inkml:trace contextRef="#ctx0" brushRef="#br1" timeOffset="18590">39988 10242 14594,'6'0'5030,"-2"0"-3736,-4 0-986,0 9 947,0 16-381,0 22-387,-1-1-196,-1 4-73,0-21-111,1-3-74,1-9 63,1-7 55,17-16-112,9-24-39,6-2 3,-16 9 0,-1-1-3,5-6 0,7-7 5,-5 14 158,5 3 616,-8 28-494,-6 10-122,-3 16-29,-6 0-173,0 8-4577,-2-12 4616,-1-2 0,0-18 0,-2-8 0</inkml:trace>
  <inkml:trace contextRef="#ctx0" brushRef="#br0" timeOffset="44279">5080 9890 13435,'7'0'5713,"-1"0"-5248,-6 0 711,0 0 230,0 3 0,0 0-1076,3 4-206,4-2-40,6 2-51,6-3 29,6 0-6,0-2-23,16-1-27,-3-1 78,7-11-73,-14 1-5,-7-11 33,-12 0 45,2-12-84,-6 4 6,1-7-6,-7 12 33,0 3 46,-2 3-74,-3 1 96,-5 2-95,-8 2 55,-5-1-5,-18-2-5,-5 3-51,1 1 95,4 6-22,16 5 22,0 1 11,3 3-95,-11 15-16,4 12-29,2 3-117,7 2-487,13-15-1227,2-4-1490,3-5 3355,18-4 0,-14-4 0,14-1 0</inkml:trace>
  <inkml:trace contextRef="#ctx0" brushRef="#br0" timeOffset="45150">5504 8810 9632,'4'-5'7696,"-1"1"-7400,-3 4-172,2-8 872,-2 6 288,1-6-976,-1 8-118,0 9-56,0 3-5,0 13-51,0 5 1,0 9-12,0 7 17,-1 8 157,1-12 0,0 1-107,-1-8 0,0 0-322,1 11 1,2 0 327,0-13 0,2-2-3,1 1 1,0-2-112,2 0 1,0 0 82,3 9 0,1 1-45,-2-3 1,1 0-32,0-1 1,1-1 16,-2-6 1,-1-2 33,4 6 0,4 9-17,-5-13-67,1 7-364,-3-12-1434,-3-8 1798,3-2 0,-5-9 0,1-4 0</inkml:trace>
  <inkml:trace contextRef="#ctx0" brushRef="#br0" timeOffset="46199">6153 9893 19238,'2'-32'589,"0"1"1,0 0 0,0 2-142,-2-10-129,2 6 1,1-2-79,0-19-140,2 6 0,0-1-101,3-6-208,-4 19 0,1 1 208,3-7 34,1 3-34,-1 8 91,1 6-91,-4 8 0,0 7-28,-2 5 28,0 4 140,4 7 375,1 8-392,7 12-39,4 13-22,6 8-282,-11-19 0,2 0 268,0 0 0,1 3 36,10 14 0,2 4-23,-9-16 1,0 0-1,0 0-445,9 15 1,-1-1 416,-2-4 1,-2-5 11,3 3 33,0-5-72,-4-17 341,5-14-151,-9-22-17,1-15-39,-6-10-45,-3-7-89,-2-6 30,-5 13 1,-1-3-15,0 1 1,-1 0-21,0-9 1,0 3 91,-1 14 0,-1 3-50,0-17 820,0 28-870,0 5-44,0 6-975,0 1 1025,3 1 0,-2 4 0,2-1 0</inkml:trace>
  <inkml:trace contextRef="#ctx0" brushRef="#br0" timeOffset="48379">5120 9640 19227,'-12'34'554,"1"1"-627,4-3-3859,3 20-4985,15-13 8917,5 9 0,-1-31 0,-3-6 0</inkml:trace>
  <inkml:trace contextRef="#ctx0" brushRef="#br0" timeOffset="49615">4926 10251 17995,'49'-2'264,"-1"0"0,0-1 0,2-1 0,4-1 1,0-2-1,0 0-99,-1-1 0,1-2 0,0 0 1,0 0-1042,-9 3 0,-1-1 0,1 0 0,0 1 1,0-1 892,1 1 1,1 0 0,0 0 0,-2 1 0,-3 0-16,10 0 0,-4 1 0,0 1 124,-2 1 1,0 0-1,-1 0-124,-4 1 0,0 0 0,0 0 219,9 0 0,1-1 0,-1 0-664,-4 0 1,-2-2 0,2-1 442,8-4 0,1-3 0,-6 2 0,-5 2 0,-6 1 0,-9-5 0,0 0 0</inkml:trace>
  <inkml:trace contextRef="#ctx0" brushRef="#br0" timeOffset="53515">5280 11081 10573,'4'5'6895,"-1"-1"-6139,-3-4-202,0 35-195,2-21-34,5 27 157,18-23-365,1-8-117,14 3 6,-5-10-1,4-2 23,0-10-28,-1-8-89,-6-13-32,-14 3 1,-3-3 61,-6 0 0,-3-1 84,-4-5 1,-4 1 97,-15-12 67,-14 17 79,-3 23 532,-13 3-392,0 17-376,2 2-27,12 14-6,14-1-79,5 1-548,3 1-493,3-3-650,5-4 1770,0-7 0,2-8 0,0-4 0</inkml:trace>
  <inkml:trace contextRef="#ctx0" brushRef="#br0" timeOffset="53982">5524 10302 16152,'12'-2'744,"-3"1"52,-9 1 431,0 7-678,0 22-325,0 7-129,0-8 0,1 2-217,1-1 1,1 1 244,1 2 0,2 1 0,0 2 0,2 2 87,4 15 0,1 2 28,0-2 0,-1 1-61,-2-13 1,0 2-1,0-2-84,2 7 0,0-3-93,-4-14 0,0-3-130,7 6-222,-2-21-740,5-6-824,10-4 1916,14-18 0,-18 12 0,3-12 0</inkml:trace>
  <inkml:trace contextRef="#ctx0" brushRef="#br0" timeOffset="54564">6313 10257 8875,'4'0'6268,"-1"0"-4464,-3 0-1239,-2 52-100,-1-23-194,1 8 1,0 2 261,-4 5-512,4 9 511,-1 3-185,3-26 0,0 1 0,0 0 0,0-1-64,1 0 0,2 0-73,3-2 1,1 0 85,13 20-52,8-5-216,-7-20 0,3-2-101,1-3 0,0-2-126,0-1 1,-1-2-929,21 0-609,-18-10-1540,-5-3 3276,-1-7 0,-12 6 0,-1-6 0</inkml:trace>
  <inkml:trace contextRef="#ctx0" brushRef="#br0" timeOffset="54848">6129 10546 19960,'42'8'-232,"-1"0"1,-6 0 0,0-2 231,9-5 0,-3-2 0,-5 1 0,1 0 0</inkml:trace>
  <inkml:trace contextRef="#ctx0" brushRef="#br0" timeOffset="59383">7085 9743 20789,'0'18'907,"0"9"-834,3 13-23,1-5-44,3-5-6,-2-13-39,0-7 39,-4-2 39,2-5-28,-1-2 34,0-9-45,1-3 0,-1-10-78,1-3 5,2-2-39,0-12 39,2 6 67,1-5-44,-1 15 44,1 8-89,-1 8-45,6 1 101,1 4 33,7 14 40,-5 1 0,-1 15 38,-7-4 108,-1 1-24,-2 1 12,0 0 68,-2 0 84,0 9-348,1-4-1004,-1-1 1032,2-12 0,-3-13 0,1-4 0</inkml:trace>
  <inkml:trace contextRef="#ctx0" brushRef="#br0" timeOffset="117581">7764 10194 23472,'0'3'1703,"0"0"-1384,0-2-117,0-1-23,6 2 12,8-2-57,15 0-59,2 0 1,4 0-51,4 0 1,2 0 2,11-1 0,-1-1-31,-13 1 0,-1 0 3,-6-1 0,-4 0 6,-2 0 94,-6 1-32,-11 1-606,-3 0-4358,-5 0 4896,0-2 0,0 1 0</inkml:trace>
  <inkml:trace contextRef="#ctx0" brushRef="#br0" timeOffset="118030">7787 9839 13922,'0'-5'5753,"0"1"-2516,0 4-1943,64-3-773,-20 1-812,5 0 1,3 0 424,-19 1 1,-2 0-34,0 0 0,0-1 229,22 2-218,1-1-145,-22 1-606,-7 0-2385,-19 0 3024,-8 0 0,0 0 0</inkml:trace>
  <inkml:trace contextRef="#ctx0" brushRef="#br0" timeOffset="123782">9151 10368 14880,'9'5'4112,"-2"-1"-4040,-7-4 393,0 0-6,15-25 667,-2-4-432,7-17-172,-8 2-214,-5 6-135,1-4 79,-1-3-76,-1 11 1,0-3-104,-1-1 0,1-2-54,2-12 1,0 0-31,-2 12 0,1-1 11,3-12 0,1 3-274,-4 19 0,-1 2 274,3-10 0,0 0 3,-1 7 0,0 1 8,3-23-5,1 6-1,-5 15 46,-3 16-51,1 5-28,-2 3-11,1 3 575,-2 5-329,3 7-95,1 6-6,6 11-55,2 8 13,1-2 0,1 5-14,4 6 1,3 5-733,-4-7 0,1 3 1,0-1 703,-3-5 0,-1-2 1,1 0 5,8 15 0,-2-2-21,-7-15 0,-1 0 40,4 7 1,0 1 2,-2-3 1,-2 0-32,3 3 1,-1-2 36,5 13-23,-7-21 1,-7-19 0,-3-4 10,-2-5 2150,0 1-2032,-2-2-43,3 0-86,0 0-22,4-2 108,11-17-13,7-16-84,-8 4 1,0-3-21,-4 4 1,0 0-132,-2-3 1,-1 0 134,3-16 5,-2-2 28,-2-2-33,-4 14 0,0-2-1,0 0 1,-1-1-1,2-10 1,1 0-3,-2 5 0,0 2-1,-1 10 1,0 4-3,3-21 6,-3 22-6,3-7 5,-3 7 29,2 2 0,-2 10-29,-3 10 331,1 1-331,-3 2 74,3 2 10,-2 1 146,1 0 45,-1 0-162,0 0-28,1 0 10,-2 0 1,3 1-6,-2 1-7202,1 0 7107,-1-3 0,0 3 0,-1-3 0</inkml:trace>
  <inkml:trace contextRef="#ctx0" brushRef="#br0" timeOffset="125849">10183 10164 8427,'4'1'6660,"-1"1"-6021,-3-2 134,5 4-96,-4-1-156,3 3-207,-4 1 16,2 8 34,1 14-72,4 17-157,-2-1-23,3 0 39,-4-16 22,3 1-61,-2-13 45,1-1-73,-4-14 23,1-7-18,0-6-38,2-6-18,2-5-33,1-2 0,2-2 0,6-10 0,3 2 0,-1 2-5,-4 10-18,-6 12 23,2 4-5,-1 3-1,6 2 6,-5 3 56,3 7 28,-4 5-50,0 9 27,-3 0 12,0 3-34,-2-1 6,-2 4-6,-1-8-39,1-4-5,-2-11-29,3-6-95,5-1 180,11-18-107,15-13 16,-2-5-4,5-2 38,-14 17-5,-2 5 5,-4 5-55,-5 6 55,-1 3 40,0 2 55,2 7 46,1 4-51,0 10 67,-1 2 61,-1 5 511,4 14 375,-5 3-499,2 6-436,-6-16-57,-4-10-27,0-15-74,-1-4-10,0-2-1816,-1-3 1821,-1-6 0,0 5 0,0-4 0</inkml:trace>
  <inkml:trace contextRef="#ctx0" brushRef="#br0" timeOffset="127582">11320 10359 17977,'18'-26'317,"-1"0"1,1-4 0,-1-2-195,-1-7 0,-1 0-602,-2 5 1,-1 0 520,0-1 0,0 1 19,5-17-16,1-2-40,-10 26 1,1 0 13,1 0 1,0 0 328,8-26-340,-5 16 1,0-1-6,1 0 0,0 0-119,-1 0 0,0 0 152,-2 6 1,0 2 47,4-10 123,3-4-33,1 2 401,1-4-474,-1 10-62,-9 15 28,-4 7 479,-3 11 20,-2 1-314,0 2 56,-1 6-241,2 2 0,0 5 45,2 6 112,6 17-33,7 18-73,-5-15 0,1 3 16,4 7 0,1 0-459,-3-6 1,0-1 408,1 0 0,0-2-6,-4-10 1,0-2 5,-1-1 0,1-1 34,10 25-1,-8-18 1,1 1-37,-3-4 0,1 0-28,0 1 1,-1-2 30,6 16-6,-7-18 29,-1-5-63,0 1 1020,2 6-728,0-2-174,-2 0-22,-2-8-56,-3-6-17,-3-3-4,1-1-30,-1-1 18,1 0 38,1 8-38,2 8-7,2 10-32,0-6 21,1-2-33,-5-15 45,1-3 0,-3-4-40,-1-2-189,-1-2-2679,2 0-1046,-2-2-5154,1-8 9063,-4-11 0,3 7 0,-3-2 0</inkml:trace>
  <inkml:trace contextRef="#ctx0" brushRef="#br0" timeOffset="128285">11527 9884 18846,'0'3'4570,"0"0"-4497,0-3-17,4 1 90,33 1-113,-6-1 1,5 0-12,18-1 1,2 1-428,-9-1 1,0 0 406,-1 0 1,-3 0 3,4 0 179,-4 0 632,-19 0-99,-7 0-612,-14 0-192,-3 0 0,0 0 1</inkml:trace>
  <inkml:trace contextRef="#ctx0" brushRef="#br0" timeOffset="131351">12570 10281 14062,'7'11'1933,"-1"0"-1132,-5-3-85,1 4-424,0 2 144,1 12 85,1 7-94,1 15-192,0-6-95,0 0 39,-2-18 6,0-2-124,1-4-5,-2-5 17,1-3 22,-3-7-5,1 0 0,1-3-51,1 0 34,1-3 38,2-4-27,-1-4-33,5-16-40,-1-5 23,1-10-34,-2 8 0,-3 6 0,2 10 11,-2 3-11,0 3-6,4-1-55,-3 6 55,3 2 12,-5 3-6,3 2 0,-2 0 5,3 0-5,-1 0 0,3 0 62,2 10-6,-2-1-17,3 11 11,-4 0-16,-1 2 16,2 4 79,-3 1-11,1 0 313,0 10 147,-1-4-366,0-4 80,-4-6 16,-1-14-23,-1 0-50,0-3 197,0 0-192,-1-3-206,0 1-34,0-3-1149,0 0 1,0-1 0</inkml:trace>
  <inkml:trace contextRef="#ctx0" brushRef="#br0" timeOffset="132883">13101 10404 8836,'0'7'5484,"0"-2"-5327,0-5 145,0 0 118,3 28 163,-1-14 1108,3 31-974,-3-27-336,1 7-33,0 2-191,5 3-79,0 0 79,1-4 39,-3-11 241,-2-1-129,-2-5 123,0-2 5,-1-6-346,1-1 11,3-8-68,0-3 51,3-13-44,2-2-24,7-20 24,3 0-35,-2-1-5,-1 10-5,-8 17 5,2 1-28,-3 9 95,1 2-62,-4 6 107,2 10-106,-2 2 61,2 11-28,-1 2-5,1 3-28,0 1 55,-1 6 34,1-3-78,-2-1-11,0-14 27,-3-8 1,-1-7 101,5 0 44,6-8-173,6-1 28,3-9-34,2 0 11,1-1-11,1-1 0,2 1 0,-4 2 0,7-1-34,-7 8 90,1 2-5,-9 8 5,0 8-12,-5 3 236,6 21 140,0 1-140,-2 4-56,-1-4-5,-5-11-6,-3-2 44,3-2-106,-4-3 1,1-3 88,1-1-172,-2-3-29,2-2-39,-4-3-185,1-3-711,-1 0 896,1 0 0,-1 0 0,0 0 0</inkml:trace>
  <inkml:trace contextRef="#ctx0" brushRef="#br1" timeOffset="175662">34497 6969 16773,'-8'9'980,"21"4"-493,21 7-383,-5-6 0,1 0-85,-3 0 1,-1 1 8,1 0 0,-2 1-17,5 9-5,-5-1 27,-11 3 18,-7 11 10,-33 7 80,1 0-246,0-21 0,-2-1 357,-14 11-70,13-9 0,0 2-112,3 0 0,2 1-62,-4 5 0,3 1 26,-1 15-28,13-8-1,12-17 40,12-3-45,8-2 418,15-3-418,8-2-84,-10-7 0,2 0-73,-1-1 0,-1 1 98,0 0 0,-4 0 59,11 9 0,-29-1 84,-21 21 28,-9-13 0,-6 0 42,-6 11 0,-4 1 20,-8 1 0,1 0-596,9-6 1,4-2 446,6-4 0,5 0-25,6 5 0,8-3 0,16-2 39,23 8-45,-9-17 1,3 0-32,-1 0 1,1-1-25,21 11-40,-20-10 910,-5 9-803,-12 7 67,-9 17-68,-16-7 1,-10 7 33,-5-12-343,-1 2 400,1 0-96,7-4 0,8-2 0,10 6-40,36-10-55,-3-2 6,20-13 5,-16-8 44,-9-3 344,-6-1-298,-10 5 50,-5 8-56,-5 4 0,-5 9 5,-4 1-5,-1 5 11,-2 3-5,2 0 44,2 0 51,1 8-95,4-15 44,1 2-61,2-17-73,0-8-73,3-2-700,2-4-7965,2-1 8822,-1-6 0,-3 4 0,-3-4 0</inkml:trace>
  <inkml:trace contextRef="#ctx0" brushRef="#br1" timeOffset="176131">34494 9138 9610,'7'0'6150,"-1"0"-5697,-6 0-206,0 0 257,37 60-90,-20-30-388,6 9 0,0 0 304,-7-6 424,4 10-277,-3-6-359,1-4 5,-6-13 28,-6-12 28,1-6 449,-1 0-124,3-2-79,4-4 141,9-17-247,9-11-201,-11 9 0,-1 0-11,11-11 105,-5 5-128,-11 16 51,5-2-202,5 1 67,14-3 0,-18 8 0,2-1 0</inkml:trace>
  <inkml:trace contextRef="#ctx0" brushRef="#br1" timeOffset="177716">32900 8735 8623,'-10'5'7629,"3"-1"-6845,7-4 532,0 0-1041,1-3 454,15-19-461,11-23-204,-10 18 1,0-1-342,3-7 1,0-2 318,-4 7 0,0-1-9,9-17 1,0-3-21,-9 17 0,1-1 0,-1 0-9,4-5 0,1 0 0,-1 1-4,0-3 0,1 3-19,0 7 0,-1 5 86,-1 7 0,4 3 51,-5 14 39,3 11 128,2 24-189,-4 6-54,-11-8 0,-3 2-12,-1-5 1,-1 3 56,-1 21 0,1 4-12,-1-14 0,0 2 0,2 1 84,0 10 0,1 3 0,1-2-440,-2-10 1,1-2 0,0-2 322,4 15 0,1-7-9,-3-19 1,0-4 0,8 16-34,-3-12-163,2-9-1080,0-12-11,-5-14-3698,-1-14 4952,-8-10 0,0 9 0,0 5 0</inkml:trace>
  <inkml:trace contextRef="#ctx0" brushRef="#br1" timeOffset="177962">33067 8434 16311,'47'-6'14,"1"-1"0,-1 1 0,3-1 0,1 1 0,-10 1 0,3 1 0,2 0 0</inkml:trace>
  <inkml:trace contextRef="#ctx0" brushRef="#br2" timeOffset="230711">11627 7351 9733,'-9'2'6951,"1"-1"-6408,8-1 118,0 0-174,27 0-45,3 0 1,5 0-233,4-1 0,3 0-482,-5 0 0,2 1 0,-1 0 594,15-1 0,-1-1-121,-13 2 1,1 0 0,0 0-46,2 0 1,1 0 0,3 0-19,1 2 1,5 1 0,0 1 0,1-1-93,2 1 0,1-1 1,0 0-1,-1 1-591,1 0 1,0 1 0,-1-1-1,-1 0 545,-3 0 0,-1 0 0,-1 0 0,-1-2 5,8 0 1,-2-1 0,-4 0-396,6 0 1,-2 0 400,-13 0 0,1-1 1,-6-1-7,19 0 102,-12-5 1132,-20 2-937,-6-1 2144,-13 3-5409,-3 2-3836,-16 0 6799,-5 0 0,1 0 0,3 0 0</inkml:trace>
  <inkml:trace contextRef="#ctx0" brushRef="#br0" timeOffset="274006">14826 9703 19160,'6'28'1472,"2"3"-150,4 21-944,-6-16 1,0 1-223,0 2 1,0 0-275,-2 2 0,0-2 235,3 14-26,-5-23 0,1-1-237,3 14-3959,0-7-735,-3-21 4840,-3-12 0,0-3 0,-2 0 0</inkml:trace>
  <inkml:trace contextRef="#ctx0" brushRef="#br0" timeOffset="274337">14662 9968 21007,'38'0'2796,"2"0"-2343,7 0-193,-14 0 1,0 0-194,-2 1 0,0 1-50,3 1 0,-2 0-17,8 1-666,-16 1-2746,-14-5-3583,-5 0 6995,-2 0 0,-3 0 0,0 0 0</inkml:trace>
  <inkml:trace contextRef="#ctx0" brushRef="#br0" timeOffset="277975">15855 10642 16588,'2'8'1451,"-1"-1"-891,-1-7 4711,0 0-5266,6-3 63,2-3-35,1-2 1,-2-1-34,-3 3 0,-1 2 28,-1 2-11,1 1-12,-1 1 6,0 0 6,-1-2-11,1 2 5,-2-2 6,3 0 106,0-5 112,2-5-100,2-4-46,-2-3-27,2-2-17,2-15-45,5-11 25,-4 15 0,0 0-22,-2 4 0,0 1-1,1-1 1,-1 1 42,4-13-26,-4 13 1,1-2-15,-1 0 1,1 0 11,1-5 0,0 0-17,5-18-6,-2 11 1,-4 14 5,-1 4 0,-1 2 0,1 1 50,-1 0-50,1-8 67,0 0 6,-1 3-11,-2 2-29,-3 11 7,-2-7-1,1 3-28,0-1 57,2 8-29,-3 4-39,1 5 0,-1-3 78,0 1-33,0-1 0,0 0 106,0 0-78,0 2 5,0-2-27,0 3-46,0-7 7,0-6 21,2-8-33,0 2 67,0 3-67,-1 10 84,-1 3-39,0 2 90,2 1-135,-2-3 0,3 0 0,-3-4 28,3-6 16,-1 1-44,0 1 0,-1 6 6,-1 5 190,0 0-157,0 8-39,0 5 6,3 11-1,4 8 1,4 8-6,3 9 0,-1-9 0,2 3 0,1 4 0,2 1-768,0 0 0,-1 0 765,1-3 0,0-2 0,-7-14 1,0-1-88,-1-1 1,1-1 89,8 25 0,-8-21 0,0 0 0,0-2 0,-1-1 0,10 22 0,-3-12 22,-6-17 1483,-2-3-1511,-1-3 217,-1-4-211,-2-2 22,-2-3-22,0-2-11,-2 0 11,0-3 73,1 1-23,-1-1 51,1 0 5,0-2-5,-1-6 33,1-5-5,6-24-118,2-17-8,-4 25 0,1-1-137,-2-3 0,1 1 174,4-18-35,-3-3 1,1 0-6,0-2 2,-4 28 1,1-2-3,2-10 0,0-3 0,1 0 0,0-1-6,0-6 1,1 1 2,-2 12 1,-1 2-4,2-18 6,-1 22 0,-2-4 0,2 4 6,-2 1-6,0 13 5,-4 8 40,1 6-1637,-2 1-8239,0-1 7891,0 1 1,0-1 0,0 1 0</inkml:trace>
  <inkml:trace contextRef="#ctx0" brushRef="#br0" timeOffset="279439">16811 10552 9677,'0'-4'6693,"0"2"-5607,0 2-643,3 0 986,-3 0-589,3 2-393,-3 6-211,0 4 49,0 19-111,2 10-90,1 12-51,1-12-27,1-8 39,-2-18 5,-1-6-11,1-2 12,-3-5 38,2-1 46,1-1 89,2-5-11,4-6-112,4-8-67,8-22-6,5-3 14,-10 16 0,0 0-31,6-12-5,-3 11-6,-10 14 0,-1 6 5,-3 4 1,0 3 44,-3 2 51,4 2 5,2 16-55,3 1-18,2 15-27,-3-4 78,0 14-39,-3 1-6,-2 4-39,-2-15-6,-3-14 6,2-13 34,-2-4-34,0-2 0,1-1 134,6-5-16,0-3-51,8-7-16,10-14-18,-2 7-27,17-17-1,-12 18-33,2 2 40,-12 10 128,-5 8 95,-6 4-67,1 4-67,0 5-40,4 6-22,-2 3 281,5 16-52,-6-10 1,1 10-62,-5-15-21,-4-3-69,2-4-49,-2-3-68,0-3 33,1-3-1064,0-3-2145,-1-1-3411,1-10 6587,-2-14 0,0 8 0,0-6 0</inkml:trace>
  <inkml:trace contextRef="#ctx0" brushRef="#br0" timeOffset="282523">17860 9709 10343,'4'0'6240,"-1"0"-5725,-3 0-95,0 3-39,0-2 2442,0 1-2190,0 0-516,0 1 12,0 8-95,0 4 55,0 11-22,1 8 17,1 12-25,0-19 0,1 3 112,1 16 0,0 5 19,2 2 1,0 2-514,-1-11 1,0 1 0,0-2 381,2 8 0,-1-5-54,-1-6 1,-1-5 0,3 6 83,-2-9-83,0-7-1,3-3 7,-4-9 60,2-3 1287,-4-7-1202,1-3 28,-1-2-56,3-6 11,3-21-101,5-21-6,-7 22 1,-1-1-17,2-4 0,-1-2-15,-3-6 1,-1 0 0,0 7 0,-1 0-287,0-11 0,0 1 300,-1 10 1,0 1-14,0-13 0,-2-3-1,-2-3 1,-1 0-3,1 2 0,0 1 0,-3 2 0,0 5 0,-4-11 0,1 6 6,2 7-17,-3-2 5,5 11 40,0 4-34,4 12 0,2 11 574,0 3-434,0 1-90,3-4-16,7 0 106,17-10-90,16 2-19,-13 5 0,0 1-31,21-2 45,-2 6 22,-18 2-67,-1 0 39,-1 5 28,-1 4-67,-1 8 51,11 15-46,-2 5-22,-16-12 1,-1 1 16,3 15 16,-12-1-16,-8-12 12,-13 15-1,-15-2-11,-4 3 0,-10-11 5,10-12 35,-5-2-1,11-6-34,2-2 35,14-6-68,5-4-17,4 5 50,10-1 1,8 5 0,11 2 10,-2 0 1,3 1 5,7 4 1,2 1-398,-1 0 1,0 0 396,1 3 1,-2 1-23,9 8 6,-6 3-1,-8-2 7,-8 3 44,-5-1 140,-2 16 107,-10 3-177,-4-19 0,-1 1-9,-6 18 85,-7-5-17,-5-15 25,-5-9 0,-4-1 0,-6 0 0,-2 0-93,-2 0 1,-1-2 82,-4-2 0,1-3-127,8-6 0,1-1-31,-2-2 0,1-2-42,2 0 0,0-2 0,-24 1 0,5-3-611,5 0-666,8-3 1277,5-17 0,2-3 0,6 9 0,2-7 0,1 0 0</inkml:trace>
  <inkml:trace contextRef="#ctx0" brushRef="#br0" timeOffset="285657">18953 10654 18548,'0'10'2381,"0"1"-2084,0 4-157,0 3-84,0 6 22,0 5-5,0 2-23,0 1 23,0 5-28,0-14-45,0-3 95,2-14 96,2-8-51,3-10-128,6-7 60,9-29-69,-9 23 0,1-1-3,3-3 0,0 0 6,7-9-6,-2 14 0,-11 17 39,0 2 11,-2 4 185,3 4 124,-2 7-40,1 7-106,-3 10-90,-3 4 6,-1 6-12,-3-1 1,-1 0 123,0 9-140,0-2-101,0-6-107,0-8-946,0-20-2542,0-3-3295,0-5 6890,3-16 0,-2 11 0,2-10 0</inkml:trace>
  <inkml:trace contextRef="#ctx0" brushRef="#br0" timeOffset="286374">19448 10723 17888,'16'52'1020,"-4"-2"-511,-7-15 494,-2 17-360,2-2-458,2-2-185,2-21-28,1-16 28,3-15 39,11-25-27,8-16-10,-16 19 1,0-1 0,1 0 0,-2 1 2,5-7 1,-3 7 11,0 7 67,-2 7 218,-5 7 634,1 27-499,-1 16-336,-1 8-28,3 1-12,-2-20-22,7-3 96,8-13-62,2-4-17,8-18-51,12-20-5,-8 2 3,-11 9 0,-1 1-9,9-5 1,9 3 16,-11 9 493,1 26-112,-19 7-123,-6 23-96,-9-4-139,7 10-2420,8-17 2386,9-5 0,-7-21 0,-3-8 0</inkml:trace>
  <inkml:trace contextRef="#ctx0" brushRef="#br0" timeOffset="288092">20978 9854 18515,'46'-13'309,"0"-1"0,0 1 0,-3 1 1,-2-1-1,-8-2 206,4-21-123,-17 10 0,-1-2-266,-4 1 0,0-2-73,0-6 1,-2 1-49,0-17 57,-7 7-51,-6 16 151,-6-7-16,-21 6 107,-18 0-169,-4 16 2,13 9 1,1 2 42,-5 5-67,-13 6-29,20 5 18,1 7 16,10-4 0,1 2 73,0 2 0,1 1-11,0 1 0,1 0 156,-13 21-5,13-14 135,-2 13-163,8 2-194,6-15 1,3 0 89,3 2 1,2-2-14,6 18 67,4-1-68,6-13 1,3 1-18,2 2 0,-4-10 1,2 2-6,0 0 0,1 1-64,0 1 0,1-1-23,-2-3 0,-1-2 14,4 12 45,6 11-37,-17-21 1,-2 2 36,0 5 0,-2 3 84,-1 1 0,-4 0-73,-4-7 1,-3-1 27,-1 0 0,-2-2 252,-13 13-27,-7-2-95,-1-1-253,5-14 0,-1 0 0,2-4 0,0-1 0,-2-1 0,2-3 0,-14 2 0,15-14-3888,-2-37 3888,6-18 0,4 7 0,9 1 0</inkml:trace>
  <inkml:trace contextRef="#ctx0" brushRef="#br0" timeOffset="295811">21516 10103 16532,'-16'31'2168,"-2"2"-1255,11-7-532,-2 2-23,-1 9-50,4-4-98,3-1 0,0 3 70,1 6 0,1 2-194,1-6 0,0 3 0,2-1-10,1-1 1,2 1-1,1-2-481,0 6 1,1-3 404,5-7 0,1-4-218,5-1-1491,5-12 1709,10-8 0,-16-7 0,4-1 0</inkml:trace>
  <inkml:trace contextRef="#ctx0" brushRef="#br0" timeOffset="296376">21811 10895 15177,'7'6'2268,"-1"0"-1848,-6-6 275,0 0 560,6-63-135,-5 16-798,2-3 0,0-2-182,-3-4-264,0 2 158,0 13 22,0-14 16,0 0 80,0 23 0,0 1-7,0-13-27,0 1-107,3 11 0,8-7-5,8 3 207,7 6-219,-5 11-184,-5 7-1244,-7 10-3506,4 2-2096,0 4 5479,0 3 919,-3 2 638,-5 0 0,-1-4 0,-3-1 0</inkml:trace>
  <inkml:trace contextRef="#ctx0" brushRef="#br0" timeOffset="296676">21714 10497 12466,'0'6'3814,"0"-2"-1350,0-4-2380,74-7-44,-30-1-488,6 2 0,0-2-9383,-8-8 9659,-17 0 0,-13 6 0,-9 2 0</inkml:trace>
  <inkml:trace contextRef="#ctx0" brushRef="#br0" timeOffset="297227">22131 10079 16628,'33'41'756,"-1"0"0,-11-10 0,0 2 0,-4 3-193,-1 11 1,-4 5 0,-2 0-879,0-4 1,-2 0 0,0 2 486,-3-8 1,0 2-1,0 0 1,-2-3 47,0 1 0,-2-3 1,0-2-84,-1 4 0,0-4 165,0 16 535,-2-28-132,-4-1 152,-1-7-605,-6 1-324,2-8-987,4-4-2363,1-2 3422,3-1 0,1-1 0,-1 1 0</inkml:trace>
  <inkml:trace contextRef="#ctx0" brushRef="#br3" timeOffset="306330">17927 10780 13704,'6'5'2140,"-2"-1"-1956,-4-4 29,0 0-28,22 70-953,-9-34 1017,2 9 1,0 4 353,-5-17 0,-2-1-284,-2 0 1,-2 1-163,1 4 0,-1-1-90,-2 18-61,-2-23 5,0-15 736,0-10-696,1-4 123,5 1-67,2-2-12,8 0-39,1 0-11,9 0 5,5 0 73,23 0-31,-22 0 1,0 0-23,0 0 0,-1 0 0,0 0 0,1 0 67,1 0 1,-1 0-27,21 0-317,-16-1 0,0 0 257,15-3 7,-14 0 1,3 0 0,-3 0 0,1-1-26,0 1 1,-1 0 2,-4 0 1,-2 1 41,10 0-33,-2-3 34,-2 3 44,14-2-59,-24 4 1,1-1-29,7 0 0,1 0 6,-6 0 0,-1 1 0,-1-1 0,0-1 98,18 0 1,-2 0-23,3 2-68,-14 0 0,2 0-25,-1 1 1,3 0-10,11 0 1,0 0-43,-12 0 1,-1 0 27,1 0 1,-2 0 3,11 0 16,-13 0 1,1 0-4,-1 0 1,1 0-18,-1 0 1,1 0 0,-4 0 0,-1 0-3,2 1 0,-1-2 0,20-1-164,-17 0 1,0 0 168,18-4 249,-17 2 0,2 0-223,-1 1 0,1 0-29,7 0 1,0 1 22,-10 1 1,-2 0-26,-2 1 0,-2 0-6,13 0 23,-10 0 0,1-1-15,0 0 1,0-1 16,6 0 1,0 1-8,17-2 44,-11 1 0,-13 2-23,3 0 324,1 0-352,-6 0 1,2 0 10,1 0 1,2 0-11,8 1 0,1 0-4,-10-1 1,-1 1-3,5 1 0,-2 1 6,18 1-1,-20-1 1,1 0-3,-1 0 0,1-1-1,1 0 1,-1-1-3,20 0 6,-2-1-6,-15 0-6,16 0 6,3 0 0,-19 2 0,0-1 0,16 0 0,-5 3 6,-22-3-6,4 4 5,-3 2-5,3 4 0,-8-2 0,-3 1 0,-4-5 0,-2 0 0,-1-4 6,1 1 5,-1-2 34,-2 0-11,2-6-34,-5-3 33,3-9-27,1-5 5,7-17 0,0-6 39,-7 18 1,-1 0 235,6-22-141,-7 18-10,-2 9 5,-4 14-23,1 3-50,-2 3 152,0 2-294,1 1 0,0 0 1</inkml:trace>
  <inkml:trace contextRef="#ctx0" brushRef="#br3" timeOffset="308397">11159 10476 18408,'37'28'2812,"-9"-4"-2403,-16 16-174,-8-9 0,-1 1-27,1 22-463,-3-15 1,0-1 427,-1 18 26,0-20 0,0 0-81,0-6 0,0 0-60,0 4 1,0-3-53,0 4-1,0-14-5,0-17 0,0-1 0,0-3 566,12 0-566,0 0 5,16 0 6,20-3-5,-2-1-212,-13 1 0,2-1 208,-6 1 1,1-1 0,15 1 0,3 0 2,2 1 1,1 1-6,0-1 0,0 1-345,-3 1 0,-3 1 347,-12 1 1,-2 1-3,0 0 0,0 0 3,-1 1 0,1 0-96,12 1 1,1 1 97,2-2 1,0 0-3,10 3 0,-1-1-3,-11-2 0,-4-1 0,-4 1 0,-3-1-6,12 0 12,-1 0-6,1-1 3,-14 0 0,2 0-1,3 0 1,-1-1-3,-1 1 0,-1 0 0,-2 0 0,-2 0 6,5-1 369,-2 2-375,-3 0 710,12 2-705,8-3-5,-1 0 0,1-2 0,0 0 0,-12 0 0,10 0 214,-19 2-208,14 2-12,6 2 6,1 2 6,1-1-6,-15-1-6,-3-1 6,-2 1 0,0-3 6,-4 0-6,-2-2 0,-7-1 0,-5 0 0,-3 0 0,3 0 0,-3 0 11,-1 0 95,-5 0 101,-3 0-39,0-4-134,0-2 0,2-3-29,0-4 1,2-6-1,3-10 40,2-9-39,-2 5-1,-1 1 1,-3 12 5,1-3 45,1 5 174,-3 3 33,1 7-78,-3 6 420,0 1-785,3 1-4093,-1 0 4273,1 6 0,-1-4 0,-2 5 0</inkml:trace>
  <inkml:trace contextRef="#ctx0" brushRef="#br0" timeOffset="323319">23101 10212 25186,'31'0'375,"1"1"1,10 0-1,2 1-255,-2 0 1,0-1-810,8 2 0,-1-1 722,-11-1 1,-1 1 8,1-1 0,0-1-42,-3 2 0,2-1 268,5 1 0,0 1-265,-8-1 0,-1 0 19,-1 2 1,-2-1-18,1 0 316,-18-2-243,-8 0 280,-5 0-3248,1 0 3090,-8-1 1,5 0-1,-5 0 1</inkml:trace>
  <inkml:trace contextRef="#ctx0" brushRef="#br0" timeOffset="330352">24404 10895 17664,'0'6'1170,"0"0"-872,0-6-13,0 0-78,0 2 409,0-1 1311,0 2-1098,0-11-560,0-20-219,1-4-44,4-19 0,4 7 16,-1 8 0,0-3-19,2-1 0,-1-3-467,2-11 0,0-2 464,-3 13 0,0 2 2,-1 1 1,0 3 3,0-12 19,-2 16 0,1-1-22,-1 1 0,0-1 2,3-6 1,-1 1 11,0 5 0,0 2-17,3-11 0,0 11 5,-7 15 968,4-5-900,-1-5 22,1 5 23,0 1 16,-2 11 40,-3 2 11,-1 3-51,1 2-83,-2 2 464,2 1-442,-1 0 89,1 6 7,10 16-85,7 20-40,-3-8 1,2 2-12,-3-4 1,0 1-244,2 3 0,-1-1 215,-2-6 1,-1-1 44,1 0 1,1 0-34,-1 1 0,2 1 33,4 8 0,2 1-16,-2-1 0,2 0 8,3 5 0,0-1-26,-7-10 1,-2-4-11,12 17 44,-14-21 79,3 2-56,-5-6-62,0-2 23,-7-10-23,-4-5 1053,-1-3-997,2-19-22,0-15-17,1-9-22,0-10 27,1 10-33,-2 11 0,0-3 6,0-2 0,0-2-4,1-10 1,0 1-257,-1 10 0,0 1 257,0 3 0,1 2-3,0-12 6,1 4-6,0-1 11,2-13-11,-4 26 0,1 0 0,0-26 0,-1 9 5,-2 17 1,0 7-6,0 2-6,1 2 509,0-3-509,3-1 6,-2 4 0,5 2 0,-4 7 0,2 1 0,-2 1 39,1-1 90,-1 2-6,0 0-61,-1 4-225,0 1-2458,-2 5 2621,-8 10 0,7-6 0,-7 4 0</inkml:trace>
  <inkml:trace contextRef="#ctx0" brushRef="#br0" timeOffset="333102">25343 10675 8354,'9'0'8005,"-1"0"-7927,-8 0 17,0 0 68,7 1 386,-3 4 78,5 4 230,-7 12-336,-1 14-347,-1 2-34,0 5-56,0-10-6,0-2-5,2-3-28,0-1 0,1-12 55,3-7-94,0-16 28,3-9-34,0-8 5,3-3-5,-1-1 0,9-9 17,-1 1-11,1 4-6,-2 8 0,-6 14 0,0 5 0,-4 2 50,8 4 107,0 4 184,7 12-145,-5 1 202,-1 21-208,-8-12 29,1 8 273,-4 2-104,0 3-254,-3-2 28,-2-2 12,-1-14-56,0-2-62,0-4-17,2-4-78,0-5-505,1-1-1237,0-4 1781,1-8 0,-2 6 0,-1-6 0</inkml:trace>
  <inkml:trace contextRef="#ctx0" brushRef="#br0" timeOffset="334537">26155 10158 9582,'0'-4'7023,"0"2"-5024,0 2-1723,-12 45 9,8-18-70,-3 6 1,0 4 380,6-4 1,0 0 235,0 7 0,1 1-862,2 0 1,0 0 174,1-2 1,1-2 16,8 11-81,8 0-75,-9-15 0,7-3 38,-11-19 52,1-8 21,-3-27 328,-2-2-412,-1-25-33,-2 3 6,1 6 0,-2-3 13,-6-2 1,-1-3-332,2 9 1,1-2 0,-3 3 313,-4-8 1,-2 4 3,3 5 0,1 3-19,-3-4 19,5 6-1,-1 3 6,3-5 1,-1 2 49,2-3 1138,2 13-1143,1 6 43,1 8 164,-1-2 0,0-3-145,0-9-84,2 3 156,0-9-61,0 14-40,0-4 125,3 5-125,10-2-44,14-3-39,5 3 55,9 3-61,-3 5 22,-8 5 1,3 2 2,2 0 1,2 1-10,10 0 1,-1 0-194,-10 2 1,-1 1 176,-4 0 0,-3 2 11,7 5-6,-5 5-5,-5 1-5,1 11-23,-20 6 0,-7 4-6,-16 17 51,-3-12 0,-7-3-15,3-19 1,-3-4-3,0-1 0,1-2 6,-11 4 348,2-2-321,3-2-27,5-2 27,6-3-38,8-2-1,6-3-50,5-1 51,2 1-1,42 7 12,-11 2-4,3-3 1,3 1-242,-10 0 1,-1 0 241,1 1 0,2 1 5,10 7 0,1 2 14,-12-4 1,-2 1-20,8 4 0,-2 2 22,-9 0 0,-4 2 26,7 11-1,1 12 51,-19-16-6,-3 1 62,-3-3 78,-7 18-67,-8-14-17,-8 13 240,-12-16-256,-7 0-43,17-16 1,-2-1 33,-16 4 0,-3-1-90,-3-4 0,-2-2-131,10-3 0,-2-1 0,3-1-306,-8 0 1,4-4-348,6-3 0,5-3-3313,-4-13 4061,7-22 0,13 15 0,5-5 0</inkml:trace>
  <inkml:trace contextRef="#ctx0" brushRef="#br0" timeOffset="336937">27091 10648 9761,'6'2'5791,"-2"-1"-4855,-4-1-684,5 33 1204,-4-7-857,3 23-162,-4-19-84,0-6 112,0 6-364,0-8-101,0-3-6,2-11 1,1-8 5,5-10 5,1-4-5,6-13 0,-2-5 0,4-1 11,7-14-5,1 7 0,-3 3-6,-3 15-6,-12 14 107,1 5 123,-4 15-135,-1 16-55,0 3 11,-3 7-45,2-16 11,-2-3-11,1-7-6,1-6 6,3-4 34,9-7-23,9-14-5,1 2-6,2-10 0,-7 14 5,0 1-5,-6 7 39,1 1 589,-5 13-236,-2 6-107,-1 9-127,1 5-80,-4-2-72,4 1-6,-4-3-947,4-6-8884,-4-4 9274,1-8 0,-3-3 0,-1-4 0</inkml:trace>
  <inkml:trace contextRef="#ctx0" brushRef="#br0" timeOffset="337921">27773 10654 16880,'0'21'2336,"0"-1"-1832,0 0-174,0 1 84,0 18-44,0 7-17,3 7-253,-2-14-55,3-14-11,-2-16 11,1-4 5,1-2 40,5-7-79,-1-8-6,6-5 7,-2-11 16,3-2-28,0-1 0,2-2-6,0 3 6,7-10-11,0 5-28,6 3 39,-9 15 0,-4 10 112,-8 10 22,1 8-11,-5 9 186,5 32-116,-8-21 0,0 2-50,0 0 0,0 0 0,0-1 0,-2-3 92,0 7-118,0-7-77,0-7-147,0-7-3573,0-7 3680,0-7 0,0-1 0,0-3 0</inkml:trace>
  <inkml:trace contextRef="#ctx0" brushRef="#br0" timeOffset="339355">28675 10109 19591,'33'18'470,"-1"0"0,-2-1 1,-3-6-62,6-19 100,11-16-448,-20 5 1,-1-5-34,4-6 0,-2-3-231,-4 5 0,-4 1 220,-3-2 0,-4 1-11,-2-10 180,-5-13-146,-27 4-38,7 21 1,-4 3-53,-4 7-1,-1 3-19,-3 5 0,1 3-208,-17 3 273,-2 5 5,1 8 70,15 3 0,0 3 3,3 5 0,2 3 30,-4 6 1,2 2-31,10-5 0,4-1-15,2 0 1,3 0 70,6 14 331,0-2-208,3 3 14,-1-14 0,2 2-95,4 2 0,2 0-104,-3-1 0,2 0-154,5 0 0,1-3 216,8 13 39,2 3-115,1-1 84,-5-9 1,1 2 44,-1 1 0,1 2 6,3 10 0,-2-1-88,-5-10 1,-3-1 134,-3 0 1,-4-2 284,-5 7-240,-28-3 263,-21-21-613,10-16 0,-2-4-59,7-3 1,2-2-174,0-1 0,4-2-975,-2-11-5226,10-7 6503,25-19 0,-6 22 0,16-9 0</inkml:trace>
  <inkml:trace contextRef="#ctx0" brushRef="#br0" timeOffset="339871">29370 10263 9201,'6'0'8502,"-2"0"-7185,-4 0-1205,-19 32 560,1 1-370,2-6 0,0 1 359,-10 20 101,3-7-580,-1 4 328,-1 0-169,5 3-55,3-2-78,11-16 1,1 1-156,0-2 1,4 0-52,9 3 1,4-1-3,8 11-268,23-14-1048,-8-16 1316,-4-5 0,0-1 0,-4 0 0,14 1 0</inkml:trace>
  <inkml:trace contextRef="#ctx0" brushRef="#br0" timeOffset="340322">29621 11033 18123,'15'-30'875,"1"0"1,-4-3 0,-3 0-571,-5 5 0,-3-1-118,-1-1 1,0 1 14,0-15-166,-3 12 1,0-2-9,1 1 0,1 0-9,-2-5 1,0 1 104,1-14 72,2 16-11,2 17-68,1 1-77,2 4 10,8-7-50,4 0-157,7 0-229,-5 6-673,-2 8-744,-8 3 1803,-4 7 0,-2-3 0,-3 3 0</inkml:trace>
  <inkml:trace contextRef="#ctx0" brushRef="#br0" timeOffset="340589">29507 10702 18565,'46'-5'-1229,"0"0"0,-1 0 0,-1-1 0,-2-1 1,-14-2-1,-17-2 0,-2-4 0</inkml:trace>
  <inkml:trace contextRef="#ctx0" brushRef="#br0" timeOffset="341005">30025 10233 17188,'12'36'452,"-1"1"0,0 0 1,5 15-1,-1-5-21,3 2 236,0 3 16,-5-3-23,-7-14 1,-2 1-162,0-1 0,-3 0-387,-3 0 0,-2-1 0,-6 21-112,-9-20-101,-1-8-974,-2-2-8756,-13 2 8958,5-12 1,3-1 0,14-11 0</inkml:trace>
  <inkml:trace contextRef="#ctx0" brushRef="#br3" timeOffset="345407">26092 11018 17232,'0'7'1188,"0"-2"-824,0-5 219,0 0-57,43 91-73,-30-63 1,-1 1-620,6 12 1,2 6-1,-3-7 278,1 10-33,-9-15 144,-5-23-218,-3-4-5,2-5 6,4-2 72,9-5-44,4-2 649,9-6-633,1-1-17,-3 5 1,4 0 22,7 2 0,4 1-21,-5 1 1,3 1 0,0 1-498,12-1 0,-1 2 479,4 1 0,-3 1 8,-13 1 0,0 0-12,-2 1 0,2 0 0,-2 0 15,8 2 1,-1-1-26,-7-1 1,1 1 0,0-1-116,17-1 0,1-1 115,-17 0 1,0 0 0,1 0-3,-1-1 1,-1 0 0,1 0-361,16 0 0,-2 0 362,-17 0 0,1 0 16,13 3 1,3 1-250,1 0 1,2 1 253,-10 1 0,1 0 1,-1 0-23,10 1 1,-2-1 27,-1 2 1,-2-2-28,-11-2 0,-3-1 19,2 0 0,0 1-5,0 0 0,0-1-47,-1 2 1,1-1 32,-2 2 0,1 0 33,13 5 1,1 0-18,1 0 1,-1 1-17,-1-1 0,-1-1 82,-3-2 1,-4-1-83,-12-4 0,-2-1 240,11-1 0,0 0-224,-2 1 1,1 0-17,6 2 0,-2 1 316,-10-1 1,-3 0-314,25 8-1,-16-5-5,2-2 386,1-2-384,-12-2 1,0-1 644,23 0-647,-22 0 0,-2 0 6,8 0-6,-10 0 268,-8 0-268,-1-2 0,4-2 6,7-4-6,-1 0 0,-4 0 0,-7 4 5,-10 2-5,0 2 6,-1 0 5,0 0 90,-1-1 89,-4 1 477,1-4-426,-2 2-79,0-5-95,1-1 40,4-15-46,7-12-55,-1-2 11,5-6 39,-6 12 44,5-7 214,-6 8 28,1 3-163,-7 12-174,-2 11 46,-1 3-9882,2 1 8834,-14 0 0,11 0 1,-11 0-1</inkml:trace>
  <inkml:trace contextRef="#ctx0" brushRef="#br0" timeOffset="555913">3984 13075 14426,'-8'-6'3674,"2"0"-3640,6 6 5,0 0 264,-14 10 425,11 24-229,-8 6-340,12-8 1,3 1-6,-1-5 0,1 1 165,1 14 0,1 1-202,-3-11 1,0-1-48,3 6 0,-1-1-25,0 3-246,0-23 290,-1-49-89,-3-12 0,0 2 0,-2-2-154,-1 9 1,-2-2 181,-4-13 0,-3-1 0,-2 5 0,-1 0 56,-3-5 0,0 3-37,6 15 1,2 4-48,-4-14 67,12 21 51,1 0-51,3 1 203,20-9 21,12-2-182,-8 15 0,0 1-75,17-7 279,-8 9-296,-15 6-404,3 2-3915,0 3-2778,-6 0 7080,-4 3 0,-13 0 0,-1 0 0</inkml:trace>
  <inkml:trace contextRef="#ctx0" brushRef="#br0" timeOffset="556162">3987 13102 17899,'49'-7'-357,"-1"0"0,1 0 0,10-2 0,-7 2-2993,-8 5-2503,-30 2 5853,-5 8 0,-9-6 0,0 6 0</inkml:trace>
  <inkml:trace contextRef="#ctx0" brushRef="#br0" timeOffset="556379">3967 13517 13771,'0'5'2162,"0"-1"-1551,0-4-555,89-52-2563,-62 34 0,1-1 890,7-3 0,4-2 0,-7 1 1617,-8 2 0,-7 2 0,-6 5 0,-5 1 0</inkml:trace>
  <inkml:trace contextRef="#ctx0" brushRef="#br0" timeOffset="556744">4512 13253 15507,'13'50'279,"1"1"0,0-1 0,-2-5 0,1-3 0,1-6-198,4-7 0,0-8 48,11 0-56,1-37-73,-7-13-73,-3-4 0,1-4 42,-1 3 1,0 2 63,3-1 1,-1 2 313,4-4 84,-13 35-95,-12 21-235,-1 15-28,0 16-213,1-13 0,1 1-4776,3-8 1,1-1 4266,0-2 0,1-3 649,10-2 0,-9-22 0,-3-2 0</inkml:trace>
  <inkml:trace contextRef="#ctx0" brushRef="#br0" timeOffset="557456">5979 13373 14925,'7'-3'2901,"-1"0"-2470,-6 3 304,0 0-332,14 35-213,25-27-134,1 26-34,-12-36 1,0-6 5,8-6-112,1-25-157,-18-4 230,0 0-62,-25 8-5,-11 20 39,-11 7 33,-8 6 6,-3 11 0,-1 9 182,12 7 0,1 5 185,5 4 0,3 1-141,-1 1 1,4 1-62,5-4 0,7-1 110,13 7-141,9-6-67,15-9-117,-4-13 0,3-4-1202,0-2 1,-1-2-861,1-2 0,-2-4-5825,15-9 7937,-22-12 0,-14 10 0,-1-2 0</inkml:trace>
  <inkml:trace contextRef="#ctx0" brushRef="#br0" timeOffset="557677">6537 13505 9906,'37'-13'936,"0"-1"1,1 0 0,13-5 0,-10-3-1317,-14-16 452,-17 12 1,-3-2 1400,-3-18 370,-31 3-1020,-2 20-235,-21 20-325,13 16-134,12 3 0,1 4-90,2 6 0,3 2-1117,1 1 0,2 1-3845,-3 11 616,21-20 4307,18-37 0,-10 11 0,9-14 0</inkml:trace>
  <inkml:trace contextRef="#ctx0" brushRef="#br0" timeOffset="557861">6701 13208 16387,'-1'49'266,"0"0"1,0 0 0,-1 0-1,1 0 1,0 2 0,-1-2 0,1-1-1,1-3-266,0 3 0,1-2 0,1-5-162,1 4 0,1-4-2045,0 3 0,2-4-4005,1 5 6212,-8-6 0,-1-36 0,-5-3 0</inkml:trace>
  <inkml:trace contextRef="#ctx0" brushRef="#br0" timeOffset="558063">6537 13734 20050,'46'-18'-1398,"-1"-1"1,1 1-1,10 0 1,-9-2-1213,-27-3 0,-7-1 1019,-1-1 1591,-1-2 0,-7 13 0,0 0 0</inkml:trace>
  <inkml:trace contextRef="#ctx0" brushRef="#br0" timeOffset="558412">7089 13421 10562,'3'0'5489,"0"0"-4313,-3 0-135,18 78-665,-6-42-393,1 14 1,1-2 402,4-13 283,11-1-188,4-17-55,9-19-398,-22-17 0,-3-5-28,9-24 0,-16 17 0,-3 0-101,-1-10-319,-3 4-319,-3 6-2814,0-1-4709,-2 12 8262,-1 3 0,1 11 0,-1 5 0</inkml:trace>
  <inkml:trace contextRef="#ctx0" brushRef="#br0" timeOffset="558696">7613 13457 17400,'8'50'-92,"0"-1"1,0-4 0,-2-7-1175,1-10-1797,-2-8 3063,2-8 0,-5-7 0,1-5 0</inkml:trace>
  <inkml:trace contextRef="#ctx0" brushRef="#br0" timeOffset="559247">8038 12729 15794,'0'38'309,"0"0"0,0 0 0,0 7 0,0 1 1,0-2 410,0 9 0,0-2-1985,0 1 1,0 0 1409,0 0 1,0-2 10,0-17 1,0-2 339,0-1 0,0-1-361,0 24 522,4-2-607,2-12 123,2-7-167,-2-16 1701,-2-9-1600,-4-2 168,3-1-225,-2-1 62,2 3-112,-3-4 6,1 2 39,-1-4-3322,0 2 0,0-2 0</inkml:trace>
  <inkml:trace contextRef="#ctx0" brushRef="#br0" timeOffset="559547">8335 13364 9134,'4'0'4923,"-1"0"-2683,-3 0-1366,3 76-505,1-39-470,-2 11 1,1 0 207,2-12 17,-2-3-124,2-4-1114,3-1-4818,1-13 2572,2-2 3360,1-29 0,-6 11 0,0-12 0</inkml:trace>
  <inkml:trace contextRef="#ctx0" brushRef="#br0" timeOffset="560228">8683 12838 12785,'2'-4'4604,"-1"2"-3551,-1 2-829,6 66-50,1-23-484,0 6 1,0 3 452,0-20 0,1-2-37,-1 3 1,1 0 136,-1 0 1,1 2 221,2 10 1,-1 3-377,-2-3 1,-1 0-51,1-2 0,-1-3 0,-3-7 1,-1-4 66,0 9 12,-2-18-40,0 0 763,0-16-572,0-2 113,4-5-343,8-12-39,2 2 0,6-12-5,-2 10-40,8-4-33,3 6-2,5 3 75,-8 6-1,-7 9 6,-9 7 0,-5 8 0,-2 7 11,-4 12 41,-17 1 37,-8-3-89,-7-15-33,3-14-86,8-9-850,-3-24-1276,4-10-623,1-8-3999,6 0 2069,5 20 4798,1 3 0,4 11 0,1 3 0</inkml:trace>
  <inkml:trace contextRef="#ctx0" brushRef="#br0" timeOffset="560748">9288 13331 14829,'4'43'454,"1"0"1,0 0 0,0 0 0,1 10-1,-1-2 1,0-6-231,-1-12 0,-1-4 163,1 18-135,-2-28-146,1-8-72,-2-6 90,0-9-74,-1-26-50,0 1 0,0-22 0,2 8 3,2 12 0,2-3-1,3 2 1,1-1 39,3-4 0,2 1 25,9-12 23,-5 18 33,-7 16-44,-2 7 49,0 1-116,0 4-12,0 1-1345,3 1-3494,-5 1 4839,-1 5 0,-5-3 0,-2 2 0</inkml:trace>
  <inkml:trace contextRef="#ctx0" brushRef="#br0" timeOffset="561013">9766 13448 17508,'11'40'-167,"0"-1"1,0 1-1,4 13 0,-1-6-1726,-2-8-2716,-4-12 1176,-2-21 3447,1-2 0,-3-4 1,0 0-1</inkml:trace>
  <inkml:trace contextRef="#ctx0" brushRef="#br0" timeOffset="561546">10264 13641 17748,'18'36'259,"0"0"1,-1-3-1,1-9-186,6-19 72,13-7-150,0-18-186,2-17-105,-16-8-68,-12-5 235,-9 13 129,-11 5 67,-8 6 695,-30 9-546,18 17 0,0 4-127,0 1 1,1 3-90,0 4 0,4 4-73,-3 14-1597,6-3-6277,9-4 7947,4-7 0,6-8 0,1-4 0</inkml:trace>
  <inkml:trace contextRef="#ctx0" brushRef="#br0" timeOffset="758212">11801 13692 18341,'2'-3'1804,"-1"0"-68,-1 3-666,42-27-767,-12 15-306,2-5 1,3 1 422,9 6-101,-1 3-112,-3 3 62,-6 2-202,-4 1 129,-2 1-190,-6 0-12,-3 0-431,-7 0-790,-6 0-2402,-3 0 3629,-2-3 0,-1 2 0,0-1 0</inkml:trace>
  <inkml:trace contextRef="#ctx0" brushRef="#br0" timeOffset="758531">11761 13451 8937,'2'-3'6890,"-1"0"-2897,-1 3-2688,6-13-431,3 10-342,14-11-408,0 14-80,9 0-44,0 0-860,-1 0 0,2 0 860,0 0 0,0 0 0,21 0 0,-15 0 0</inkml:trace>
  <inkml:trace contextRef="#ctx0" brushRef="#br0" timeOffset="758981">12249 13175 16577,'5'0'2319,"0"0"-1770,-5 0-448,10-3 106,21 2-173,7 5-34,-10-1 0,3 3-3,11 5 0,2 2 3,9 1 0,0 0-687,-1 1 1,-2 1 644,0 0 0,-5 2-8,0 10 464,-26-3 0,-6 3 571,-9 4 1,-7 2-135,-9 11 1,-7 0-922,2-7 1,-3-3 192,-6-1 1,1-2-40,-4 7-84,7-4-224,8-8 325,7-4-2851,4-7 2750,7-4 0,-3-6 0,4-2 0</inkml:trace>
  <inkml:trace contextRef="#ctx0" brushRef="#br0" timeOffset="761117">14314 13620 13323,'0'3'3529,"0"0"-3009,0-3-60,22 18 251,-3-6-134,25 11-381,-17-16-84,2-4 0,-8-4 34,8-20-34,3-12-67,-6-8 39,-7-6 0,-14 14 5,-4-3 1,-1 3 56,-7 1 251,-4 5 857,-21 2-402,-6 13-524,10 7 0,-1 4-295,-16 13-22,-1 10-11,16 5-302,-2 17-2599,14-7 2901,7-5 0,11-14 0,6-17 0</inkml:trace>
  <inkml:trace contextRef="#ctx0" brushRef="#br0" timeOffset="761564">14431 12838 16997,'4'52'848,"-2"-21"1,-1 3-289,-1 9 1,0 1-980,1-4 1,1 0 737,-1 5 0,2-1-132,1-10 1,1-1-12,1 0 1,2 1-54,0-2 1,2 2 8,8 8 0,1-1-88,-4-11 1,0-1 19,4 5 1,2-1 64,-1-9 0,-1-3-56,6 8 272,7 1-345,-16-18-73,-1-5-196,0-2-2607,5-4 2876,-7-1 0,0 0 0,-9 0 0</inkml:trace>
  <inkml:trace contextRef="#ctx0" brushRef="#br0" timeOffset="762463">15123 13647 18761,'0'-40'487,"0"1"1,0-2 0,0 0-424,0 9 0,0 2-8,0-2 0,0 1 23,0-14-18,0 16 1,1-1-23,4-22-5,-1 6-29,3 16 85,-4 22-90,0 4 0,1 4 151,-1 2-67,5 9 50,13 23-8,-3-5 0,2 4 179,8 11 1,0 3-569,-2-8 1,-1-1 357,0 1 1,-2-4-1,8 9 67,6-3-11,-8-16 135,3-5-107,-13-20 45,-5-13-73,-5-9 744,1-11-811,-2-5-17,-1 7 1,1-3-24,-1-1 1,0-2 25,1-9 0,0 0-207,-3 10 1,-1 3 175,1 3 1,-2 3 5,-3-5 5,2-3-39,-2 9 34,0 1-39,0 12-51,0 7 10,0 3-501,1 3 0,1 0 1</inkml:trace>
  <inkml:trace contextRef="#ctx0" brushRef="#br0" timeOffset="763414">15818 13626 8612,'4'0'6632,"-1"0"-5808,-3 0-29,1 32-342,0-9-111,0 18 39,-1-19-157,0-11-107,0-2-44,2-3-129,0-4 112,5-6 258,10-18-303,1 0 23,6-12-29,-5 10 1,5-5 79,-6 9-18,0 1-34,-6 12 85,-7 6 112,1 2 162,1 9 548,9 19-447,6 16-398,1 1-95,1-4-431,-9-18-1098,0-10 1529,-4-3 0,-5-7 0,-3-2 0</inkml:trace>
  <inkml:trace contextRef="#ctx0" brushRef="#br0" timeOffset="763932">14217 14387 16509,'47'-10'400,"0"0"0,0 0 0,-1 0 0,0 1 0,2 1-179,-5 1 0,0 2 1,2 0-1,0 0-700,7-1 1,0 1 0,2 0 0,2 0 498,-3 0 0,2 0 0,2 0 1,-1-1-1,0 2-289,-3 0 0,2 0 0,-2 0 1,-1 1-1,-2-1-1213,-1 1 1,-3 0-1,-1 0 1,-2 0 1481,6 1 0,-2 0 0,-8 1 0,5-1 0,-19 2 0</inkml:trace>
  <inkml:trace contextRef="#ctx0" brushRef="#br0" timeOffset="764501">14645 15208 15271,'38'-4'179,"1"1"0,-1 0 0,19-9 1,-12-8 318,-21-27-307,-5-2 33,-15 6 578,-11 20 240,-17 3-111,-18 10-545,14 11 0,-1 5-162,-18 8-9,5 14-210,20-3 256,5 1-938,7-3-735,6-5-1971,2-9 3383,2-3 0,0-6 0,0 0 0</inkml:trace>
  <inkml:trace contextRef="#ctx0" brushRef="#br0" timeOffset="764814">14906 14549 18885,'-1'40'745,"-3"4"-202,-3-3 90,2-4 0,0 5-185,3 2 0,0 1-1052,-1 2 1,2-1 645,2-3 0,4-2-42,5 7 116,6-7-1113,2-13-3978,6-7 4975,0-24 0,-5 6 0,-6-15 0</inkml:trace>
  <inkml:trace contextRef="#ctx0" brushRef="#br0" timeOffset="765232">15474 14438 19154,'0'39'683,"0"1"0,0-1 0,0 10 1,0-3-432,0-9 0,0-1 118,-2 18-45,2-17 0,0 1-169,-2-1 1,3-1-96,5 6 1,5-1-6,2-7 0,3-5-56,22 11-5,5-16-46,-11-14-77,14-5-1020,-3-2-1944,7-14 453,-21-1-1791,-12-12-969,-20-5 5399,-31-14 0,20 18 0,-19-3 0</inkml:trace>
  <inkml:trace contextRef="#ctx0" brushRef="#br0" timeOffset="765435">15354 14805 20257,'43'-5'-1452,"-1"0"0,1 0 0,16-1 0,-10-3 1452,-14-8 0,-17 7 0,-7 4 0</inkml:trace>
  <inkml:trace contextRef="#ctx0" brushRef="#br0" timeOffset="765899">16710 13960 22375,'51'7'-1048,"-1"0"1,-3 0-1,-5-3 1048,5-5 0,-19 0 0,-15-1 0</inkml:trace>
  <inkml:trace contextRef="#ctx0" brushRef="#br0" timeOffset="766132">16754 13626 7143,'40'-2'0,"0"0"0,1 1 0,7-1 0,0 0 0</inkml:trace>
  <inkml:trace contextRef="#ctx0" brushRef="#br0" timeOffset="766765">17633 13803 17843,'12'53'285,"0"-1"1,2-5 0,6-11-158,24-20 114,-1-9 10,-11-7 28,-2-3-45,-1-7-44,9-22-138,-19 10 0,-1-3-22,-1 0 0,-1-1-201,-2 0 0,-3 1 405,-1-13-50,-4 2-12,-3 0 96,-5-14-28,-15 2-62,5 21 0,-3 2-84,-21-10-11,-3 16 40,8 14-119,-3 3 425,-2 2-245,9 6 0,-1 3-76,-2 5 0,1 4 11,-7 7 1,2 2-104,9-1 0,2 0-17,4-1 0,3 0-129,4 8-3573,8 7 3702,20-6 0,-10-7 0,12-13 0</inkml:trace>
  <inkml:trace contextRef="#ctx0" brushRef="#br0" timeOffset="804226">3599 11228 17540,'9'-47'2364,"-4"12"-1216,-2 22-610,-7 11-527,-26 24-25,3 5 0,-3 4 14,-4 4 0,0 4-751,5-6 1,0 3-1,1 0 762,4-5 1,2-1-1,-3 4-10,-1 5 1,-3 3-1,0 2 1,-1 1-294,6-7 1,0 2-1,0 0 1,-1 1 0,0 2 297,0 1 1,0 2-1,-1 1 1,0 1-1,1-1 1,1-2-430,0 3 0,0-1 0,2-1 0,0 0 0,1 1 423,0 0 0,1 1 0,0 0 0,2 0 0,1-2 0,0 2 0,2-2 0,2 1 0,-1 4-186,2-5 0,-1 4 0,1 1 0,1 1 0,0 0 0,1-1 187,2 0 0,1-1 0,1 0 0,0 1 0,1 0 0,-1 2-1,0 0 1,0 2 0,0 0 0,1 1 0,0 0-1,1 0 1,0-3 26,2 5 0,2-1 0,0 0 0,0-1 0,1-2 1,0-2-6,1-2 0,-1-2 1,1-1-1,0-2 1,0 0 6,1 5 0,0-1 1,1-2-1,0-5 180,4 10 0,0-4-131,1 0 1,1 0 205,0 1 1,3 3-249,-2-13 0,1 4 1,1 0-1,2 0-22,1 0 0,1 0 0,2 1 0,1 0-4,-1-1 0,1 2 0,2 0 0,0-1 1,-1-3-11,2 1 0,0-3 0,0-1 0,0-1 0,8 9 0,0-2 0,-2-4 528,3 3 0,1-3-515,-5-6 0,2 2 0,1-1-13,-1-2 0,0 0 0,2 0 0,6 5 0,1 1 0,-1-3 106,-8-8 1,0-2-1,-1-2-109,14 8 1,-2-3-1,-9-10 0,0-1 115,16 5 0,3-2-124,-16-8 1,0 0 0,2-1-2,7 3 0,1-1 0,0-1 11,-3-2 0,-1-2 0,-2 0 1111,7 0 1,-4 0-1110,-6-3 0,-3-1 0,7 1 521,2 0-476,-8 0 1333,-4-1-1109,-14-2 349,-11 0-299,-2-3 436,-3 3-671,1-2-50,4 6-252,-1-1-1737,3 0 1955,-4-4 0,-1-2 0,-2 0 0</inkml:trace>
  <inkml:trace contextRef="#ctx0" brushRef="#br0" timeOffset="804592">4328 16179 19328,'30'32'-38,"0"1"1,0-1 0,0 0-1,7 7 1,0 0 0,-2-9-87,-3-12 1,-1-5-421,0 2 1,-1 0 518,0 0 0,-2 2 298,3 7 0,-5 5 883,-10 6 1,-4 4-438,0 0 1,-5 2-516,-12 5 1,-6 0 139,-1-10 0,-2-1-109,-3 1 1,-1-1-150,1-2 1,1-1-87,2-4 0,0-1-459,-4 16 571,9-25 1,5-8 0,6-15-1</inkml:trace>
  <inkml:trace contextRef="#ctx0" brushRef="#br0" timeOffset="812096">6774 17701 19977,'3'-28'971,"-1"0"1,3-25-585,2 18-127,-1 6 1,1-3-118,0-8 0,0-2-91,-1 5 0,1-3 1,0-1-859,-1-1 1,0-1 0,0 2 833,2-10 0,0 2 340,-2-3 0,1 3-228,1-4-6,0 5-83,1 26 83,1 21 112,6 17 1899,7 12-2008,1 7 0,2 7-48,-6-10 1,0 1 0,1 2-576,5 9 0,1 3 1,-1-2 543,-5-7 0,-2-2 0,0 0 23,7 13 0,-2-4-36,-11-18 0,0 0 64,2 3 0,0-2 20,6 12-62,0-5 57,-11-23 94,-5-9 1833,-3-12-1665,1-8 40,3-39-317,0 17 0,2-4-104,-2 7 1,2-3 0,-1-1-436,2-4 0,0-1 0,0 3 430,3-10 0,-1 2 20,-2 10 1,0 0 0,-1 3-2,-2 5 1,-1 2-4,1-7 1,-1 2 17,0-5 0,-3 7-29,1 2-5,-3 11-5,3 3 1334,-3 11-1391,3 2-422,-1 2 1,1 1 0</inkml:trace>
  <inkml:trace contextRef="#ctx0" brushRef="#br0" timeOffset="813320">7617 17768 8791,'-4'5'5893,"1"-1"-5400,3-4-67,0 2 380,0 0 113,0 3 318,0 4-446,0 9 21,3 17-460,-1-1-21,4 6 38,-2-8 275,5 13-335,0-3-180,3 0-96,-3-18 79,-3-13 28,-4-9-11,-1-2 151,1-11-218,0-3-29,3-11-27,7-17 0,0 9-1,7-14-5,-4 17 6,8-7-12,0 10-33,2 3 33,-5 12 1,-4 10-29,-1 2 34,0 0 62,2 2 330,6 15 257,-2 14-293,-8-6 0,-1 3-4,3 18-147,-7-15 0,-2 1-4,0 11-206,0 5-2258,-2-19 2263,-2-13 0,-1-12 0,-1-4 0</inkml:trace>
  <inkml:trace contextRef="#ctx0" brushRef="#br0" timeOffset="814670">9057 17404 18255,'-4'39'498,"0"1"1,0-1 0,-1 17-1,3-6 320,13-3-353,-1-2 228,3 2-603,-4-20-9,-3-9 98,-3-30-49,-3-18-46,-1-16-59,-7 3 0,-2-5-721,2 11 1,-1 0 0,-1 0 696,-1-2 1,0 1 0,0 0 15,-7-18 0,2 4-194,5 18 1,1 2 178,1 3 1,0 1 92,-6-19 241,2-2 51,4 15-135,3 1-179,4 17 2159,4 5-2182,10-1 522,9-5-522,17-4-28,0 3 1,5-1-18,9 0 1,2 1-389,-18 5 1,1 0-1,-1 1 383,19-1 0,-4 3-3,-18 6 1,-2 1-19,24 2 21,-13 8 268,-6 24 163,-18 22-288,-10-16 1,-6 3 15,-10 2 1,-5-2-82,4-8 1,-3-2 620,-10 1 1,-1-5-644,-6 2-398,4-3 118,13-15 224,19-6 67,9 2-61,12 2-1,12 4 35,4 3-18,-6-1 0,2 3-22,-1 5 0,-1 2-333,0 0 0,-2 3 336,-5 1 0,-6 2 81,-5 18 50,-9 2 146,-6 1 106,-10-15 1,-6 1-77,-7-1 1,-6-1-193,-12 7 0,-5-4-571,2-9 0,-2-6 453,-5-3 0,0-4-3,10-8 0,1-3-78,-1 0 0,-1-1-140,2 0 0,-1-2-734,-7-1 0,2 0-443,11 0 1,1-1 1397,-8-2 0,4 0 0,10 1 0,2-3 0</inkml:trace>
  <inkml:trace contextRef="#ctx0" brushRef="#br0" timeOffset="815522">10013 17822 16818,'0'8'4049,"0"8"-3393,4 18-371,0 2 74,3-3 0,1 3-65,-1-6 0,1 0-185,2 2 0,1-1-109,4 9 0,-1-23 6,-5-14 212,10-30-100,6-17-93,-7 10 0,-1-2-25,-4 7 0,0 2 0,9-17 17,-14 28 22,-1 8-39,-2 5 101,3 10 89,7 14-178,10 10-12,-2-1-34,1-7-44,-9-16-6,2-4 50,1-10 34,10-12 6,-6-3-6,5-4 0,-11 11 0,-2 6-6,-2 4 6,-4 4 140,2 2 605,6 21-583,3 9-195,4 6-488,-4-4-1232,-1-22 1753,2-5 0,-8-6 0,0 0 0</inkml:trace>
  <inkml:trace contextRef="#ctx0" brushRef="#br0" timeOffset="815995">10999 17939 11396,'2'10'6167,"-1"-2"-5775,-1-8 33,0 0 366,11 76-119,-1-38-513,-3 7 1,1-4 86,3-18-246,-6-17 90,6-3 22,10-29-174,16-15-22,-17 17 0,-1-2 31,2-1 0,-1 2-14,10-5 56,-6 6 11,-3 8 117,-1 8 1261,-3 16-185,1 25-795,-3 19-373,-9-24 0,-1 0-25,1 24-627,-5-20 627,-1-1 0,0-15 0,0-1 0</inkml:trace>
  <inkml:trace contextRef="#ctx0" brushRef="#br0" timeOffset="816845">12175 17337 19400,'53'-13'340,"0"0"1,0 0-1,-6-1 1,-1-2 0,-9-2-187,-10-5 0,-7-1-37,-3-1 1,-5 0 39,-2-9 83,-5-14-54,-13 1-74,-4 2 45,-12 8 212,-4 18 611,-20 5-675,20 9 1,-1 3-234,-1 2 1,1 3-73,0 1 0,3 4 120,0 9 1,3 4 25,-7 13-93,11-10 0,3 1 65,3 15 78,4 3 23,4 3-35,3-13 1,3 1-73,4 1 0,3 1-73,-1-2 1,1 0-164,6-2 1,2-2 190,14 11-29,-6-11 1,2 2-3,-1 1 1,0 1-35,5 11 1,-2 1-259,-7-10 1,-3-1 274,-3 1 1,-3-2 125,2 13-248,-6-1 355,-3-2 182,-3-16 1,-2 1 41,-14 19-380,-11 1-242,-21-23-212,2-14-225,-3-12-145,14-9-1571,-13-16 2299,21-3 0,1-2 0,-8-2 0,3-11 0</inkml:trace>
  <inkml:trace contextRef="#ctx0" brushRef="#br0" timeOffset="817811">12824 17419 18576,'13'-5'2588,"-3"1"-1753,-10 4-168,0 0-74,0 5-301,0 19-281,0 4-6,0 21 188,-3-3 1,-1 2-144,3-17 1,0 1-26,-3 17 0,0 1 6,5-12 0,3-3-76,4-2 0,3-1-98,-3 1 0,1-3-697,22 13-1081,-8-25-1417,4-9 3338,9-5 0,-17-4 0,2 0 0</inkml:trace>
  <inkml:trace contextRef="#ctx0" brushRef="#br0" timeOffset="818213">13332 18071 18448,'35'-24'539,"-1"0"1,-1 1 0,-10 0-59,-20-12 538,-1-18-747,-5 24 0,-1 1-230,0 0 0,0 0 3,-10-21-11,3 17-1,2 5 74,4 0 44,2-6-117,3-2-23,8-9-17,2 11 1,10 2-107,1 13-56,0 3-192,-4 3-1991,4 4 2351,-6 4 0,-3 3 0,-6 1 0</inkml:trace>
  <inkml:trace contextRef="#ctx0" brushRef="#br0" timeOffset="818446">13335 17759 19356,'51'-19'20,"1"1"0,-1 0 0,1 3 0,-8 1 0,-18 0 0,-1 0 0</inkml:trace>
  <inkml:trace contextRef="#ctx0" brushRef="#br0" timeOffset="818847">13736 17223 9526,'4'0'7835,"-1"0"-6474,-3 0-699,40 51-69,-6-8-285,-6-5 0,2 0-175,-10-9 0,-2-3 635,6 20-131,-10-12 1,-1 4-246,-3 2 0,-1 3-84,0 9 0,-2 0-448,-3-11 0,-2-3 249,-1-2 1,0-2 47,-1 8 123,0 8-190,-6-10-80,-3-2-917,-2-18-1877,-2-12 2784,3-15 0,5 5 0,-1-6 0</inkml:trace>
  <inkml:trace contextRef="#ctx0" brushRef="#br0" timeOffset="819284">14725 17665 25354,'56'10'2375,"-5"-2"-2241,-14-2-72,12 3-286,-4-1-1495,0-2 1719,-27-11 0,-9 3 0,-15-8 0</inkml:trace>
  <inkml:trace contextRef="#ctx0" brushRef="#br0" timeOffset="819498">14665 17361 17120,'6'-3'4509,"-2"1"-3579,-4 2 22,80-11-823,-40 5-129,10 0 0,3 1 0,0 2 0,-28 3 0,5 0 0</inkml:trace>
  <inkml:trace contextRef="#ctx0" brushRef="#br0" timeOffset="820700">15822 18029 22391,'14'-45'544,"0"-1"0,1 1 1,-3 6-1,-1 2 1,0 0-439,1-2 1,0 1 0,-2 1-440,2-8 0,0-1 428,-1 5 0,1-3 1,0 1-65,-1 5 1,-1 2 0,1-1-55,3-2 1,0 1 0,-1 3-4,0 3 1,1 6 327,13 3-296,-9 30 72,3 13 0,1 7 23,5 14 0,1 6-96,-3-4 0,1 5 0,-1 0 147,-5-11 1,0 2-1,-1-1 1,0-1-408,0 3 0,-1-1 1,0-3 296,5 10 0,-3-6 42,0-4 363,-4-12-397,-7-14 264,3-24 68,-3-9-382,8-24 0,1 0 100,-6 19 0,0-1-100,-1 0 0,1-4 0,6-16 0,0-4 0,-7 15 0,-1-2 0,1 1 0,0-1 0,0 0 0,-1 0 0,-1 2 0,-1 0 0,1 0 0,2-17 0,0 1 0,-2 15 0,-1 1 0,1-10 0,0 2 0,0-4 965,0 1-965,-4 15 0,0 6 0,-2 16 0,-3 10 0,2 2-2868,1 4 3014,-1 6 1,1-4 0,-1 4 0</inkml:trace>
  <inkml:trace contextRef="#ctx0" brushRef="#br0" timeOffset="821401">17195 17759 14807,'0'-5'4504,"0"1"-3636,0 4-185,9 50 95,-2-20-517,0 7 0,0 0 417,3 4-161,2-3-47,3 6-453,0-20-17,8-3 112,-5-31-28,4-10 177,-2-16-239,-6 9 1,0-1 22,13-19-45,-5 5 5,-7 21 74,-3 19 89,-3 12-56,7 6-6,8 19-67,4-7-162,12-2 123,-10-15 39,0-22-33,-8-5-1,12-22 23,-4 4-22,5 3-6,-14 14 0,-6 15 84,-6 3 213,8 18-264,4 9-3029,11 12 2996,0-7 0,-12-15 0,-5-10 0</inkml:trace>
  <inkml:trace contextRef="#ctx0" brushRef="#br0" timeOffset="822002">18579 18141 20083,'14'-41'458,"1"0"0,-1 0 1,0 3-1,0-2 1,1-1-1,-1 1-21,2-10 0,0 0 0,0-1-1221,1 0 1,0-1 0,0 0 854,-4 11 0,-1-1 1,1 1-1,-1 2-6,-1 1 1,0 2-1,0-2 241,5-7 0,0-1 0,1 1-289,-3 9 0,1 1 0,0 1 72,7-18 1,0 6 0,6 2 669,-16 29-759,-7 15 364,0 7-229,2 9 1934,4 13-1951,5 15-18,-3-2 1,3 6-617,-5-7 1,1 2 0,0 0 696,1 2 1,-1 1-1,0 0-181,1 4 0,-1 1 0,0-2-197,-2-10 0,0-2 1,0 1 196,4 13 0,1 2 0,0 0 0,0-6 0,1 0 0,0 1 0,1 2 0,1 0 0,-1-4 0,2 0 0,-2-6 0,7 5 0,-16-32 0,-3-7 0,-2-3-668,-2-3 1729,0 0-7054,-2-6-835,-10-2 6828,-5-7 0,2 7 0,3 0 0</inkml:trace>
  <inkml:trace contextRef="#ctx0" brushRef="#br0" timeOffset="822254">18863 17843 25091,'53'-13'81,"0"0"1,0 1 0,-8 0 0,-3 1 0,-7 4-2715,6 6-3623,-23 1 6256,-5 0 0,-8 0 0,-2 0 0</inkml:trace>
  <inkml:trace contextRef="#ctx0" brushRef="#br0" timeOffset="822758">19628 18101 20442,'1'43'605,"0"0"0,0-4 0,1-5-297,5-13-112,1-5-73,4-8-16,9-9-12,-1-15-95,10-12-90,-9 0 1,0-2-23,13-15 89,-13 17 1,-1 1 22,3 0 106,-5 9 197,-4 9 436,-1 17-319,-6 5 28,0 13-151,-3 0-73,4 11-801,-4-7 577,1-4 0,-4-14 0,-1-10 0</inkml:trace>
  <inkml:trace contextRef="#ctx0" brushRef="#br0" timeOffset="823272">20337 18156 19916,'28'24'84,"0"0"0,0-3 0,-4-12-28,0-42 5,1-2 23,-3 0 73,1 1 649,-7 16-218,-3 3-229,-6 23-112,0 5-40,3 11-50,2 2 44,3-2-72,2-3-45,9-6-73,3-7 45,0-12-22,-1-10-23,-7-11 23,1-5-29,2 1-5,3-6 202,-5 16 302,-4 1 190,-7 19-246,-4 12-313,1 8-135,4 7-2386,7 4 2386,-1-15 0,-2-2 0,-7-15 0</inkml:trace>
  <inkml:trace contextRef="#ctx0" brushRef="#br0" timeOffset="823572">21523 17100 21769,'0'53'382,"0"-1"1,0 1-1,0 0 1,0-4-1,0 0 1,0-3 0,0-5-339,2 2 1,1-5-728,0 0 0,2-2 386,1-4 1,0-1-2470,1-1 0,0-3 2766,0 2 0,-3-6 0,-4-21 0</inkml:trace>
  <inkml:trace contextRef="#ctx0" brushRef="#br0" timeOffset="823757">21125 17353 21355,'-3'-2'3741,"0"0"-2777,3 2-650,144 26-1875,-103-23 0,-1-2 1,4 0 1186,6 3 0,4 1 0,1-1 0,-3-4 374,4-6 0,-3-4 0,-8 0 0,-14 2 0,-4-1 0,-1-2 0,1 0 0</inkml:trace>
  <inkml:trace contextRef="#ctx0" brushRef="#br0" timeOffset="824841">22312 18074 21623,'9'-42'363,"1"-1"0,-1 0 1,0 1-1,2-6 1,1 0-1,-1 0 1,1 2-256,2-6 0,0 2 0,0 0-891,1-3 0,0 1 1,-1 3 849,1-3 0,0 4-22,-1 4 0,0 2-15,-2 6 1,0 3 25,9-18 64,-4 16-58,-2 19 510,0 8-538,2 18 50,1 15 1,3 8-59,-2 1 0,0 4 0,2 4-291,1 0 1,1 2 0,1 3-1,0 0 340,-3-6 0,0 1 0,0 1 0,1-1 0,-1-1-33,6 8 0,1-1 0,-1-1 0,-1-3-10,1 1 0,-2-3 0,1-4-7,5 3 0,-2-10-19,1-13 1213,-5-13-883,-5-27-31,-6-12 1,-2-9-146,-3-2 1,0-4-1,-1-1-485,1 0 0,-1-2 0,1 0 382,-3 8 1,1-2-1,-1 1 1,-1 2 37,0 0 1,0 1-1,0-1-211,0 2 1,0-1 0,1-1 0,-1 1 115,1-7 0,0 2 0,0-1 0,0-2 0,1 0 0,0 5 0,0 2 0,-1 6-432,2-3 195,-1 32-3236,-5 8 3473,1 28 0,-3-18 0,0 17 0</inkml:trace>
  <inkml:trace contextRef="#ctx0" brushRef="#br0" timeOffset="825428">23883 17945 19697,'8'56'621,"0"-1"1,0-4 0,4-11-544,10-26-11,3-6 57,3-9 296,16-33-302,-22 10 0,-1-2-60,3-8 1,-1 0-40,-8 7 1,-2 3 148,4-4 191,-11 22 615,0 14-319,4 21-470,0 1-84,5 11-62,0-19-39,2-5-33,1-10 27,4-3-33,1-4 100,13-21-49,2-8 7,-16 7 1,-1 0 19,7-9 28,-9 15 219,-10 13 655,0 20-745,3 20-913,5 15-1826,0-9 2543,3-15 0,-11-24 0,0-4 0</inkml:trace>
  <inkml:trace contextRef="#ctx0" brushRef="#br0" timeOffset="826510">25276 17443 19972,'1'53'785,"0"1"1,0-1 0,-1 1 0,2-10-1,0 0 1,0-2 0,0-3-489,4 17 0,1-6-146,0-15 0,2-2-3,2 1 1,0-3-149,5 5 0,0-6 89,-6-40-10,-3-15-79,-2-20 25,-3 16 0,-1-3-236,0-3 1,0-4 0,-1-1 221,-3-5 0,0-1 1,-2-2-4,0 6 0,0-2 1,-2 0-1,1 3-6,-2-4 0,0 2 0,-1 2 37,-6-10 0,0 7 85,-2 3 27,4 14-17,3 9-61,2 5-73,4 5 0,-1 2 78,5 2 772,-1 3 8,1 0-858,0-2 0,0 1 0,0-2 0,0 2 0,3 0 0,8-1 0,28-5 0,-4 2 0,3-1 0,1 1 0,1 0-323,6 0 0,0 1 323,-13 2 0,-2 1 0,-1 1 0,-1 1 0,13 1 0,-12 21 0,-24 16 0,-18-7 0,-7 1 0,3-3 0,-4-1-369,-10 1 1,0-3 368,7-7 0,2-2 0,-18 14 596,8-4-596,10-2 0,11-2 0,39 3 0,3-5 0,-1-9 0,4-1 0,-5-1 0,1 1 0,17 7 0,2 4-147,-4 3 0,-1 3 147,-13-6 0,-1 2 0,-4 1 0,1 5 0,-7 1 0,-9-1 0,-8-1 0,-17 14 0,-8 2 0,2-24 0,-4-1 0,-13 7 0,-4-2 0,-1-3 0,-3-2 0,-8 0 0,1-2-331,13-7 1,2-4-2207,-17-1-5018,30-9 7555,7-4 0,9 2 0,2-1 0</inkml:trace>
  <inkml:trace contextRef="#ctx0" brushRef="#br0" timeOffset="827231">26299 18017 20011,'0'43'911,"0"0"1,0 0-1,0 10 1,0-7-710,0-2-124,0-25-72,0-10-6,4-5 67,5-7-17,8-9-50,18-25-112,-3 0-306,-11 12 1,1 0 377,12-10 35,-4 7-6,-3 4 11,0 9 168,-2 7 302,4 22 0,-9 3 41,-3 19 638,-10-4-976,-4-1-105,-1 1-68,-2-3-336,0-4-5333,-3-2 5669,-4-12 0,3-3 0,-2-8 0</inkml:trace>
  <inkml:trace contextRef="#ctx0" brushRef="#br0" timeOffset="827711">26894 18026 18939,'7'54'575,"1"1"0,1-2 0,4-9-203,14-21-47,15-8-189,-6-26-91,1-11-12,-12-10-33,-3 2 57,-2 1-6,-1 4 309,-3 12 341,0 15-510,-4 12-135,0 13-6,-2-4-39,4 6-5,5-13-6,2-1 0,3-14-39,-2-10-79,1-6 56,1-6 57,-4 3 5,0 6 257,-3 7-122,-2 32-1693,7 12-4143,-5 7 5701,3-7 0,-12-28 0,-3-4 0</inkml:trace>
  <inkml:trace contextRef="#ctx0" brushRef="#br0" timeOffset="828731">28023 17497 22173,'42'-15'378,"0"-1"1,0 1 0,-3 0-1,0-1 1,-5 0-287,-5-5 1,-3 0 19,0-1 0,-1-2 112,2-8 0,-3-4-28,-9 2 0,-3-1-162,2 1 0,-5 0-18,-8 4 1,-6 3 183,-12-7-198,-3 15 1,-7 4-62,-5 3 1,-4 5 58,-12 4 0,-1 4-461,7 6 0,1 5 466,-1 5 1,4 5 38,10-2 1,4 2-11,0 1 0,1 1 24,2-1 1,2 2 215,0 9 1,4 4-104,5 2 0,3 1-70,1 1 0,4 0-472,8 0 1,4-2 451,1-9 1,3-2 2,4 1 0,2 0-86,0-1 0,3 0 136,13 10 0,2 2-67,-10-13 0,0-1 1,0 0-16,0 0 0,-1 0 1,0 0 121,10 10 1,-3-2-88,-15-12 0,-2 0 43,9 20-99,-10-4-31,-9-4 1039,-5-2-1039,-21 6 218,-20 2-218,9-18 0,-5-2 0,-8-2 0,1-4-174,-10 4-704,9-10-6101,45-38 6979,25-13 0,-15 4 0,13 3 0</inkml:trace>
  <inkml:trace contextRef="#ctx0" brushRef="#br0" timeOffset="829096">28976 17554 20887,'-14'40'719,"1"-1"0,-1 1 0,-1 6 0,2 2 1,2-2-342,5 7 0,3-1-1066,-3 0 1,2 0 701,5-4 0,4-4-14,12 7-216,13-12-608,11-12-3678,-2-18 1,3-4 4501,13 2 0,-22-7 0,-4 0 0,-8 0 0</inkml:trace>
  <inkml:trace contextRef="#ctx0" brushRef="#br0" timeOffset="829481">29390 18357 19496,'28'-37'508,"-1"0"0,1 0 1,-4 3-1,-1-1 1,-7 3-134,-10 4 1,-5-1 231,0-13 1,-1-3-328,-1 0 0,-1-1-980,0-9 1,1 1 741,-1 13 0,0 2-26,0 6 1,1 3 497,1-11-402,3-11 543,11 4-397,1-1-197,5 21-61,-7 13 853,-5 10-1071,-1 2-539,1 2-5236,8 1 5993,-1 0 0,-1 0 0,-7 0 0</inkml:trace>
  <inkml:trace contextRef="#ctx0" brushRef="#br0" timeOffset="829714">29330 17897 19376,'45'-10'3,"-1"0"0,1 0 1,-1 0-1,1-1 0,8 4 1,-4 1-1,-7-3 1,-11-7-1,-1 0 0</inkml:trace>
  <inkml:trace contextRef="#ctx0" brushRef="#br0" timeOffset="830034">30089 17425 16545,'20'49'749,"-1"1"0,1-1 0,0 1 0,0-1 1,0 2-1,0-1 0,-2-1 0,-4-4-501,-4 0 1,-3-2-1,-2-3 82,-1 4 1,-4-1-47,-2-6 0,-3 1 0,-3-1-206,-6 15 1,-7-2-742,2-12 0,-3 0 0,-2-3 541,-16 6 0,-1-7 0,14-12 0,1-4 0,-12 1 0</inkml:trace>
  <inkml:trace contextRef="#ctx0" brushRef="#br4" timeOffset="837822">6430 17975 16891,'0'26'605,"0"1"-174,0 1 28,0 4 51,0 8-199,0-7 0,0 2-62,2 4 0,2 2-157,1 0 1,2-1-258,3 0 0,2-3 218,1-11 1,3-1 16,9 7 0,4-2-70,0-4 0,3-3 50,9 2 0,0-3-201,-9-8 0,0-3 154,-3-5 0,-2-2-3,12-1 5,-3-2-38,1 0 39,0 0 475,0 0-464,19-1 14,-25 0 0,2 0-9,-1 0 1,0 0-4,1 0 1,-2-1-15,13-5 51,-14 0 0,0-1 56,1-2 0,2 0 59,6-1 0,0-1-90,-6 3 0,0 1 40,-2 0 1,-1 1-15,19-5 10,2 2-64,-23 3 1,0 0 10,1 1 1,2 0-4,-2-1 1,2 0 125,11-3 1,2 0 44,-2 0 1,0 0-138,0 0 1,-1 0-21,-4 1 1,-3 0 58,16-1-22,-3 2-39,2-1 6,-17 4 1,3-2-30,3 0 0,0-1-47,0 0 0,0-1-173,0 0 1,-3 0 213,18-2-38,-2-1 44,2 5 1,-1 0 38,1 4 4,-14 1 1,3 1-5,1 3 1,3 2-44,-7 0 1,2 1 0,-2 1-367,10 3 0,-2 2 342,-2 2 1,-2 2 5,-11-4 0,-2 0-10,11 8 0,1 2 63,0 1 1,-1 1-46,-1-1 1,0 1-13,-5-1 0,-3-1 44,6 8 10,-3-1-39,-5-1-33,-3-1 93,-5-1 13,1 6 796,-12-9-897,1 3 169,-10-4-130,0-7 402,-2 1-407,0-9 28,0-4-146,-9-9 17,-4-23 5,-1-2 7,1-16 44,10 11-152,4-12 102,25 1 47,-5 18 0,3 3 0,4 5 1,2 4-426,3 0 0,0 3 425,-5 4 1,0 3-1,0 0 0,0 2-5,1-1 1,1 2 4,12 1 1,2 2 4,2 0 1,3 0-375,-8 0 0,2 1 1,-2 1 368,8-1 0,-2 0 3,0 0 0,-2 0-339,-15-1 1,-2 2 360,1-1 1,1 1 338,-3 0 0,2 1-336,9 1 0,2 1-19,0 1 0,1 1 10,11 1 1,0 1-294,-13-2 0,0 1 280,0-1 0,-1-1 2,14 3 522,-12-4 1,2-1-525,-1 0 0,2 0 16,12 0 1,0-1 46,-14 0 0,-1-1-63,-1-1 0,-2 0 2,13 0 6,-15 0 1,2 0 24,2 0 1,2 0-18,11 0 1,1 0-10,-11 0 1,-2 0 14,1 0 0,-2 0-25,16-2 3,-26 1 0,-1-1 26,0 0 0,1 0-24,10-1 1,3 0 2,0 1 1,2 0-7,11 0 1,-1 0 17,-12 2 1,-1-1-18,-1-1 0,-3-1-3,14 0 18,-16 0 0,2-1 7,0 1 0,1 0-8,9-2 0,2-1 8,0-1 0,-2 0-7,-9 0 0,0 1-18,-2-2 0,-1 0 50,15-4-62,-2-1 17,-1 3 319,-17 3 0,0 1-268,25-5-22,-3-1-23,-10 0 44,-17 1-43,12-7 679,1-4-680,5 0 43,-11 4-49,-11 8 1,-8 4 61,3-5-61,-2 1 5,4-5 39,-1-1 107,-5 4 89,-2 2 90,-5 6-117,-5 4-2594,0 0-3265,-6 0 5640,-5 2 0,3-1 0,-1 2 0</inkml:trace>
  <inkml:trace contextRef="#ctx0" brushRef="#br4" timeOffset="844044">7500 19708 13866,'-8'6'4677,"2"0"-4279,6-6-129,0 0 101,3-3-79,2 2 118,7-1 145,5 2 17,28 6-504,-11 2 0,2 1-47,15 4 0,1 2-400,-7-2 0,-2 1 382,-1-1 1,-3 1 3,4 4 44,-8 9 247,-17 7-342,-30 17-151,-12-5-280,2-21 1,-3 0 416,3-5 1,0 0 38,0 0 1,0 1 4,1-1 1,-1 2 20,-4 7 0,0 1 449,4-1 0,1 1-354,1 2 0,3 0-62,-2 9-39,18-18 140,15-18 992,29-7-939,-9-8 0,1-3-98,1 3 0,0-3-11,2-4 0,-1-2-34,-4 0 1,-1 0 0,11-6-51,1-6-493,-26 18 493,-14 1 0,0 7 0,-7 1 0</inkml:trace>
  <inkml:trace contextRef="#ctx0" brushRef="#br4" timeOffset="844577">8278 19560 15462,'6'-3'1922,"-2"0"-1570,-4 3 360,6 47-160,-3-14 0,0 3-303,1 10 0,1 3-611,-1 3 0,0-1 617,-3-11 0,1-1 8,2 2 0,0-1-95,-1-2 0,1 0-84,2-4 0,0-2-65,-1-3 1,2-2-20,7 14 156,2-14-117,11-14 22,-6-9-10,7-15-11,-7-4-40,10-17 791,4 7-797,-9 12 1,0 3 0,14 0-18,2 7 23,-15 12 84,-2 3-10,-8 10 94,-5 2 112,-8 2-34,-6 11-195,-10-11-51,-8 5-17,-9-16-162,-3-3-90,-3-6-2672,-12-2-6890,0-8 9234,-4-12 1,23 7 0,12-6 0</inkml:trace>
  <inkml:trace contextRef="#ctx0" brushRef="#br4" timeOffset="845062">9054 19867 18358,'-33'29'1182,"8"-5"-790,-5 21-11,12-13-162,6 9-219,6-15 5,13 6-5,12-16 6,13 1 50,8-1-45,4 0-244,-2 1 278,-2-1-12,-6 0 7,-3 6 592,-13 1-201,-4 2-223,-11 0-102,-13-3 201,-3 2-307,-12 5-668,-12 5-4288,7-12-1491,3-2 3478,16-31 2421,13-9 548,10-13 0,-7 13 0,6 5 0</inkml:trace>
  <inkml:trace contextRef="#ctx0" brushRef="#br4" timeOffset="845428">9508 20225 17400,'23'28'313,"-1"1"1,-2-3 0,0-5 56,9-9-140,7-6-129,-2-7 0,-2-10-12,-15-7-49,-5-7 10,-6-3-39,-3-14-72,-26 5 184,-10 3 151,-12 16-50,1 15-129,14 13-55,3 4 4,3 9-436,1 10-1042,12-10-2862,1 1 4296,10-15 0,0-6 0,0-2 0</inkml:trace>
  <inkml:trace contextRef="#ctx0" brushRef="#br4" timeOffset="845829">9963 20180 14095,'18'35'747,"0"1"1,0-1 0,8 19 0,-4-8-133,-10-16-256,-2-8-190,-7-32-96,-8-15 0,-3-16 28,-7-4 113,-3-4-49,9 17 1,2-1 245,2 4 0,1-1 210,1-2 1,3 2-12,7-6-178,3 15-169,5 16-111,-1 3-18,2 2 28,7 0-167,1 5-382,0-1-1153,-2 5-1771,-8-5 3311,4-1 0,-10-1 0,1-2 0</inkml:trace>
  <inkml:trace contextRef="#ctx0" brushRef="#br4" timeOffset="846495">10882 20024 20935,'-34'-2'268,"-2"12"-44,-1 16-471,-3 13 423,20-18 1,1 3 128,-3 10 1,1 2 32,8-1 1,2 0-213,-1-3 0,2-1 89,9 19-137,12-28 131,6-5-136,12-6-17,18-5-431,5-7-1384,-2-10-1374,-2-12-3834,-19-6 6967,-2-5 0,-13 16 0,-5 4 0</inkml:trace>
  <inkml:trace contextRef="#ctx0" brushRef="#br4" timeOffset="846663">11092 20174 18285,'9'51'-161,"-1"0"1,1-3 0,3-7-2826,9-10 2986,10 0 0,-17-16 0,3-3 0</inkml:trace>
  <inkml:trace contextRef="#ctx0" brushRef="#br4" timeOffset="846978">11400 20387 14163,'5'0'3881,"0"0"-2928,-5 0-785,76 34-33,-29-32-93,4 5 0,-3-8 8,-13-38-50,-18-6 0,-20 6-34,-10 14 1,-24-1 178,-9 13-190,17 5 1,1 3-74,-10 11-117,8 2-561,20 8 796,3 17 0,4-19 0,3 10 0</inkml:trace>
  <inkml:trace contextRef="#ctx0" brushRef="#br4" timeOffset="847311">11788 20225 15788,'3'0'2413,"0"0"-1656,-3 0-516,64 35-196,-20-25-29,-1 9 1,0-3-17,4-25-11,-12-6-118,-1-11 12,0-1-35,9-4 147,-5 11 83,-2 3 281,-7 14-35,-11 14 130,4 8 0,0 11-197,-6-4 1,1 2-729,3-3 1,0 0-1331,-2 0 0,0-1 1801,13 6 0,-20-21 0,-5-6 0</inkml:trace>
  <inkml:trace contextRef="#ctx0" brushRef="#br4" timeOffset="848396">7924 20198 8466,'0'-8'6419,"0"1"-3624,0 7-2184,0 0-404,8-12-5,-7 9 454,7-9-24,-8 12 292,0 0-717,0 13 314,6 11-330,3 7 10,9 6-15,4-4-60,-1-10 0,4-1-124,0 0 1,1-1 22,7 1 1,0-2-26,13 3-522,-11-15-1432,-15-6 1954,1-9 0,-9 5 0,0-4 0</inkml:trace>
  <inkml:trace contextRef="#ctx0" brushRef="#br4" timeOffset="849464">11497 20105 20851,'0'15'2386,"0"-9"-1882,1-20-325,7-7-179,3-4-252,7-1-2274,1-7 2526,2-3 0,-9 15 0,-2 1 0</inkml:trace>
  <inkml:trace contextRef="#ctx0" brushRef="#br4" timeOffset="852399">15698 18523 12433,'29'34'547,"-1"0"1,1 1 0,2-1 0,1 0 0,-1-7-226,-3-9 0,0-4 25,13 6 0,3-1 70,4 0 1,0-1-205,-8-4 0,-1-1-23,0 0 1,-3-1 100,13 1 263,-15-3 0,3 0-409,1 1 1,1-1-82,0 0 1,0 0-140,0 0 1,-2-1 281,18 1-89,-26-4 0,-1-1-26,0-2 0,1 0-25,1 0 1,0 0-26,-2-2 0,1 0 192,12 0 1,3 0-132,1 1 1,2 1-22,-6-1 0,1 0 1,0 0 17,8 1 1,1-1 18,-8 0 1,1-1 0,0 0-69,-6-1 0,-1 0 0,1-1-22,8-3 1,1 0 0,0-1-449,0 1 0,0-1 1,-2-1 462,9-3 1,-3-2 19,0 2 1,-4-1-184,-12 3 0,-1-1 208,3 0 1,-1 0-204,0-2 0,2 0 156,-2 2 1,3-1 0,0 1-15,1 0 0,1 0 0,1 0 24,12 0 1,1 1-1,-2 0-230,-10 2 1,-1 0 0,-1 1 248,-1 2 0,0-1 0,-2 1-18,4 0 0,0-1 190,-1-1 1,4-1-1,0-1-219,4 0 0,1-1 1,2 0-21,-5 1 0,3-1 0,0 1 1,-2 0-182,5 0 1,-2 0-1,-1 0 194,-2 1 0,-1 0 0,-3 1 19,4 0 0,-3 1-5,2-1 0,0 0-3,-1 0 0,2 0-129,-2 0 0,3-1 0,1 1 99,3 0 0,1 0 0,1 1 2,0-1 0,-1-1 0,1 2-234,-2 0 0,0 0 0,-3 1 228,6 0 1,-4 1 5,2 0 0,-1 1-20,-1 0 1,2 0 19,-5 0 0,2 0 0,1 0 0,0 0 0,1 0 0,1 0-69,-6 0 1,3 0 0,-1 0 0,-3 0 70,4 0 0,-4 0 0,0 1 1,-5 1 1,-1 0 0,-4 1-13,1 3 0,-3 1 14,-1 2 1,-1 1 762,-1 1 0,0 1-765,11 6 0,1 3 2,-2 0 1,0 0 23,0 0 1,-2 1-44,-6-2 0,-5 0 9,4 4 1730,-11 0-1725,-6-1 1147,-7 6-1074,-4-3 35,-4 2-108,-5-13 583,-3-6-701,-8-8-45,-1-4 124,-3-8-224,-4-25-57,9 0 169,6 10 0,2-3 44,5-2 1,4 1 95,8-17-6,-3 17 0,3 2-11,17-4 28,6 7 6,1 4 19,-6 10 0,3 1 163,6-1 0,2 0 33,2 0 0,0 1-485,6 0 0,-2 0 309,-9 2 0,0 1-23,2-1 1,0 1-21,-2 0 1,1 1 0,11-1 0,2 1-12,-5 2 0,0 2 59,-8-1 1,1 1-1,-3 1-33,7 0 0,-3 1-3,-2-1 0,-2 2-9,19-1-5,-27 0 0,1 0 3,-1 0 0,1 0 25,14-1 0,2 2-6,0 2 1,1 2-23,1-2 0,-1 1-244,-3 2 0,-2 1 272,-11-1 0,-2-1-6,1-1 1,1 1-20,-1-2 0,2 0-85,12 1 0,4 0 87,0 0 1,2 0-3,0 0 0,0 0 118,-4 1 0,-3 0-96,-12-1 0,-1 1 17,-1 0 0,0 1 34,0 0 0,-1 0-27,3 0 1,0 0 8,0-1 1,2 1 28,17-1 0,3 0-59,-13-3 0,0 0 0,0-1-188,1 1 0,-1-1 0,0 0 162,-1-1 0,1 0 0,-4 0 15,3 1 0,-2 1-142,-2 0 0,1 0 128,-4 2 0,1 1 168,9 3 1,2 0-152,1 1 0,1-2-18,0 1 1,0-2-216,0-1 1,-1-1 226,-9-3 0,-2-1-14,2 0 0,-1 0-14,2 0 0,0 0 14,-1 0 0,0 0 399,-1 0 0,1 0-363,12 3 0,1 1-16,-12-2 0,0 2 19,9 1 0,0 1 36,2 0 1,-2 0-59,-10-2 0,0 0-89,13 1 0,-1-1 75,-13-2 0,1-1 22,15 0 0,3 1-141,-2-1 0,1 1 132,-9 0 1,1 0 0,-2 1 30,5 1 1,-3 1-6,-3 0 0,-3 1 48,12 4-6,0-1 497,2 1-528,-15-4 0,4-1-20,3 0 1,2-1 5,-7-1 0,3 1 1,-3-1-297,10-1 1,-2 0 287,0 0 0,-4 1-29,-12-2 1,0 1 289,11 0 0,3 1-287,0 1 1,2 0-6,-8-1 0,3 1 0,-3 0-120,8 0 0,-2 1 120,0-1 0,-3-1 0,-11-1 0,-2-1 0,1 0 0,-1 0 68,0-1 1,2 0-69,9 0 0,2 0 0,3 0 0,3 0-101,-9-2 0,2-1 0,-2 0 104,9 0 0,-1 0-3,-1-3 0,-3 0-11,-12 2 0,0-1 14,10 1 0,3-1-3,0 0 0,-1-2 0,1 1 0,-2-1 82,-1-1 1,-3-1-89,14-10-19,-24 8 0,1-1 8,-2-1 0,-1-1-25,2-1 0,-1 0 39,-1-1 0,0-1 0,8-5 0,-1 0 568,-5 2 0,-1 1-568,2 0 1,-3 2-4,4-2 27,-15 12-21,-9 6 494,0 1-499,-1 0 6,2 0-292,-3 0-566,-2 0-773,-2 0 1630,-7 0 0,5 0 0,-5 0 0</inkml:trace>
  <inkml:trace contextRef="#ctx0" brushRef="#br4" timeOffset="854532">19571 20375 18509,'48'-11'46,"0"-1"1,-10 3 0,-2-1-13,14-12 39,-22 4 5,-8 1 63,-7 0 139,-4-7-6,-6 2 230,-19-1 151,-17 9-487,-10 9-95,-9 12-62,9 8 39,10 4 1,-2 5 86,0 6 0,2 2-385,-1 0 0,3 1 447,4 0 0,5-1 205,5 16-242,8-4 135,6 0-65,9-17 1,5-1-116,9-2 1,5-2-74,9 1 1,3-4-45,-2-6 0,0-4-123,-2-4 0,-2-4-874,6-7-1385,-8-12 2382,-8-17 0,-10 13 0,-6-2 0</inkml:trace>
  <inkml:trace contextRef="#ctx0" brushRef="#br4" timeOffset="855100">20103 20363 12169,'7'0'4285,"-1"0"-3781,-6 0 1142,0 0-670,5 82-663,6-52-204,-6 14 1,3-4 58,11-31-79,-3-13 46,12-22-124,8-16-6,-13 16 1,0-1-6,12-12-39,-5 17 727,-18 25-279,4 16-370,2 2-44,2-2 5,4-9 0,0-12 0,1-9 0,1-5 5,10-16-5,-5 8-5,0 4 184,-13 15 95,-6 16 2,-4 6-108,6 28-1429,4 3-1545,-4-3 2806,-2-9 0,-10-27 0,0-2 0</inkml:trace>
  <inkml:trace contextRef="#ctx0" brushRef="#br4" timeOffset="855299">21079 20327 14342,'5'0'4767,"0"0"-4072,-5 0-516,0 83-2283,0-41 1986,0 13 1,1 0-1317,2-8 1596,1 2 0,0-23 0,-3-4 0</inkml:trace>
  <inkml:trace contextRef="#ctx0" brushRef="#br4" timeOffset="857436">21510 20378 8735,'5'-1'7159,"-2"-1"-4549,-1 2-2510,-10 0-32,-2 0 55,-22 10 208,-4 14-144,16-5 1,1 3-3,-6 19-73,12 2-11,12-16-90,19-2 56,23-10-50,-6-8 0,4-3-9,6-4 1,1-2-7,-7 2 1,-3 0 22,-4-2 1,-3 1 13,2 1 1097,-4 17 892,-14 12-728,-9 22-931,-14-6-195,-6 0-96,-3-18-526,-2 5-3562,4-15 207,2 0 3803,7-32 0,5 11 0,1-13 0</inkml:trace>
  <inkml:trace contextRef="#ctx0" brushRef="#br4" timeOffset="857633">21931 20454 19367,'5'37'-863,"1"0"0,-1-2 1,0-4-4896,2 3 5758,8 1 0,-8-17 0,3-2 0</inkml:trace>
  <inkml:trace contextRef="#ctx0" brushRef="#br4" timeOffset="858036">22285 20640 9934,'6'0'8110,"-2"0"-6731,-4 0-1088,30 43-101,-14-31-117,4 11 0,1-3 45,-2-19 94,6-6 18,-5-16-180,3-16-50,-11-5-84,-5-2-106,-6 13 123,-1 2 67,-1 3 5,-9 5 119,-4 6 60,-20 8 18,8 3-29,-11 9-111,13 6 22,1 7-45,3 5-140,0 12-1898,11-3 1999,28-2 0,-12-12 0,21-13 0</inkml:trace>
  <inkml:trace contextRef="#ctx0" brushRef="#br4" timeOffset="858402">22790 20466 17003,'28'23'41,"0"-1"0,-2-1 0,-1-6 65,15-10-94,6-12-7,0-2 40,-3-6 67,-16 4 168,-2 5 78,-3 4 601,8 11-119,2 16-364,-1 2 67,-4 12-274,-9-13-163,-1-1-106,-2-6-252,-1-4-672,-3-3 924,-2 0 0,-4-7 0,-2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0:15:57.005"/>
    </inkml:context>
    <inkml:brush xml:id="br0">
      <inkml:brushProperty name="width" value="0.09071" units="cm"/>
      <inkml:brushProperty name="height" value="0.09071" units="cm"/>
    </inkml:brush>
    <inkml:brush xml:id="br1">
      <inkml:brushProperty name="width" value="0.09071" units="cm"/>
      <inkml:brushProperty name="height" value="0.09071" units="cm"/>
      <inkml:brushProperty name="color" value="#00B050"/>
    </inkml:brush>
    <inkml:brush xml:id="br2">
      <inkml:brushProperty name="width" value="0.09071" units="cm"/>
      <inkml:brushProperty name="height" value="0.09071" units="cm"/>
      <inkml:brushProperty name="color" value="#A020F0"/>
    </inkml:brush>
  </inkml:definitions>
  <inkml:trace contextRef="#ctx0" brushRef="#br0">5926 9679 18924,'43'-27'498,"0"-1"1,1-3 0,-5-1-150,-22 8 1,-4 0-148,3-7 0,-2 0-51,3-21-34,-11 5 12,-4 15-45,-2 0-33,0 5 33,0 0-5,-3 4 705,-13 0 39,-12 7-459,-18 4-258,6 8-27,-1 4-6,15 0 167,-3 9-161,5 11-62,0 23 39,11-1 53,8-6 0,2-1-8,1 11-54,1-16 1,1 1 11,2-2 0,3 0-6,3 3 1,2-1-29,0 1 0,1-1-113,2-1 1,1-1 98,6 14 28,0-1 11,-1-2-2,-7-12 0,0 1-23,-1-1 0,-1 0-25,0 1 0,-1 0 45,5 21-40,-9-14 79,-1 0 34,-3 2 78,-1 0 140,-3 1-25,-8-11 0,-5 0-127,-5 1 1,-5-1-126,-9 5 0,-3-2-130,6-8 1,1-3-174,4-6 0,1-4-915,-2-3-6694,9-26 7853,9-22 0,6 12 0,4-7 0</inkml:trace>
  <inkml:trace contextRef="#ctx0" brushRef="#br0" timeOffset="417">6514 9694 20252,'-21'29'879,"1"-1"0,0-1 1,4 0-214,4 15-162,2 5-246,5 7-197,4-14 1,5 0-572,8 0 1,5-1-3132,5 6 0,5-3 3467,5-10 0,0-5 0,10 2 0,-15-18 1</inkml:trace>
  <inkml:trace contextRef="#ctx0" brushRef="#br0" timeOffset="866">6978 10479 19837,'22'-31'1747,"-2"-2"-1299,-16-6-77,0-2-128,-2 8 1,-2-2-158,1 0 1,0-2-48,-1-8 1,0-2-38,0 4 1,0 2-129,0 9 0,0 2 137,0-19 65,0 20-64,0-4 38,0 3-16,4 2-1,2 7-27,5 10 209,0 1-215,2 3-1552,5 2-3959,-1 3-2353,-3 10 7864,-6 12 0,-8-7 0,-2 5 0</inkml:trace>
  <inkml:trace contextRef="#ctx0" brushRef="#br0" timeOffset="1087">6885 10064 19062,'37'5'-373,"0"-1"0,0 1 1,18 2-1,-10-4-7078,-18-11 7451,-4-28 0,-13 19 0,-7-18 0</inkml:trace>
  <inkml:trace contextRef="#ctx0" brushRef="#br0" timeOffset="1399">7343 9658 8494,'9'-5'6867,"-2"1"-5808,-7 4 722,0 0-178,31 15-741,-5 18-420,-1-4 1,-1 4 8,-9 9 0,-4 1-334,-3-6 1,-2 0-172,-3 1 0,-1-3 144,-2 13-214,-6-16 1,-2 0-1381,1-3 1,-2-1-3413,-6 4 1,-2-2 1555,-6 7 3360,4-19 0,12-14 0,4-4 0</inkml:trace>
  <inkml:trace contextRef="#ctx0" brushRef="#br0" timeOffset="2234">8255 8819 10203,'4'0'9029,"-1"0"-6425,-3 0-1825,6 0 22,-5 0-179,5 3 173,-12 9-325,-10 16-321,0-5 0,0 2-99,0-1 1,0 1-203,-4 5 0,1 0 211,4-5 0,0 2 50,-7 18 0,0 5-33,7-11 1,0 1 0,1 0-27,0 1 1,0 1-1,1 0-419,1 2 1,1 0 0,2-1 480,1 7 0,2-1-6,1 2 1,1 1-12,1-1 0,2 3-208,1-7 1,1 4 0,1-1 179,4 0 0,1-1 1,2 3-36,-1-8 0,0 2 0,1 1 1,1-2 13,2-3 0,1-1 0,0 0 0,0-3-5,1 3 0,0-3 1,0-1 64,4 12 0,0-4-58,-6-16 1,0-2-49,10 21 0,1-6 162,-9-17 1,1 1-163,15 18 0,-1-3 0,-8-9 1267,-8-17-1267,-2 4 831,-2-7-831,-2-1 0,-3-5 0,-3-4 0,0 0 0,-1-1 0,2 1 0,0 0 0,1 2 0,0-2-1553,1 1-2384,-3-3 3937,1-1 0,-2-1 0</inkml:trace>
  <inkml:trace contextRef="#ctx0" brushRef="#br0" timeOffset="4200">8562 10221 22498,'2'-54'58,"-1"0"0,0 0 1,0 0-1,0 10 1,0 0-1,0 3 1,2 1-614,2-2 1,3 2 0,-1 3 635,0-3 0,1 3-5,0 1 0,0 1 264,-1 5 1,0 1-288,2 0 0,1 2 258,12-4-71,10 16-105,-1 35-79,-13 2 0,0 3-211,-1 6 1,1 3 221,0 4 1,2 4-1,1 1 138,2 0 1,0 1-1,2 1-117,-4-7 0,2 1 1,-1-1-1,0-2-43,1 0 0,-2-2 0,1-4 14,5 4 0,-2-8 75,0-11 79,-2-8 39,-4-21-109,-5-10 0,-1-9-73,0-13 0,-2-7-412,-2 7 1,0-3-1,-1 1 342,-2 6 0,-1 0 0,-1 2 0,2-17 0,-2 4 378,-2 19 1,-1 2-382,1-6 0,-1 0 0,0 8 1,0 1-637,1-27-817,-2 28-2672,0 19-2276,0 7 6404,0 2 0,0 0 0</inkml:trace>
  <inkml:trace contextRef="#ctx0" brushRef="#br0" timeOffset="4868">9649 10176 8601,'5'-7'8195,"0"2"-6913,-5 5-212,0 0-650,4 0 314,-1 6 795,3 17-123,-3 24-871,-1-13 0,0 1-320,-1-4 1,1 0-82,0-1 1,-1-2-7,3 3-94,1-8-34,0-9-22,10-9 111,8-30-55,3-1-34,-11 2 0,-1-2-6,10-16-36,-9 14 0,1 1-36,10-16 39,1 4-23,-12 22 62,-6 15 90,-4 10 10,4 7-32,1 13-18,0 5-50,1 3-118,1 10-1080,-3-16-2504,1-1 3702,-2-21 0,-4-7 0,0-1 0</inkml:trace>
  <inkml:trace contextRef="#ctx0" brushRef="#br0" timeOffset="5651">10444 9899 17089,'9'46'491,"0"1"1,1-1 0,-2-3 0,0-2 0,0-5-5,10 14 398,-3-9-257,-1-7 314,-6-18-724,-3-11-39,-3-22-129,-2-15-16,-3-18-32,0 22 1,-1-3-36,-4-21 0,-2-5 55,4 15 1,-1 0-1,1-1-419,-1 0 0,-1 1 0,2-1 398,1 2 1,1 1 0,0 3 48,1 1 1,1 4-133,1 1 1,1 2 445,0-19 62,0 10-68,0 8 421,4 5-655,23 5-90,3 2-23,24 5 797,-4 2-792,-22 7 1,1 1-11,27-2 219,-22 3 1,-2 5 59,8 28-67,-21-5 1,-6 3-110,-14 3 0,-7 1-232,-3 4 1,-4-1 248,-2-10 0,-3-1-3,0-2 1,0-1 16,-16 17-62,0-3-274,19-16 313,14-5-123,27-12-61,20-3 67,-16 0 0,2 0-28,21-2 0,3 4-209,0 6 1,1 6 262,-14-1 0,0 3 0,-3 2 10,2 9 1,-7 4 38,-11 4 1,-8 2 13,-11-8 1,-5 0 11,-5-1 0,-3 1 53,-2 0 0,-4 1 140,-17 9 0,-6-1-235,-2-3 0,-2-1-96,1-1 1,-1-2-411,5-8 1,2-5-1155,-4-3-1844,10-7-2391,10-6 5836,8-10 0,7 6 0,4-6 0</inkml:trace>
  <inkml:trace contextRef="#ctx0" brushRef="#br0" timeOffset="7052">11513 10230 18902,'4'-5'2733,"-1"1"1104,-3 4-3775,0 8-23,0 3 22,0 26 12,0 7-54,0-15 1,0-1-14,2 14 5,0-12-5,1-16 39,0-4-6,-1-3 140,1-3 23,-3 2-29,3 2-111,-2 1 39,2 0-34,-3-1 118,3 2-29,-3-2-105,2 2-1,-2-5-44,0-2 61,0-3-17,3 0-38,1-10 27,11-19-37,-2 5 1,1-3-3,4-4 0,0-1-3,0 5 1,-1 3-4,9-12 6,-12 23-45,-4 7 40,2 15 5,0 21 0,0 5 5,-4 9-5,0-14-33,0-2-124,4-13 79,11-11-79,10-30 78,1 0-5,2-13 34,-10 15 39,1 1 5,-9 11 118,-1 4 56,-10 18-50,-2 7-68,0 11-39,1 17-901,4-5 890,13-3 0,-13-17 0,6-16 0</inkml:trace>
  <inkml:trace contextRef="#ctx0" brushRef="#br0" timeOffset="7502">12349 10347 18541,'8'52'672,"0"-1"0,-1-5 0,0-5 869,1-4-1104,2-17 2,10-7-388,-2-25-46,11-14-5,-4-11-25,-4 10 0,-1-1 25,8-13 92,6-3-58,-18 24 601,-1 13-165,-3 15-83,-1 11-230,0 15-48,-4-6 0,0 2-165,-1 0 0,-1 0-2050,2 1 0,-1-3 2106,2 7 0,-4-22 0,-1-13 0</inkml:trace>
  <inkml:trace contextRef="#ctx0" brushRef="#br0" timeOffset="7789">12924 9875 20655,'4'3'3758,"-1"0"-2868,-3-3-738,78 1-206,-47-1 1,1 1 53,24-1 0,-2 1 0,-5-1 0,-29 0 0</inkml:trace>
  <inkml:trace contextRef="#ctx0" brushRef="#br0" timeOffset="8803">13589 10470 20845,'13'-43'168,"1"0"0,-1 0 0,1 0 0,0-5 0,0 2 0,1 2-32,1 2 1,2 1 0,-2 3-114,2-6 0,-1 0 331,-3 9 1,1-1 0,-1 2-182,2-8 1,0 3-62,0 0 0,-1 5-107,3 2 172,-4 27 2,3 20-6,7 14-131,-9-6 0,1 4-9,2 4 1,1 5 0,1 1-54,1 4 0,0 2 0,1 1 135,-3-5 0,1 1 0,0 0 0,-1-1-398,0 1 0,0-1 0,-1-2 339,5 7 0,-3-7 0,2-8 56,-2-16 163,-2-10 122,10-50-243,-11 4 0,0-6-94,-6 13 0,0-2 0,0 0-235,1-9 0,-1-1 0,0 2 223,1-6 0,-1-1-30,-2 7 1,0-1 0,0 1 226,-2 7 0,0 1 0,0 1-247,-1-3 0,0 0 0,0 5-132,0 1 0,-1 5-941,3-6-1054,8 18 2129,11 1 0,-10 7 0,2 3 0</inkml:trace>
  <inkml:trace contextRef="#ctx0" brushRef="#br0" timeOffset="9452">14789 10320 15305,'3'2'4129,"0"-1"-1900,-3-1-1383,9 74-101,-2-41-418,1 17 1,3 0-143,6-22 84,11-3-208,-3-24 23,4-16-39,-4-8-28,6-17-12,-6 13 264,-3 2 62,-7 20-214,-9 12-61,7 4-45,-3 3 29,11 0-29,6-8 34,15-11-45,-7-11 0,4-12-28,-14-2 34,3-1 33,-8 11-5,-4 5 100,-10 12 68,-3 9-79,1 6-90,1 8-33,2 5-408,-1 2 408,10 8 0,-10-17 0,6 2 0</inkml:trace>
  <inkml:trace contextRef="#ctx0" brushRef="#br0" timeOffset="10221">15875 9902 15715,'0'44'928,"0"0"1,0-1 0,1-2-1,0 0 1,1-1 76,6 15 1,2-1-516,2-6 0,2-3-297,1 0 0,1-4 54,8 3 27,-12-42-16,-7-24-146,-1-17-76,-3 10 1,1-3-314,-1-3 1,0-2 279,0-4 0,-1-2 13,1 1 1,-1-3 0,-1 0 46,0 0 1,-1 1 0,-1-1 91,1 2 0,0 1 0,-1 1 150,-2-9 1,-2 6 450,-4 5-124,2 11-525,4 14-124,2 6 11,13 5 6,9 0 0,18-2-33,13-2 33,-21 3 0,1 0 187,3 0 1,-1 1-188,1-1 0,1 1-40,7 1 1,-1 1-50,12 3 10,1 11 46,-39 7 33,-6 14 0,-10 6-28,-10-9 0,-5 2 47,-1-1 1,-3 0-18,-8 5 1,-1-3-6,9-10 1,1-3-256,-3 4 234,18-17-127,8-4 95,11 1 50,11-1 1,15 5-18,-4-1 1,5 3 47,1 5 0,2 2-402,-1 0 1,-1 1 378,-5 3 1,-7 3 81,0 15-31,-16 4 143,-7 3 22,-17-13 1,-8 1 41,-8 3 1,-6-2-631,-1 1 0,-4-2 485,-7-1 0,0-5-82,11-9 1,1-3-236,1 0 1,0-2 201,3-2 0,1-1-471,-20 5 13,11-9-7019,13-18 7488,20-23 0,1 12 0,11-8 0</inkml:trace>
  <inkml:trace contextRef="#ctx0" brushRef="#br0" timeOffset="11002">16901 10528 19602,'-3'50'636,"0"0"1,1-4-1,0-6 239,2-10-147,0-2-291,0-9-169,0-5-212,10-14-50,14-26-107,3-4 45,-8 5 0,-1 0 17,9-11-6,8-7 12,-7 12-29,2 6 34,-12 14 28,-5 10 269,-3 5 252,-3 10 16,0 9 444,-4 31-763,-2-4-358,-1-1-1546,0-21-4022,5-22 5708,0-6 0,1 0 0,-2 0 0</inkml:trace>
  <inkml:trace contextRef="#ctx0" brushRef="#br0" timeOffset="11520">17479 10618 20231,'10'45'550,"0"0"1,3-2 0,3-15 67,20-52-506,-13 7 0,0-2-87,0-7 1,-1-1-21,9-12 168,-6 16 230,-17 17 126,0 11 64,-1 19-351,4 4-236,2 2-6,2-12 0,2-13-219,15-10 90,9-18 121,-15 9 0,1-1 2,17-17 56,-14 12 107,-14 15 11,-7 11-73,0 8 62,2 8-78,7 16-1961,3-15 1882,1-3 0,-8-16 0,-7-8 0</inkml:trace>
  <inkml:trace contextRef="#ctx0" brushRef="#br0" timeOffset="12304">18181 8912 8231,'7'0'9830,"-1"0"-6520,-6 0-1618,17 0-919,-7 2 73,15 7-101,-5 7-283,-2 6 0,2 5-118,7 8 1,2 5-267,-2-1 1,1 3-1,-1-1-654,-2-2 1,-2-1 0,0 1 578,2 4 1,0 0 0,-3-1-3,-5-8 1,-2-1 0,1 3-238,-2 1 0,1 2 0,-1 2 0,-1 1 244,-1 1 1,-2 0-1,-1 2 1,1 2-8,-2-4 0,0 3 0,-1 0 0,0 0 0,-1-2-335,-2 1 0,0-1 0,-1-1 0,0-1 336,-2 10 0,0 0 0,0-4 0,-1 2 1,0-3 3,-2-1 0,-1 0-171,-1-2 0,-2 1 180,-2-6 0,-2 3 0,-2 0-2,-2-1 0,-2 1 0,0 0 4,-5 10 0,0 1 0,0-3 132,3-10 1,1-3 0,-1 0-92,-6 12 1,1-3 25,8-17 0,1-2 440,-5 6 1,-1 1-447,3-7 1,-1 0-74,1-1 1,0-2 1548,-9 6-2238,9-17-48,2-8-3083,-7-1-6016,1-4 9139,-4 0 0,11 0 0,3 0 0</inkml:trace>
  <inkml:trace contextRef="#ctx0" brushRef="#br0" timeOffset="14037">19501 10380 20369,'-4'0'5120,"1"0"-4146,3 0-459,44 0-257,8 0-255,-4 0 0,2 0-155,-12 1 1,-3-2-787,1-1 0,-2-1 938,13-9 0,-22 4 0,-2-3 0</inkml:trace>
  <inkml:trace contextRef="#ctx0" brushRef="#br0" timeOffset="14237">19605 9929 22313,'-6'0'2268,"2"0"-2285,40 5 0,24 1 17,-20-8 0,1 0 0,15 7 0,-1-1 0,-27-8 0,0 1 0</inkml:trace>
  <inkml:trace contextRef="#ctx0" brushRef="#br0" timeOffset="14906">20534 10479 25169,'3'-56'312,"0"0"1,0 0 0,-1 8-1,0 2 1,2 0-267,3-1 1,2 1 0,0 1-592,-3 7 0,0 1 0,0-3 560,-1-2 1,1-2-1,-1-1 1,0 0-18,0 1 1,0 0 0,0 0-1,1 0-19,0-4 0,1 0 0,0 0 0,-1 4 10,0 1 0,0 4 0,0 4 8,2 2 0,2 8 549,0 12-361,3 27-28,3 19-126,-3-2 1,1 7 0,2 3-523,-1-2 0,2 2 0,0 1 0,0 0 519,1 1 0,0 0 0,0 1 0,1 0 24,1 1 0,1 1 0,0 0 0,-2-4 41,1-1 0,0-3 1,-1 0-247,-1-3 0,1-1 1,-1-1 266,6 12 1,-1-2-48,-2-9 1,0-2-23,-5-6 0,1-3 553,20 5-598,-10-15 0,6-26 0,-10-12 0,2-23 704,-12 20 1,-1-3-705,1-3 0,-1-3 0,1-1 0,-1-3 134,-1 0 1,0-3-1,0 0-134,0 0 0,0 0 0,1-1 0,1-8 0,0-3 0,0 5-249,-2 12 1,-1 3 0,0 1 248,1-9 0,0 5 0,3-3 0,0-3-1087,0 10 1291,5 6 0,-9 15 1,1 11-1</inkml:trace>
  <inkml:trace contextRef="#ctx0" brushRef="#br0" timeOffset="15507">21831 10344 9632,'5'5'9248,"0"-1"-8280,-5-4 813,0 84-1232,-1-54 0,2 0-303,-1 25 1,3 0 190,3 0-202,6-29-44,5-10 10,3-9-10,3-4-63,4-15-21,14-23-74,-11 0-218,-11 10 0,-2 1 185,2-3 84,-3 4 330,-7 12 130,-1 11-409,-3 10-85,2 7-44,3-2 442,4-3-442,3-6 0,4-3 50,2-3-45,0-8-6,4-6 1,12-21 5,-5 3-5,-3 5 72,-13 13 163,-13 16-112,-3 10-129,1 6-1025,5 24 1025,17-1 0,-12-9 0,10-10 0</inkml:trace>
  <inkml:trace contextRef="#ctx0" brushRef="#br0" timeOffset="16004">22850 10837 20212,'22'-50'217,"0"-1"1,0 0 0,0 0 0,0 0 0,-3 7 0,-1 0 0,0 1 0,-1 0 0,-1 1-803,-1-5 0,0 1 1,-2 1-1,-1 0 814,1-6 1,-1 2 0,-1-1-79,0 1 0,0 0 0,-1 1-28,-2 5 1,1 0 0,-1 1-67,1 1 1,1 0 0,-1 3 17,1-8 1,1 2 583,1 0 0,2 4-547,5-4 599,-4 11-672,-3 35 210,-4 17-188,0 9 1,1 7-31,2 17 0,0 4 156,-3-17 1,0 1-1,-1 1-113,1 6 1,0 1 0,-1-1 108,-1-8 0,-1-1 0,0 2 152,1 3 0,-1 3 0,1 1 0,0-3-335,1 2 0,0-2 0,0 1 0,0-3 0,0 2 0,0 0 0,2-3-75,3 3 1,2-2 0,0-2 74,6 10 0,2-3-1255,4 0 0,0-5-1994,10-1-1893,-12-27 5142,-14-30 0,-7 12 0,-1-12 0</inkml:trace>
  <inkml:trace contextRef="#ctx0" brushRef="#br0" timeOffset="16253">23071 10296 21685,'50'-8'253,"1"-1"0,0 1 1,5 0-1,1 1 0,-8 2-231,-15 4 1,-2 2-23,8-1 0,-2 0 600,0 0-600,-12 0 0,-13 0 0,-7 0 0</inkml:trace>
  <inkml:trace contextRef="#ctx0" brushRef="#br0" timeOffset="18074">24000 10494 19596,'5'-5'1893,"0"1"-1663,-5 4 78,0 0 1014,0 58-504,0-26-496,0 7 0,0 1 165,0-2 174,0 6-560,0-17-135,3-3 29,5-25-96,22-39 0,-2 0-131,-6 8 1,-1-2 197,-6 8 1,0 1 28,10-19 5,-3 8-6,-4 9 12,-7 14 78,-2 13 16,-7 17 24,-1 14 118,-1-3 1,0 2-456,0 24 213,9-7 0,-7-21 0,7-23 0</inkml:trace>
  <inkml:trace contextRef="#ctx0" brushRef="#br0" timeOffset="18571">24578 10561 19440,'4'54'171,"-1"1"1,1-5 0,4-10-93,14-16 216,4-12-21,15-15-134,-7-16-39,9-14-39,-9-10 5,-5-4-62,0 4 92,1-2 514,-7 22 488,-6 8-253,-8 31-210,-8 12-423,3 2 0,3 1-112,4-2 0,3-2-31,5 0 0,4-4-3,20 5-34,5-28-33,-14-14-3,-10-3 1,-1-2 2,10-13 0,4-7-11,-10 21 812,-4 16-375,1 13-292,-3 15-134,-1 7 0,-5-8 0,0-2 0,1 0 0,5 5 0</inkml:trace>
  <inkml:trace contextRef="#ctx0" brushRef="#br0" timeOffset="24340">5311 10218 23881,'-36'22'159,"3"-2"1,-5 3-143,-3 4 0,-4 3 0,0 1-1420,2-1 0,-1 0 1,0 1 1402,6-3 0,-1 2 0,0 0 0,3-1 0,-4 4 0,2 0 0,0 4-16,7-6 0,-1 2 1,0 3-1,1 1 0,1 2 17,1 4 0,1 3 0,1 1 1,1 2-1,1 1 35,2-3 0,0 3 1,2 1-1,0 0 1,1 0-1,3-2-359,0 2 0,2-1 0,1 0 0,3-1 0,2-1 388,1 4 1,2 0 0,3-2 0,3-5 85,7 12 0,5-6 213,3-3 0,3-2-310,5-4 0,6-2-71,1-10 1,6-1 0,2-5 49,2-7 1,3-4-1,0-2-29,1 3 0,0-2 0,0-5 263,0-6 1,0-6-1,-4 0-262,2-4 1,-3-2 14,-1-2 0,-1-3 1306,-6 2 1,-1 0-1260,-1-2 0,-1 2 1344,4-2-789,-6 1 351,-20 13-547,-6 2-10257,0 0 7373,-11 0 0,9 0 1,-9 0-1</inkml:trace>
  <inkml:trace contextRef="#ctx0" brushRef="#br0" timeOffset="24690">5107 12062 18800,'-2'-5'3345,"0"1"-2539,2 4-666,27 40-109,-2-26 0,6 0-26,-1 5 1,4 3 0,0-4-566,13-3 1,0-3 561,1-1 1,-3-1-3,-14-3 0,-3 0 0,21 9 274,-14 4 986,-14 25-294,-20-12 0,-8 3-294,-9 14 0,-5 1-880,3-8 0,-3-2 247,-4-1 0,1-5-39,2 0-2767,7-13 2767,10-13 0,3-5 0,3-6 0</inkml:trace>
  <inkml:trace contextRef="#ctx0" brushRef="#br0" timeOffset="26524">7125 12994 20631,'49'-18'181,"0"-1"1,-1 1-1,-2 1 1,-2-1 0,-6 1-6,-10 2 0,-3-1 653,6-7 0,-2-2-449,-8-1 1,-3-1-289,-1 1 1,-2-1 20,-5-24-63,-11 15 1,-11 1 250,-6 1-203,-5 13 0,-5 2 106,-3 3 0,-2 3-98,-11-1 1,-1 4-88,8 4 1,2 3 22,0 4 0,3 3-8,-9 7 228,17 2 0,0 4-201,2 4 1,2 4 123,-2 8 0,2 2-96,5-5 1,3 0-29,4 2 1,3 0 73,1 14-23,4 3-23,7-1-8,6-14 1,6 3-52,7 3 1,3 0-543,0 2 1,2-1 516,3 1 1,-2-2 19,-8-10 0,-1 0 9,0 0 0,-1 0 16,0-1 0,-2 1-76,0-1 0,-1 0 76,-2-1 1,-1 0 117,2 8 1,-1 2-169,-6-1 0,-1 0 0,0-3 0,-2 0 0,-4-3 0,-4-3 0,-10 7 0,-6-1 0,-14-2 0,2-9 0,-3-1 0,-4-2 0,-1 0-265,-2 0 1,1-2 264,0-3 0,3-4 0,-9-3 1001,7-4-2050,11-12-661,8-10-3214,9-13 4924,8-12 0,3-2 0,-2 10 0,2 2 0,0-1 0</inkml:trace>
  <inkml:trace contextRef="#ctx0" brushRef="#br0" timeOffset="27057">8165 13003 21707,'-22'1'2376,"-3"9"-1917,0 7 168,-6 12-78,-5 11-621,17-17 0,1 1 201,-1 4 0,1 3 271,-3 15 0,3 5-154,5 0 1,5 3-180,5-12 0,4 1 1,2-2-297,5 6 1,7-5 228,5-7 0,5-6-128,20 0-1091,-14-17 1,1-4-3698,-3-2 1,1-1-2001,23-4 6916,-20-7 0,-25 0 0,-5 1 0</inkml:trace>
  <inkml:trace contextRef="#ctx0" brushRef="#br0" timeOffset="27609">8576 13984 20459,'41'-26'2364,"-4"-2"-2068,-26-5-41,-4 3 0,0-3 39,-2-6 0,-2-3-107,1-13 1,0-2-641,-4 10 1,0 1 603,-2 3 1,-1 2 161,-4-11-206,-2 7 290,1 6-229,3-9-151,1 4-11,3-10-6,5 15 5,4 6 1,2 10 782,7-2-788,-2 6-263,6 1-3597,2 11 628,-3 4 3232,5 15 0,-15-9 0,1 9 0</inkml:trace>
  <inkml:trace contextRef="#ctx0" brushRef="#br0" timeOffset="27907">8469 13526 22277,'45'-1'99,"-1"-1"1,1 0 0,-4 0-1,0 0 1,-4-2-2148,2-6 1,-5-3-7784,14-13 9376,-24-3 1,-16 12 0,-6-1-1</inkml:trace>
  <inkml:trace contextRef="#ctx0" brushRef="#br0" timeOffset="28274">8994 13006 9229,'7'-2'8043,"-1"1"-6901,-6 1 164,0 0 407,74 46-850,-36-15-961,-7-9 1,5 4 0,-5-1 430,-7 2 0,-4 0-64,0 2 0,-1 1-49,-1 2 1,-1 2 28,-1 15 1,-2 4-46,-6 0 1,-2 0-492,2 1 0,-4-2 374,-5-5 0,-4-4 75,-4 8-274,-6-7 213,-1-10 650,0-7-751,1-7-1955,-2-8-7876,1-15 9985,-3-21 1,11 8-1,2-8 1</inkml:trace>
  <inkml:trace contextRef="#ctx0" brushRef="#br0" timeOffset="28675">9949 13635 26138,'34'6'480,"0"0"0,-2 0 0,-5-2-441,-1 1 6,3-4-1137,-6 1-959,-3-2-3023,-10 0-4757,-7-8 9601,-15-10 1,9 6-1,-9-4 1</inkml:trace>
  <inkml:trace contextRef="#ctx0" brushRef="#br0" timeOffset="28892">9949 13274 26161,'49'0'59,"0"0"1,-6 0 0,-7 0-6283,-11 0-3608,-14 0 9223,-6-7 1,-5 5-1,0-4 1</inkml:trace>
  <inkml:trace contextRef="#ctx0" brushRef="#br0" timeOffset="55047">14087 13887 22123,'-4'5'2480,"6"-9"-1656,6-16-376,7-14-291,6-11-70,-3 0 0,3-6-845,-4 12 1,-1-2-1,1 1 760,0-2 0,1 0 0,-1 0-1,0 0 1,1 1 0,-2 2 12,1-4 0,-1 2-14,1 0 0,-2 1 130,0 1 1,-1-1-106,3-11 1,1 0-18,-3 7 1,0 1-4,3-3 1,-1 3-6,5-9 0,-4 25 5,-11 19 1,-2 5 0,-4 1 1727,-1 2-1727,3 2 384,2 5-306,7 20-34,-1 3 23,2 20 11,-6-14 0,2 4-17,2 9 0,2 5-540,0-8 1,2 3-1,-1-2 534,-1-6 1,0-1 0,0-1 14,2 0 1,1-1 0,-1-2 15,1 0 1,1-1 44,4 6 0,1 1-98,-3-6 0,0-2-17,2 2 1,-2-3-17,5 6-6,-7-16 0,-10-13 0,1 0-34,-1-2 136,1 4-102,-4-12 0,1 4 0,-5-8 0</inkml:trace>
  <inkml:trace contextRef="#ctx0" brushRef="#br0" timeOffset="55369">14324 13466 15401,'-2'-5'4296,"1"1"-386,1 4-3294,30-12-90,-7 5-341,10-2 0,4 0-185,-7 4 0,1 0-574,2 2 0,1 0 574,4 1 0,-4 0 0,-4 2 0,1 0 0</inkml:trace>
  <inkml:trace contextRef="#ctx0" brushRef="#br0" timeOffset="56033">15223 13514 9055,'2'4'7629,"0"-2"-5467,-2-2-1154,6 94 218,1-48-789,-2 12 0,2-5-190,3-26-57,0-14-78,-2-12 40,12-18-113,8-14-23,-10 6 1,0-1-5,13-17-7,-9 7 1,-10 20 27,-5 7-27,-3 3 151,0 5 683,4 10-353,-1 5-151,3 13-146,-2 4-89,-1 1-56,0-2-151,1 2-4056,3-10 4162,3-5 0,-5-12 0,-1-5 0</inkml:trace>
  <inkml:trace contextRef="#ctx0" brushRef="#br0" timeOffset="56614">15918 13526 9134,'4'0'8479,"-1"0"-7644,-3 0-146,3 73 414,2-25-664,-1 2 1,2-1 221,12-7-437,0-21-123,6-15-50,0-10-12,1-6-33,3-6 0,-1-6-6,-1 0 11,1-1 78,-12 8 29,1 4 218,-13 8 34,-1 10 122,4 14-413,7 10-118,14 3-23,1-12 28,3-12-38,-3-9 21,-1-3 18,5-7-1,0-5 28,0-5 6,5-1 191,-4 9 139,4 25-330,-12 9-851,-2 27 851,-14-22 0,-1-1 0,1 4 0,-2 1 0</inkml:trace>
  <inkml:trace contextRef="#ctx0" brushRef="#br0" timeOffset="58466">10738 14390 13687,'8'0'4066,"-2"0"-3170,-6 0 757,0 0-920,50-22-27,-20 14-247,18-5 1,7 2-88,-9 8 1,0 2-1081,4 0 1,0 0 849,7 0 1,-2 2-28,-9-1 0,-2 0-467,4-1 1,0 0 451,1 1 1,3 0-177,-2-1 1,3-1-1,0 1 163,-11 0 0,-1 0 0,2 0 0,0 1-33,10-2 1,3 1 0,-1-1 0,-3 1-440,5-1 0,-3 0 0,-1 1 400,-2-1 0,-2 0 0,-2 0 13,3 0 0,-2-1-6,1 1 1,-1-1 2,-1-1 0,3 0 124,-6 1 1,3 0 0,0 0-118,1 0 0,0-1 0,2 0-18,-5 2 0,2 0 0,-1 0 0,-1 0-13,3 0 1,-2 0 0,-1 1 18,-2 0 1,-1 0 0,-3 0-21,4 1 0,-1 0 175,-4-1 0,2 1 0,0-1-155,0 1 1,1 0-1,1 0 36,9 0 0,1 0 0,-2 0-39,-11 0 0,-1 0 1,-1 0 38,15 0 0,-2 0-20,-15 0 0,-1 0-5,1 0 0,0 0-12,0 0 1,2 0 470,13 0 1,4 0-488,-16 0 1,0 0 0,2 0 35,9 0 1,1-1-1,-1 1-13,-9 0 0,-2 0 0,0 0 10,15-1 1,-2 0 13,-14 1 1,-1 0 58,13 0 0,3 0-61,1 0 0,2-1-43,-9 0 1,1 0-1,-1 0-2,10-1 0,-3 1 107,0-1 0,-3 1-107,-11 0 0,-3 0 27,1 1 1,0 0-3,1 0 0,1 0-17,14 1 1,3 1 16,-17 0 0,1 0 0,1 0-11,10 1 0,2 0 0,-2 0-73,-10 0 0,-2 1 1,0-1 60,18 1 1,-4 0 13,-16-1 1,0 0 199,12 1 0,4 0-62,0-1 0,4 0-118,-10-1 1,3 0 0,-2 0-77,-9-1 1,-1 0 0,0 0 36,0 0 0,1-1 0,-3 1 0,4-1 0,-2 0-109,2-1 1,-1 2 108,-2-1 0,1 1 325,11 1 0,2 2-325,0 1 0,1 0 0,-11-1 0,2 1 0,-1-1 0,0 0 0,0 0 0,-2 0-304,8-1 1,-1 0 303,-1-1 0,-2 0 0,-12-2 0,0 0 338,16 2 1,3 0-339,-14 0 0,2-1 0,-1 1 0,1 0 0,0 0 0,0 0-46,0 1 1,-1-1 0,-1 1 45,4 0 0,-1 0 0,1 0 0,-1 1 0,-1 0 0,1 0 0,13 2 0,2-1-15,-1 0 0,2 0 15,-12-1 0,3-1 0,-3 1 0,8-2 0,-2 0 133,-4 0 1,-2-1-134,-13-1 0,-2 0 0,0 0 0,0 0 96,-1 0 1,1 0-97,10 0 0,3 1 0,-1-1 0,1 1 0,0-1 0,-1 1 266,-3-1 1,-2 0-267,13 0 0,-4 0 343,-2 0-343,6 0 642,-2 0-642,4 4 0,-15-2 0,-7 4 0,-9-3 0,-3 0 369,0 0-369,4 0 0,-1 0 0,0 0 0,-3 0 0,-7 0 0,-1 0 0,-1 0 0,2 0 0,0-1-13,-3-1-2988,-1-1 3001,-25 0 0,14 0 0,-14 0 0</inkml:trace>
  <inkml:trace contextRef="#ctx0" brushRef="#br0" timeOffset="61549">11193 15560 21842,'8'-24'1910,"0"-2"-829,4-25-818,-3 6-534,-1 10 1,0 0 303,-2 6 1,2-1-9,5-14 0,2-2-6,1 0 1,1-1-18,-3 11 0,1 0 1,-1 2-1,1-5 1,1 4 31,7-14 220,-13 29-165,0 8 152,2 16-174,1 15-61,7 20 10,-10-12 1,0 1-284,3 3 1,-1 1 268,2 3 1,-1 0 3,1 0 0,1 0 10,-1-1 1,0-1 140,5 6 1,1-1-136,-3-8 1,0-1-20,1-2 0,-1-2 47,5-2-5,-10-17 11,-7-6 274,6-2 29,4-19-191,14-19-123,-6-8 43,-8 19 0,-1 0-55,3-18-27,0-3 0,-2 1 16,-8 14 0,0-2-2,0 2 0,-1-2-15,-2-4 1,0 0-4,-1 11 1,-1 2-3,-2-12-22,0 19-1721,0 7 1743,-11 7 0,9 3 0,-9 4 0</inkml:trace>
  <inkml:trace contextRef="#ctx0" brushRef="#br0" timeOffset="62099">12112 15424 18572,'4'40'493,"1"-1"0,-2-3 0,1-5 19,3 0-327,0-13 23,6-2-108,-2-16-29,5-10-32,-1-7 4,3-8-43,2-3 6,-1 0-6,-1 5 5,3 1 57,-3 12 78,0 2 196,-6 12 113,-2 6 357,3 22-352,4 10-404,2 10-3125,0-9-4128,-8-18 7203,-3-12 0,-7-10 0,-1-2 0</inkml:trace>
  <inkml:trace contextRef="#ctx0" brushRef="#br0" timeOffset="62616">10972 15897 14107,'0'5'5288,"0"-1"-2785,0-4-1584,101 0-2092,-64-1 0,1 1 1,3-1 1289,1 1 1,2 0-1,2 0 1,-2 0-29,10 0 1,-1-1 0,-2 1-9,-10-1 0,-2 1 0,0 1-59,1 0 0,0 1 1,-1 0-22,-1 0 1,-1 1 0,2 0 0,6 3 0,2 0 0,-1 1-54,-6-1 1,-2 1-1,1-1 52,2 1 0,0 0 0,-5-1 0,-4 0 0,-6-1 0,4 0 0</inkml:trace>
  <inkml:trace contextRef="#ctx0" brushRef="#br0" timeOffset="63384">11119 16907 15748,'2'10'3798,"-1"-2"-3748,-1-8-16,0 0 100,41-107 345,-24 63 0,1-4-404,-3 6 1,2-6-1,1-1 1,-2 3 94,0 2 0,-1 2 0,-1 2-137,1-7 1,-2 5-34,-1 10 0,-1 5 184,-1 4-212,4 12 347,0 18 0,9 33-218,-2 5-360,-8-10 1,0 1 294,-2-8 1,2 1 254,5 13 0,2 2-216,2-5 1,1-1 8,3 4 0,1-3-3,-4-13 1,-1-5 24,7 0 129,-10-17 101,-8-13-84,1-7-45,3-14 238,-3 4 0,0-3-350,1-5 1,0-1-54,1 0 0,-2 0-132,0-1 1,-1 2 89,2-17 0,1 1 40,-3 3-46,4-4-527,-6 13-4311,5 5 4844,-2 17 0,-4 12 0,-1 2 0</inkml:trace>
  <inkml:trace contextRef="#ctx0" brushRef="#br0" timeOffset="64033">12122 16697 9464,'0'5'7416,"0"-1"-5602,0-4-1404,3 56-114,0-31-178,0 9 0,1-1 72,3-15 0,1-8 337,5-4 49,7-14-329,13-20-202,-4-1-40,-7 5 1,-1-1 5,4-2 252,0 4-78,-12 14 124,-7 11-91,1 10-128,1 4-29,4 9-55,0-2-6,1 0 0,7-5 0,0-8 6,13-16-1,-6-9-5,4-12-5,-8 0-46,6-3 46,-5 12 21,-3 2 208,-7 16 112,-4 11-78,2 4-146,3 9-112,-1-1-62,1 0 62,11-11 0,-15-3 0,8-8 0</inkml:trace>
  <inkml:trace contextRef="#ctx0" brushRef="#br0" timeOffset="65103">13185 15352 12081,'0'44'974,"0"-1"1,0 1-1,1 9 1,1 3-1,1-6-347,-1-5 1,1-2-335,2-5 0,0 3 0,0-4 823,1 0 1,2-2-966,2 4 1,1-4 702,7 11-669,-5-10 347,-5-29-431,-8-19 1174,0-9-1270,0-14 1,0-11 0,0-9-197,0 24 1,0-4 192,0-16 1,0-5-3,-1 16 0,-1-1 0,0 0 11,1 0 0,0 1 1,-1 0-317,-2-14 1,0 4 324,2 18 0,-1 3 19,-2-2 0,1 0 146,-2-18-84,-1 3-51,4 20 339,3 12-384,0 7 641,0 1-635,0 0 39,0 0 51,4-2 185,23-5 6,27-2-225,-23 6 0,2 2-331,7 1 1,1 1 299,-7 3 1,-1 0-12,2 2 0,-1 0-48,-1 1 0,1 2 70,8 9 1,-1 4-23,-5 6 1,-3 3-24,0 2 1,-5 2 0,-8 2 0,-5 0 3,-7 16 78,-5 0-79,-12 1 79,-10-3-22,-13-1 66,3-17 1,-2-2-11,-14 8-59,17-14 0,1-1 47,-1-5-207,14-4-16,5-4 117,11-3 655,29 7-630,-2 0 0,2 2-22,4 1 0,2 1-317,8 4 1,-1 2 332,-11-3 1,-2 2-15,1 1 1,-2 1 30,-2 0 1,-3 2-7,-2-1 1,-4 2 93,13 20 242,-21-12 1,-5 2-148,-7-2 0,-3 1-219,-4 0 0,-3 0 0,-6-4 0,-3-3 0,-18 7 0,-3-4 0,1-5 0,2-6 0,1-6 0,-7-5 0,14-3 0,-3-1 0,18-2 0,2 0 0,4-2 775,0-1-775,2-1-511,-8-5 511,-16-10 0,15 10 0,-11-5 0</inkml:trace>
  <inkml:trace contextRef="#ctx0" brushRef="#br0" timeOffset="68669">14431 16170 8965,'0'-5'9085,"0"1"-6755,0 4-1725,-4-34 650,3 20-482,-4-23 22,5 32-56,0 5-235,0 0-252,0 11-10,0 25-220,2-9 1,1 2-4,1 5 1,2-1-20,3 17-51,4-21-38,-6-22 50,-1-4 39,2-9 16,13-24-19,-6 5 1,2-2-133,6-8 0,0 0 62,-3 6 1,-1 3 5,14-14 11,-18 27-23,-3 6 40,-4 6 45,3 14 50,6 16-56,-1 0-6,5 7-61,-6-21-118,12-6 67,5-11-178,11-23 200,-8 4 46,-3-14 0,-12 18-1,-4 5-5,-3 6 56,-5 5 140,2 8 129,3 24-644,5 14-2874,0 2 3249,2-2 0,-13-32 0,-1-2 0</inkml:trace>
  <inkml:trace contextRef="#ctx0" brushRef="#br0" timeOffset="69101">15367 16122 17176,'4'55'522,"0"-1"1,0-3 0,2-8-387,8-7-13,-1-9 17,4-10-23,4-9-83,7-25-71,-7-2 1,0-2-23,-4-3 1,0 0 13,3-3 0,-2 0 0,6-6 40,5 3 447,-4 15 84,-3 6 387,-8 24-90,-4 9-296,0 15-140,2 5-230,1 1-129,1-2-1211,8-3 1183,-2-19 0,-3-4 0,-6-16 0</inkml:trace>
  <inkml:trace contextRef="#ctx0" brushRef="#br0" timeOffset="69420">16199 15674 19776,'6'0'3343,"-2"0"-2447,-4 0-341,104 7-1341,-74-6 0,0-1 797,16 3 0,7 0 1,-7-1-12,-8-1 0,-5 0-801,-1 0 0,0 0 945,23 2 1,-27-3 0,-7 1 0</inkml:trace>
  <inkml:trace contextRef="#ctx0" brushRef="#br0" timeOffset="70801">17178 15662 15821,'8'52'597,"0"-1"0,0 1 0,-1-5 0,0 0 0,2-6-185,6 0 0,1-5-854,6 14 517,-7-22 1,-1-5 316,1-6 336,-3-8 713,-7-23-1032,-2-8-174,-3-23-101,0-9-575,0 22 1,0-1 465,1-3 1,-2-3-23,-1 0 1,-2-3 0,0 0-3,-1-2 1,1 0 0,-2-2 3,0-7 1,-1-1 0,-1 3 14,3 11 1,-1 3 0,1 2 79,-1-9 1,1 6 602,-2 0-277,2 9-135,0 7 6,3 2-191,1 3-61,1 2 961,3 0-961,8 3-6,11-3 22,14-3-2,4 3 0,6 0-35,-8 5 0,2 1 1,1 0-471,0 1 1,0 0 0,1 1 445,0 0 0,1 2 0,-3 3-3,13 8 1,-4 4 2,-17 0 0,-2 3-50,3 5 0,-7 5 50,-11 23 101,-18-9 0,-8 1-11,-7 1 0,-7-1 22,-4 7 0,-3-3-269,1-11 0,1-5 179,6-7 0,2-4 1250,2-1-1340,8-5 167,7-5-284,5 2 152,32 9 38,2 2 6,-1-2 1,2 1-157,-3-1 0,1 1 145,2 3 0,1 2 17,-1 0 0,0 3-50,8 9 0,-4 5 248,-11 2 1,-4 2 36,1-1 0,-6 0-174,-13-1 1,-9-2 156,-6-10 1,-5-2-68,-5 1 0,-4-3-68,-5 1 1,-3-1-26,-4-2 1,-2-2-3,1-2 1,-3-2-74,2-3 0,-3-1 0,2-1-79,-5-1 0,0-2-563,-11 2 1,1-2 61,20-5 1,2-3-393,1-1 0,2-3 1086,-1-9 0,3-1 0,-2 1 0,3-13 0</inkml:trace>
  <inkml:trace contextRef="#ctx0" brushRef="#br0" timeOffset="71368">18435 16023 9352,'2'5'8592,"-1"-1"-6872,-1-4-640,20 88-296,-10-48-459,-1-3 0,2 8 0,-2-9-134,1-6-23,2 0 33,-7-23-145,4-4-39,6-27-17,13-18-3,-14 17 1,1-1-15,2-2 0,0 1-17,8-6-38,3 3 4,-8 15 68,-1 3 314,-2 19 95,7 24 173,4 15-512,-15-21 0,-1 1-3,9 20-67,-11-23-3876,5-10 3876,-5-26 0,-1 10 0,-3-17 0</inkml:trace>
  <inkml:trace contextRef="#ctx0" brushRef="#br0" timeOffset="71925">19337 16020 18992,'11'39'372,"-1"0"0,0 0 1,1 10-1,2-10-210,7-24 12,-3-12 11,17-18-180,7-13-11,-14 9 1,0 0-45,12-13-6,-9 12 56,-20 16 73,-4 2 162,-1 5 140,2 15-173,4 5-152,2 4 28,4-6 12,-3-15-34,4-1 29,2-5-52,19-21-78,-15 8 0,1-3-48,5-4 1,-1-2 59,15-8 33,-11 13 89,-17 14 584,7 12-130,9 18-448,2 0-95,4 10-845,-12-15 845,-1-4 0,-12-8 0,-2-3 0</inkml:trace>
  <inkml:trace contextRef="#ctx0" brushRef="#br1" timeOffset="98692">22890 7285 19000,'43'-16'37,"0"0"0,1 0 1,-6 1-1,2 1 1,0-1-1,2 0 35,7-2 1,1 0 0,2 0 0,1-1-789,-11 4 1,1 0 0,0 0 0,2 0 0,3-1-1,3-1 855,-7 3 1,3 0-1,2-2 1,2 1-1,2-1 1,0 1 0,1-1-1,0 0 1,0 1-1,0 0-145,-1 1 0,-1 0 0,1 0 0,0 0 0,0 0 0,2 0 0,-1 1 0,2-1 0,0 0 0,1 0 0,2 1 41,-8 1 0,1-1 1,2 1-1,1 0 1,0-1-1,1 1 1,1-1-1,-1 1 1,1 0-1,-1 0 1,0 0-1,-1 0 1,-1 1-1,-1 0 1,-1 1-61,4-2 1,-1 2 0,-1-1-1,0 1 1,-1 0 0,-1 0-1,0 0 1,0 1 0,0 0-1,0 0 1,-1 0 0,1 1 30,3-1 0,1 0 0,0 1 0,0 0 0,0 0 0,-1 1 0,-1-1 1,-1 2-1,-1-1 0,-2 1 0,-1 1-135,7-1 0,-3 1 1,-2 1-1,0 0 0,-2 1 1,0 0-1,0 0 140,6-1 0,-1 1 0,0 1 1,0-1-1,-2 1 0,-1 0 79,4 0 0,-3 1 1,0 0-1,0 1 1,0 0-89,-1 1 0,1 1 0,0 1 1,-2 0-1,-2 0 212,0 1 1,-3 1 0,0 1 0,0 0-214,2 3 1,1 1-1,-2 0 1,-5 1 14,11 4 1,-5 2-14,-4-1 0,-5 0 1644,1 1-1608,6 4 45,-7-3-78,1-1 2491,-8-2-2486,-9-5 1793,-4 1-1771,1-4 1057,2 3-983,-3-4-6,-3 0-6,-4-3-11,-6-1-79,1 1-5,1-2-44,1 0-4213,13 0 4257,2-16 0,-3 11 0,-5-11 0</inkml:trace>
  <inkml:trace contextRef="#ctx0" brushRef="#br1" timeOffset="99042">29040 6160 16174,'46'25'228,"1"-1"1,0 1 0,-2-3 0,3 1 0,1 0 0,-1-2-228,-5-3 0,-1-1 1,0 0-1,1 1-937,8 4 0,1 2 0,0 0 0,-4-1 936,4 2 0,-4-1 0,-4 1 43,-10-3 0,-2 2 0,-8-1 3323,-1 28-1543,-28-11 1,-12 2-1046,-4-9 0,-7-1 1,-1 1-736,-7 8 0,-3 0 0,0-2-139,3-7 1,0-2 0,1-2-1283,-11 8 0,4-6 1405,-4-5 1,23-13 0,2-6 0</inkml:trace>
  <inkml:trace contextRef="#ctx0" brushRef="#br1" timeOffset="104312">31844 7207 21668,'20'-23'3210,"-2"-3"-2672,0-17-437,-7 13 0,0-3-76,-1 2 0,1-2-311,1-4 0,0 0 311,-2 7 1,0 0 10,5-13 1,-1-2-12,0 0 0,-1-1-6,3-7 1,0 1-1,-5 12 1,-1 4-17,-1 6 0,0 3 8,5-5 192,3-3-153,1 6 90,0 2-56,-6 13 45,-5 8 11,-4 4 358,-3 2-442,3 0 145,3 13 18,12 26-130,-2-1 1,0 3 2,0 1 1,0 2-404,-3-9 0,1 1 0,-2-1 395,2 7 0,1 0 50,-2-3 1,1 3-1,1 0-28,-1-2 1,0 0-1,1 0-73,-1 0 1,1 0 0,-1-2 5,5 9 1,-1-4-371,-1-9 0,0-5 331,6 10 0,5 0 0,-13-25 0,5-7 0,2-11 0,6-25 0,-2-4 0,-13 8 0,-1-3 1006,7-17-1006,-6 10 0,0-4 0,2-4 0,0-2-153,-3 7 0,0-3 1,-1 1 152,3-8 0,0 2 0,-2 0 0,0 3 0,-4 14 0,-1 1 0,0 1 0,1-1 0,4-20 0,-5 17 0,2 1 0,6-24 0,-6 24 0,1 3 0,4-8 0,-3 12 0,-8 14 1199,2 3-1199,-5 3 0,3 1 0,-2 2 0,0 0 0</inkml:trace>
  <inkml:trace contextRef="#ctx0" brushRef="#br1" timeOffset="106144">33020 7114 10478,'6'0'6318,"-2"0"-5876,-4 0-184,0 10 442,0-2 583,0 20-197,0 4-252,0 20-537,-1-21 0,1 1-39,-1 21-28,0-4-6,1-21-118,0-6-44,0-5-68,0-7 113,0-5-51,4-9-11,3-6-40,5-11 29,13-23-34,-11 17 0,1-2-17,4-7 0,2 1 11,-6 6 1,-1 2-1,13-21 1,-11 24 5,-2 3-6,-3 6 1,-1 6-1,-5 3 6,3 5 101,-3 13-56,2 3-40,-2 14 40,-2 2-6,0 13-28,1-7 1,0-1-40,2-18 28,2-12 44,3-7-38,5-7-6,5-7 0,4-7 0,7-3 0,-9 9 0,1 0-11,25-9 11,-21 14 0,-1 2 0,11-2 84,-11 13 73,-14 7 78,0 20-190,-2 10-101,-3 4-852,0-7-3029,-3-16 3937,1-8 0,-3-6 0,-2-4 0</inkml:trace>
  <inkml:trace contextRef="#ctx0" brushRef="#br1" timeOffset="109162">31315 7766 13995,'4'5'2952,"-1"-1"-487,-3-4-1345,153 18-2010,-107-15 0,0-2 0,6 2 965,-7 0 1,6 1 0,2 0-1,2 0 1,-2 0 0,-4-1-383,5-1 0,-3-1 1,-2 0-1,2 0 345,2 0 0,1 0 0,0 0 0,-3 0-10,1 0 0,-1-1 0,2 1 24,0-1 0,3 0 0,1 0 0,0 0-52,-11 0 0,-1 0 0,0 0 0,2 0 0,0 0-3,8-1 1,1-1 0,1 1 0,-1-1 0,-3 1-257,-1 0 1,-2 1 0,-2-1 0,-1 0 258,9-1 0,-2-1 0,-5 1 28,-3 1 0,-5 0 481,-4 1 0,-2 0-414,-5 0 0,-1 0 924,3 3 1,0 1-903,-1-1 1,-1 1-59,5 2 0,-1-1-59,16 1 1193,-8-3-1160,-19-3 1942,2 0-1964,-7 0-120,-3 0-1740,-9 0 1849,-8 5 0,2-4 0,-3 5 0</inkml:trace>
  <inkml:trace contextRef="#ctx0" brushRef="#br1" timeOffset="110462">31810 9225 19165,'33'-13'2890,"-4"-1"-2559,-11-20-208,1-5-1138,1-9 1029,-9 19 0,1-4-10,1 0 0,0-3 0,1-2 12,0-1 1,-1 0 0,1-2-17,3-8 0,0-2 0,-1 4 3,1-7 0,-1 4-3,-3 7 0,-1 6 0,-2 0 353,0 9-353,-3 9 237,-1 7-142,1 6 62,1 4-28,2 12 469,4 6-514,2 12-45,4 8 39,5 9-45,-12-19 1,1 2-19,9 16 1,1 4 137,-7-15 0,1 1 1,0 1-475,4 6 0,1 2 0,0-2 374,5 7 0,-1-4-14,-4-6 1,-1-4 10,8 2 40,3-3 66,-5-15-88,-1-3 49,-8-14 30,-6-4 223,1-8-308,0-9 683,-2-4 0,-1-4-720,2-6 1,0-4-18,4-13 1,-1-2-818,-2 7 1,-2 0 810,0 0 1,-1 1 0,-3 12 0,-1 1-56,2-10 0,0-2 55,-1 4 1,1 1 30,1-5 1,0 1-9,0 8 1,-2 4 2,5-9-28,-2 13 11,-4 14 1647,4 0-1585,-1 4 110,8-1-183,-5 4-325,1-3-1608,-5-3 1933,-2-8 0,-4 8 0,-2-3 0</inkml:trace>
  <inkml:trace contextRef="#ctx0" brushRef="#br1" timeOffset="114546">33120 9051 15177,'10'0'3282,"-3"0"-2833,-7 0-438,0 0 95,0 6 135,0 4 33,1 11 219,1 5-17,2 7 202,-1 22-382,2 1-268,-2-27 0,0-2-28,6 7 0,1-20 6,2-15 56,5-29-68,9-20-56,-11 13 1,0-2 30,-1 6 0,0 1 14,-2 5 1,0 2 10,3-5 6,2 9-62,-4 4-16,7 8 39,-1 5 89,6 20 62,-6 0 0,0 18 56,-5-5 191,0 17 246,-1 1-375,-5 0-101,-2-8-129,-6-18-1435,2-2 1435,-2-7 0,0-4 0,0-7 0</inkml:trace>
  <inkml:trace contextRef="#ctx0" brushRef="#br1" timeOffset="115265">34581 7938 22901,'55'1'556,"1"1"0,-6 0 1,-3-1-524,-17-1 1,-4 0 44,14 0-72,-22 0 5,-4 0-11,-3 0-2212,-2 0 2212,-4 0 0,-2 0 0,-3 0 0</inkml:trace>
  <inkml:trace contextRef="#ctx0" brushRef="#br1" timeOffset="115580">34621 7520 19132,'-6'-10'2307,"2"2"-1231,4 8-410,0 0-369,80-3-1491,-27 0 1199,-17 1 1,6 0 0,-2 0-723,6-1 0,-5 0 693,-11 1 0,-3 0 0,24 0 0,-36 2 1</inkml:trace>
  <inkml:trace contextRef="#ctx0" brushRef="#br1" timeOffset="123749">35968 7063 8780,'-4'-6'5355,"1"2"-4442,3 4-482,0 10-218,0-8 913,0 8-314,0-10 662,0 0-858,0 5-376,3-1-55,1 6-62,4-2 168,8 9 12,9 3-163,11 7-79,-5-5 7,1-4-1,-11-8 62,12 2-45,5-1 16,14 1-38,-10-5-62,-2-2 34,-13-3-29,-2 0 29,0 0-23,7 0 23,4-1-29,-1 0 23,-1-1-22,-9 0-1,-1 0 46,2 0-34,7 0 44,1-1-44,5-4-11,-9 2 33,-4-4-6,-4 2-27,-2-4 33,3 0 0,9-11 1,0-2-24,7-10 24,-14 9-34,-5 0 44,-10 8 1,-1-10 27,0-3-39,-1-14-33,-2 9 0,-3-2 44,-3 12-44,0 1 27,0 2 90,-8-7-83,-9-1 4,-3 1-38,-6 3 28,5 10 22,-3 2 50,-1 3 79,-19 3 78,-10 3-210,17 2 0,-1 1-36,6 0 0,1 0-12,0 0 1,2 0 33,-14 0-27,3 0 27,-3 5 17,15 0 0,-1 2-28,0 3 0,0 1 5,-5 2 1,1-1 0,-15 8-29,10-4 1,13-7-1,0 0-5,0 1 0,-15 10 68,-8 9-40,24-14 0,0 1-12,-1 2 1,1 0 78,-10 9 45,-1 3-22,3 1-31,12-9 0,-1 3-23,2 2 0,0 0-39,1 2 1,0 0-105,3 1 0,1-2 135,-5 16 45,1 1-6,0 0-6,2 1 74,-1-1-76,6-14 0,1 1 14,0 1 0,0 0-62,1 0 0,1-1-6,2-2 1,1-2 6,0 11 10,3-1 0,1 1 68,1 12-17,0 4-34,3-4-17,4-4 12,3-16 202,5 0-219,2-2 5,1-2-10,5-1 16,16 4-45,9-1 22,1-2-27,1-8-6,-16-7-6,1-4 6,-1-1 6,17-4 11,-22-1 0,0-1-17,27-1 0,0 0 5,-1 0 1,-12 0-6,11-1 5,-16-4-2,-10-1 0,1-2 0,3-2 0,1-2-1,8-2 1,-1 0-3,-7 3 0,-2 1 0,22-6 6,-21 10-1,3 0-5,0 3 12,5-3-12,-9 3 5,4-3 1,-13 3-6,4-2 5,-2 4-5,-4-1 40,1 2-40,-9-1 0,-6 1 5,-3-2 1895,-2 2-2646,0-13 746,-5-17 0,3 10 0,-4-7 0</inkml:trace>
  <inkml:trace contextRef="#ctx0" brushRef="#br1" timeOffset="127083">37565 5640 8842,'4'0'6290,"-1"0"-4828,-3 0-812,0 47 391,0 2-826,0-11 1,0 1-171,0-5 1,0-2 474,0 18-135,0-20 1,0 1-235,0 18-145,0-9-6,0-22 0,0-15 112,0-3-62,0-7 232,0-5-226,1-26-28,1-15-17,1 13 1,-1 0-12,0 5 0,0 2-3,0-2 0,1 1 3,0-12 22,-1 16 1,-1-1 8,1 1 0,0 1-31,-1-26 50,2 13 6,-1 20-6,0 4-16,1 4 0,-1 4-1,0 2 68,1 5-11,0-1 38,7 2-55,2-1 56,6 0 5,2 0 6,17 2-95,4-1 6,8 2-158,-14 0-1035,-9 0-2157,-10 0 3299,-1 0 0,-5 0 0,-3 0 0</inkml:trace>
  <inkml:trace contextRef="#ctx0" brushRef="#br1" timeOffset="127450">37706 5688 9302,'5'0'6323,"0"0"-4497,-5 0-1546,23 0 0,-6 0-56,31 0-224,-5 1-1059,11 0-817,-10 0 1876,-9-1 0,-23 0 0,-4 0 0</inkml:trace>
  <inkml:trace contextRef="#ctx0" brushRef="#br1" timeOffset="127818">37545 6136 17580,'42'-4'272,"-1"-1"1,-3 2-1,-2-3-247,-8-3 1,-1-1-906,1 0 1,0 0 879,0-2 0,-1 0 0,8-3 0,-22 6 0</inkml:trace>
  <inkml:trace contextRef="#ctx0" brushRef="#br1" timeOffset="129283">38120 5971 8886,'4'0'5019,"-1"0"-4582,-3 0-151,9 0 722,-6 0-560,8 0 101,-9 0 235,-1 0 651,1 0-937,1 6-84,2 7-274,-1 3-61,-1 4 16,-1-3 84,-1 9 34,3 2-51,-1 7-27,2-6-63,-1-9 1,-1-8 11,-1-6-45,-1-1 29,-1-1-1,2-2-62,-1-1 7,1-1 44,3-2 33,5-16-55,6-14 5,11-16-39,-12 21 0,1 1-6,11-15 6,-2 9 0,-10 16-33,3 3-57,-6 6 96,0 2 78,-7 10-79,-4 6 29,-1 6 11,0 5-45,0-1 5,0 13 7,0-4 32,0 5-4,0-13-96,0-10-6,0-8 17,2-4 56,10-7 1,12-9-12,3-2 0,5-7 0,-10 7-6,-1 1-5,0 2-6,2-1 11,-3 6-10,0 1 10,-6 7 6,-6 2 84,-3 2 28,-3 7 6,1 6 257,0 26 1,-1 7-247,1 4-129,-3-8-12,0-19-2318,0-11 2330,5-15 0,-4 2 0,3-11 0</inkml:trace>
  <inkml:trace contextRef="#ctx0" brushRef="#br1" timeOffset="129633">38919 5814 13021,'3'0'4553,"0"0"-3023,-3 0-1116,23 0-285,-9 0 28,21 0-101,-13 0-6,12 0-50,-2 0-151,-1 0-1468,-11 0 1619,-13-5 0,-4 4 0,-3-5 0</inkml:trace>
  <inkml:trace contextRef="#ctx0" brushRef="#br1" timeOffset="130303">39380 5745 14790,'-4'40'733,"1"0"1,-1 0 0,-1 16 0,1-9-196,4-17-124,7 1-352,3-13-45,8-6 67,-4-21-84,-1-11 0,-6-11 0,-4-7-124,-2-6 74,-1-5 44,0-3 6,-1 17 0,-2 0 0,-1-17 42,1 21 0,-1 3 60,-1-4 21,4 8-11,-1 5-22,2 1-17,6 3 22,13 0 202,18 0-107,4 5-78,6-1-62,-8 5-16,-4-2 16,2 2-470,1-2 420,-5 2 0,-11 1 0,-8 3 0</inkml:trace>
  <inkml:trace contextRef="#ctx0" brushRef="#br1" timeOffset="130600">39470 5721 16977,'38'-1'-213,"-1"-1"0,1 1 0,14-1 1,-8 0-8638,-12-1 8996,-14 3 0,-6 1 0,-12 0 1</inkml:trace>
  <inkml:trace contextRef="#ctx0" brushRef="#br1" timeOffset="130884">39270 6175 8724,'0'5'5467,"0"-1"-3120,0-4-656,87-37-867,-42 13-679,-10 7 1,6-1 0,-6 1-79,0-6-67,-7 6-84,-9 5-701,0 0-2110,-1-2 2895,4-3 0,-12 7 0,0 0 0</inkml:trace>
  <inkml:trace contextRef="#ctx0" brushRef="#br1" timeOffset="131282">39828 5844 8954,'7'0'5489,"-1"0"-4386,-6 0 544,0 0-1283,2 74 381,-2-40-658,2 9 0,5-4-20,11-22-67,4-19 0,9-7-56,-4-9-34,0-2 17,-1-1 62,5-1 6,-9 10 5,-4 1 78,-9 10 129,-8 9 6,0 6 29,-1 11-181,3 19-61,5 2 0,-3-12 0,3-10 0</inkml:trace>
  <inkml:trace contextRef="#ctx0" brushRef="#br1" timeOffset="132068">37652 6371 17674,'55'-6'237,"-1"1"0,1 0 1,-1-1-1,-8 3 1,1-1-1,0 1 0,-1 0 1,1 1-134,-1 0 0,1 0 0,0 0 0,-1 0 1,-1 1-919,3 0 1,0 0-1,-1 1 1,-1 0 863,-1 0 0,1 0 1,-3 1-1,-1 0-22,-3 0 0,-2 1 0,2 0 229,10 2 1,2 1-1,1-1-255,-2 0 0,0-1 0,1 0 0,-6 0 1,1 0 0,0 0 0,-2-1 7,1-1 1,-3 1-1,0-1-5,13-1 1,-4 0 0,-20 0 0,-2 0 187,22 0-187,-9 0 2034,7 0-2045,-7 0-91,-2 0-800,-7-3-1137,-12-4 2033,1-8 0,-11 5 0,0 0 0</inkml:trace>
  <inkml:trace contextRef="#ctx0" brushRef="#br1" timeOffset="133584">38190 6542 16521,'11'0'1439,"-2"12"-1159,-9 2 84,0 15 1,-1 2-82,-4-4 0,-1 3-85,0 2 1,0-1-132,-1 0 1,-1 0 16,-1 20-45,5-28-39,3-7-39,1-8 39,0-4 67,7-13-28,14-16-33,5-4-1,10-12-256,-4 8 257,1 0-1,4-3-5,-12 12 0,2-1 3,-2 2 0,1-1-1,1-3 1,-1 2-3,8-6 0,-13 10 0,-15 15 62,-1 1-68,-3 4 224,-5 10-218,-5 3-33,-8 10 33,-5 3 0,-1 2 0,-5 3 22,10-8 0,0 2 115,2 0 1,1 1 16,0 4 0,3 1-9,-2 10 12,12-7 0,7-18-56,13 4-45,12-9-62,3 0-196,-2-7-716,-12-3-1995,-3 0 2913,-4-5 0,-6 3 0,-2-3 0</inkml:trace>
  <inkml:trace contextRef="#ctx0" brushRef="#br1" timeOffset="135169">38698 6891 8942,'4'0'3255,"-1"0"38,-3 0-2710,4 0-331,-3 0-129,4 4 208,-5 10 514,-2 16-16,1 18-557,0-20 0,0 1-210,-1 20-57,2-8 57,2-19-62,4-6-56,3-7 134,1-11-44,1-12-28,-3-10 10,1-9-16,0-3-28,-3 8 0,1-1 28,2-26 6,-4 23 0,-2 0 44,0-16-39,-3 19 28,0 11 40,0 11 212,0 2-95,0 3-162,0 1-29,3 1 1,2 0-1,4 0 35,13 1-40,3 7-6,8 7 12,-8 2 5,-9 1 39,-12-4 6,-2-1-39,-2 1 73,-9 8-18,-10 4 52,-3 1 183,-5-2-71,8-10-68,4-3-45,2-2-39,5-3-174,2-3 90,3-3 6,3 1-6,0-1-23,0 1 12,-2 1 11,-1 0-5,-3 3-68,1-1-549,0 3-1579,1-5-134,3 1 1561,4-4 349,3-2 245,2-1 175,1-2 5,-2 1 661,-2 1 246,-1 1 404,2 2-718,-4 0-161,6-1-147,-4 1 136,2-1-79,1 1-270,0 0-4,1 0-24,2 0 12,-3 0-16,3 1-35,-4 3 40,3 7-6,-4 5 79,0 8-57,-4-2-16,-2 2 6,-7-6 27,-6 5-67,-6-3 23,0-2-365,4-10-812,5-5 1143,5-8 0,2 3 0,1-3 0</inkml:trace>
  <inkml:trace contextRef="#ctx0" brushRef="#br1" timeOffset="135702">39410 6693 8914,'9'1'6627,"-1"1"-4801,-8-2-852,0 0-206,1 10-331,0-6-179,0 9 16,-1-10 152,0 6-40,0 7-101,0 4-10,0 5 33,2 2 348,4 22-536,-1-19 1,0 1-82,2 7 0,0 1-20,0-3 1,-1-2-9,3 14-5,-3-17 0,-4-18 33,1-5 28,-3-4-61,2-2-881,-2-2-681,3-3-1290,-1-8 2846,3-16 0,-3 11 0,-1-5 0</inkml:trace>
  <inkml:trace contextRef="#ctx0" brushRef="#br1" timeOffset="136120">39126 6626 9296,'-7'-5'6654,"1"1"-5786,6 4 2386,0 0-2671,12-2-74,5 0-22,17-4-148,-3 1 1,5 0-206,5-3 1,2 1-135,1-1 0,0 1-218,0-1 0,-4 1 280,13 0-62,-10 4 0,-6 0-40,0 3-2548,-11 0 2588,-4 0 0,-13 0 0,-7 0 0</inkml:trace>
  <inkml:trace contextRef="#ctx0" brushRef="#br1" timeOffset="137086">37572 5246 8970,'0'6'3860,"0"0"-3283,0-6 196,0 0-482,-5 48-168,1-24 190,0 15 1,0 4 103,1-15 1,0 1-110,-1 11 0,1 2-238,1-7 0,0 0-172,0 1 0,0-2 191,1 17-83,0 2 28,1 1 72,0 1-45,0-26 1,0 2 78,0 13 0,0 2 53,0 4 1,0 0-169,0 0 0,0 0-341,0-2 0,1-3 332,1-14 1,0 1 44,0 10 1,1 3 163,0 0 0,1 1 161,-1 8 1,2-1-286,-1-12 0,0-3-51,2-4 1,0-3-1,6 6-50,1-2 0,3-5-426,0-6-924,2-4 1417,2-8 1,-10-6 0,0-4 0</inkml:trace>
  <inkml:trace contextRef="#ctx0" brushRef="#br1" timeOffset="138269">40306 5354 9442,'5'0'5936,"0"0"-4843,-5 0-259,1 15 549,3-1-447,1 22-684,0-6-100,1 10-57,0-1-37,-2-6 1,1 3 33,1 5 1,0 2-157,-1-5 1,-1 1 0,1 2 132,-1 0 0,-1 0 0,0-1-697,1 10 0,-1-2 628,-2-2 0,0-3 28,0-13 0,-1-2-106,1 1 1,-1-1 110,0 28 168,0-17 1,0 3 16,1 1 1,-2 0-127,-2-1 1,-1 0-201,0-1 1,-1-4 202,-12 13 157,4-19 0,0 1-174,2-3 1,-1 0-12,-2 2 0,1-1-61,-4 9 1341,8-12-1240,4-12 76,2-1-150,1-1 389,-1-2-361,2-2-55,-2 0-6,2-2-123,-1-2-886,0-1-1836,-2-4 2845,-6 0 0,3 0 0,-2 0 0</inkml:trace>
  <inkml:trace contextRef="#ctx0" brushRef="#br1" timeOffset="160974">40580 7860 18319,'-4'-19'3019,"4"-1"-1585,7 13-555,9-3-548,2 5-23,9 1-123,1-2-51,6 3-44,4-2-26,-9 3 0,1 0-19,25 0-45,0-2 0,-15 4-5,-22-2-124,-4 1-700,-6-1-6441,-5-11 7270,-6 2 0,2-3 0,-3 7 0</inkml:trace>
  <inkml:trace contextRef="#ctx0" brushRef="#br1" timeOffset="161207">40640 7387 20160,'38'-12'-14,"1"1"1,-1-1 0,2 1-1,-1 0 1,-8 3 0,-4 4 0,2 1-1</inkml:trace>
  <inkml:trace contextRef="#ctx0" brushRef="#br1" timeOffset="162810">41910 7402 16969,'2'7'1607,"-1"-2"-1141,-1-5 122,0 0-370,94 7-421,-40-5 388,-4 0 0,9 1 0,-4-2-37,-2 0 0,-1-2-70,-9 1 1,1 0 0,-2-1-303,7-2 1,-3-1 273,-5 0 1,-2-2 22,9-11-151,-3-3 134,-5-4 12,-6-2-18,-4-1 174,-7-13-72,-9-4-90,-4 0 315,-9 4-371,-5 13 856,-14-7-660,-13 4-87,6 14 0,-3 3-48,-18-2 17,-9 8-9,23 8 1,0 1-9,-19 7-74,16-3 1,0 2 6,-12 13 42,13-5 0,-2 4 25,1 4 1,-1 2-35,0-1 1,1 1-343,2 4 0,2 0 328,8-7 1,1 2 27,-11 12 1,-2 4 43,10-12 1,-1 2-1,0 1 172,-7 7 1,0 3-1,1-2-522,6-6 1,1-2 0,2 0 370,-11 15 0,5-2-6,12-14 1,4-1-72,1-1 1,4-1 15,-2 23-46,9-6 63,19-6-12,9-16 0,8-3-28,-2-7 0,4-2 0,2 0-379,11 1 1,4 0-1,-2-2 362,-6-2 0,0-2 1,-2 0-11,-1-2 1,-1-1 0,-3 0 1,1-1 0,-1-2 267,7 1 1,0-2-252,-4 0 1,-2-2-20,-2 1 0,-2-1 1039,16-6-1034,-27 3 67,-6 0-66,-3 5 1616,-4-1-1622,1 2-454,5-1-5192,10-18 5646,7-14 0,-12 8 0,-5-2 0</inkml:trace>
  <inkml:trace contextRef="#ctx0" brushRef="#br1" timeOffset="164859">43658 5471 16874,'2'53'374,"0"-1"0,-1 0 0,1-2 0,0-2 0,-1-5-152,0-11 0,-1-1 144,1 17 1,-1 1-17,1-3 0,1 1-694,-1 5 1,1-3 346,0-15 0,1-5 3,4 4 307,1-25-268,1-6 155,4-4-66,2-11-123,3-7 22,-1-4 1,0-3-31,2-1 0,0 1-23,0-2 1,1 1 268,-1 5 0,-1 2-249,3-2-45,4 8 124,-4 8 212,2 21-146,-9 8-21,-2 20 144,-5 0-9,0 2-7,-2-2-34,0-4-117,0-8-95,3-5-1637,8-13 1631,6-17 0,-6 1 0,-3-11 0</inkml:trace>
  <inkml:trace contextRef="#ctx0" brushRef="#br1" timeOffset="165792">44457 6380 17434,'32'-15'285,"1"1"1,-3 0 0,-5-3 387,-7-34-416,-11 20 1,-1-4-60,-1-12 1,-1-2-640,-2 8 0,-1 0 466,0-2 1,-2 3-4,1 10 1,0 3 38,0-25 271,0 6 27,0-5-79,0 9-168,0 3-45,0 13-28,6 10 23,2 1-29,7 1 758,10-3-730,6 2 46,8 1-40,-6 7-28,-9 5 73,-7 2 107,-6 0-29,1 1 68,1 9-202,-1 1-28,0 3-28,-4-2-89,-4-6-976,-3-2-660,-1 3 1725,0 4 0,0-5 0,0 2 0</inkml:trace>
  <inkml:trace contextRef="#ctx0" brushRef="#br1" timeOffset="166212">44423 5877 9671,'4'2'7505,"-1"-1"-6183,-3-1-733,122 0-410,-68 0-492,-7 0 1,8 0-1,-10 0 386,-2 0 227,-11 0-250,-10 0 174,-11 0-1378,-6 0 1154,-14 0 0,7 0 0,-9 0 0</inkml:trace>
  <inkml:trace contextRef="#ctx0" brushRef="#br1" timeOffset="166877">43628 6455 13584,'48'-1'515,"0"1"0,0 0 1,0-1-1,1 0 1,-2 0-429,-6-1 1,-1 0 0,3 0-358,3-1 1,5 0 0,1 0-1,0 0 281,1 0 0,0-1 1,0 0-1,0 1-300,0-1 1,-1 1-1,0-1 1,-3 1 304,9-2 1,-2 0 0,-7 0-14,-7 1 0,-5-1 703,18-4-700,-19 2 432,-14 1-1961,-11 0 1767,-6-2 1,-3 5 0,-2-1 0</inkml:trace>
  <inkml:trace contextRef="#ctx0" brushRef="#br1" timeOffset="167660">43785 6638 15732,'5'-3'879,"0"0"706,-5 3-504,-9 91-695,1-63 1,0 0-313,3 9 1,0 4 0,-1-6 43,-12 11-68,13-25-50,2-7 67,16-15 6,25-27-67,5-5-329,-13 7 1,0-1 324,-7 6 1,-1 0-3,6-6 0,-1 0 22,-4 3 1,-1 1 27,-2 1 1,-1 2 117,0-2-34,-15 15-83,-4 7 599,-6 8-644,-6 6-6,-8 12 33,-7 6-28,9-8 1,0 3 61,3-1 1,1 0-7,-9 24-10,12-12 16,19-21 101,23-5-123,18-7-93,-18-4 1,0-2-1337,-1-5 1,-3-1-5969,5-6 7352,-12-4 0,-14 9 0,-3 4 0</inkml:trace>
  <inkml:trace contextRef="#ctx0" brushRef="#br1" timeOffset="168311">44276 6993 18011,'-7'39'123,"-1"-1"0,1 1 0,2-16 146,5-29-22,9-24-95,5-21-71,-2 15 0,0-1-31,-2 6 1,0 2-1,8-21-5,-6 26-45,0 5 11,1 7 28,5 4 6,7 5 67,3 8 62,-4 5 67,-11 7 50,-9 4 425,-4 7-290,-11 0-314,3-3-112,-5-7-67,9-10 16,4-1 7,3-2 38,8 1-61,6-3-62,20 5 62,-4 0 39,0 8 78,-16-3-11,-11 5-5,-6-5 106,-17 9 263,-12 3-100,-8 0 73,-6-2-96,12-8-157,4-3-67,2-4-56,8-3-655,4-4-3911,7-7 4566,8-14 0,-1 10 0,3-8 0</inkml:trace>
  <inkml:trace contextRef="#ctx0" brushRef="#br1" timeOffset="168661">45048 6665 15788,'4'0'1237,"-1"0"-257,-3 0 656,0 51-902,0-22-393,0 7 1,0 2 302,-3 1-280,-2 3-145,-2-1-68,1 9-151,4-17-39,2 0-768,0-20-537,0-8 22,0-2-1316,0-11 2638,0-16 0,0 11 0,0-9 0</inkml:trace>
  <inkml:trace contextRef="#ctx0" brushRef="#br1" timeOffset="168945">44657 6623 15473,'-4'-1'2185,"1"-1"123,3 2-1659,103-9-1669,-73 8 0,1 0 1193,15-2 1,7-1 0,-5 1 5,-7 3 0,-3 0 225,12 0 0,-1 0-346,-9 2 1,-2-1-42,-2-1 0,-2 1 478,0 1-697,-26-2 202,-5 0 0,-3 0 0,0 0 0</inkml:trace>
  <inkml:trace contextRef="#ctx0" brushRef="#br1" timeOffset="197704">2176 19630 24553,'-43'3'2017,"10"-1"-1093,30-2-174,3 2-323,-2-2-427,13 1 0,20-5 0,7-5 0,-1 1 0,4-2-561,2 0 1,5-1 0,-2 0 560,-4 1 0,-2-1 0,1 1 0,2-1 0,1 1 0,0 0 0,-4 2 0,1-1 0,0 1-85,8-1 1,1 0-1,-2 2 85,4-1 0,-2 1 0,-3 1 0,-6 1 0,-5 2 0,-32 3 0,-2 0 0,-2 0-5702,0-3 6109,-18 5 1,14-4 0,-14 5 0</inkml:trace>
  <inkml:trace contextRef="#ctx0" brushRef="#br1" timeOffset="198103">2236 19248 18235,'0'-11'4028,"0"3"-2847,0 8 510,0 0-1320,25-2-142,-2-2-2,13 1 0,6-1-110,4 0 1,1 0-609,1 0 0,1 1 516,4 0 0,-3 0 0,-15 0 1,-2 1 13,-3 1 0,0-1 0,18-1-33,-5 2 151,-21-1-157,-5 2-543,-14-1-2325,-1-2-1936,4-6 4804,7-8 0,-6 7 0,3-4 0</inkml:trace>
  <inkml:trace contextRef="#ctx0" brushRef="#br1" timeOffset="198567">3315 18670 26771,'0'6'543,"0"3"-195,26 17-119,6-2 1,9 2-167,-7-7 0,4 2 0,3-1 0,-1-1-870,-1 0 0,1 0 1,0-1-1,1 0 809,7 1 1,2 1 0,0-2 0,-2 0-1,3 0 0,-1-2 0,-2 1-356,2 0 0,-2 0 0,0 0 356,-3-1 0,-1 1 0,0 1-114,4 4 1,1 2 0,-7 4 189,-13 0 1,-5 2 0,-1 1-79,11 14 0,-13 1-282,-26 3 1,-15-2 281,-7-7 0,-6-4 385,-7 1 0,-4 0-385,13-12 0,0-1 0,-1 0 0,1-1 0,0-2 0,1 1 0,-13 8 0,2-1 861,-3 3 1,3-2-862,12-7 0,2-2 0,3-1 0,4-2 457,5-4-457,13-9-927,7-5 927,14 0 0,-10 0 0,9 0 0</inkml:trace>
  <inkml:trace contextRef="#ctx0" brushRef="#br2" timeOffset="208507">7052 19491 18537,'45'17'1547,"7"-5"-1189,-4-11-617,5-1 522,-7 0-11,2-5-62,2-4-44,-1-10 5,1-2 108,-20 3 0,0-3-60,-3 0 0,-1-3 67,1-5 0,-3-2-36,2-18-79,-16 4-50,-10 15 128,-14-9-179,-17-2 12,-8 5-37,15 20 0,-1 2 82,-15-1 22,-2 5-6,-1 1-22,-1 6-34,-3 0-17,15 2 1,0 2 72,-17 4-93,17-1 1,2 2 61,-9 10-92,4 5 6,2 2 33,6 2-6,3 1 79,0 16 146,9 6-140,1 2 33,9 1-16,4-13 33,1 1-17,0 1-16,7 0 10,2-1 6,6-11 1,3 1 27,4 3 0,2 0-87,1 2 1,2-1-269,2 1 0,0-2 248,-6-7 1,1-1-12,0 2 1,0-1-90,1 1 0,0 1 103,9 10 1,0 3-12,-1 1 1,-1 1-29,-1-2 0,-3 0-214,-4-3 1,-4-1 295,-3 12 67,-5-1 117,-7-1-150,-4-2-152,-13 0 0,-6-16 0,-8-1 0,-12 1 0,-7-4-512,3-5 0,-4-2 0,1-2 512,6-3 0,0-2 0,0-1 0,-2-3 0,0-2 0,2-1 75,0-1 1,3-2-250,-5-4 0,4-6-5658,-5-24 5832,46-4 0,10-3 0,-5-3 0,17 15 0,1 1 0</inkml:trace>
  <inkml:trace contextRef="#ctx0" brushRef="#br2" timeOffset="209087">8222 19717 22464,'-32'1'2179,"-6"22"-1871,4 11-538,16-9 0,1 3 466,-7 21-138,14-22 0,2 1-20,1 0 0,2 2 140,0 13 0,3 1-103,6-2 0,3-1-112,5 7 0,4-4-3,0-12 0,3-4-163,3-7 1,1-4-1116,17 0-2873,-1-4-5085,4-4 9236,4 0 0,-22-5 0,-1-1 0</inkml:trace>
  <inkml:trace contextRef="#ctx0" brushRef="#br2" timeOffset="209553">8740 20499 20548,'19'-51'989,"1"0"1,-3-2 0,-4 3-831,-10 14 1,-2 2-410,0-2 1,-2 1 356,-3-21-46,-5 2-55,-5 0 146,3 20 0,0 1-130,0 4 1,1 0 83,0-2 1,1 1-96,-3-8 34,9 9-45,3 11 396,11-9-430,9 0 29,6 2-46,6 6-257,-8 12-515,1 4-1138,-2 1-1226,-3 2-2587,-3 8 5774,-13 40 0,-1-29 0,-7 27 0</inkml:trace>
  <inkml:trace contextRef="#ctx0" brushRef="#br2" timeOffset="209753">8603 20030 18408,'0'5'2314,"0"-1"-1530,0-4-459,93-25-325,-43 10-1101,-4 2 1,8-2 0,-7 1-1034,-17 3 0,-3-1 2134,10-5 0,-4 1 0,-9 3 0,-4-2 0</inkml:trace>
  <inkml:trace contextRef="#ctx0" brushRef="#br2" timeOffset="210108">9281 19368 18517,'37'42'387,"0"-1"1,0 1 0,-2-3-1,-1-1 1,-3 0-26,-7-5 0,-2 1 0,-2 0 103,-2 2 0,-1 2 0,-2 1-118,1 9 1,0 3-1,-4-2-219,-3-11 1,-3 0 0,-2-2-3,-5 14 0,-3-3-50,0-18 0,-2-1 402,-5 3 1,-3-2-490,-11 16-1838,-6-9-2054,9-19 3942,-4-27 1,16 7-1,-2-9 1</inkml:trace>
  <inkml:trace contextRef="#ctx0" brushRef="#br2" timeOffset="210437">10434 19993 23562,'47'0'233,"-1"0"0,1 0 0,-7 0 0,0 0 0,-6 0-474,13 0-1098,-20 0-1881,-20 0-2342,-4 0-337,-3-4 5899,-20-10 0,15 7 0,-14-7 0</inkml:trace>
  <inkml:trace contextRef="#ctx0" brushRef="#br2" timeOffset="210623">10314 19669 23479,'52'-5'-857,"-1"1"0,1 0 0,-5 0 0,-1 2 1,-3-1 856,3 0 0,-5 0 0,7 1 0,-33 5 0</inkml:trace>
  <inkml:trace contextRef="#ctx0" brushRef="#br2" timeOffset="211822">14274 19566 21870,'22'-25'2918,"1"-6"-2509,-3-10-160,0 0 1,3-6-914,-5 8 1,2-2-1,0-3 686,0 2 1,1-3-1,1-2 1,-1 0-19,2-3 0,1-1 1,-1 0-1,-2 3 4,-2 6 0,-2 2 1,0 1-1,0 0-8,4-9 0,0 2 0,-3 3 3,0 2 0,-2 4 141,0 3 1,0 2-148,-2 4 0,0 2 182,2-1 0,1 2-235,5-3 11,3 3 6,-13 20 1185,-2 4-1146,1 9 353,7 25-348,-4-3 1,1 5 20,-2 1 0,1 4 1,-1-1-449,0-2 1,-1-1 0,0 1 501,1 6 0,-1 1 0,0-2 77,2 10 0,0-2 19,0 2 1,1 0-23,0 0 0,1 0-40,-1-2 1,1 0-243,0-5 0,1 0 184,3 8 0,2-2-54,-2-9 1,1-2-14,-3-3 0,0-4-101,7 7-594,-15-28-839,-3-6-3239,-4-5 4784,-22-23 0,13 16 0,-14-17 0</inkml:trace>
  <inkml:trace contextRef="#ctx0" brushRef="#br2" timeOffset="212088">14615 19064 22507,'45'0'331,"0"0"0,0 0 1,-1 0-1,2 0 1,0 1-1,-1 0 0,0 0-555,9 0 0,-1 1 0,-2-1-1435,-11 1 1,-2 0 0,-3 1-2453,5 0 0,-7 2-847,-12 3 4958,-13 1 0,-7-4 0,-1-1 0</inkml:trace>
  <inkml:trace contextRef="#ctx0" brushRef="#br2" timeOffset="212772">15785 19163 13513,'-4'-1'4923,"1"-1"-3891,3 2 278,4 70-627,4-33-492,-4 10 1,2 1 654,7-3-185,-3-1-152,2-5-135,-2-6-246,-2-9-10,5-9-12,2-7-61,12-26-39,-1-1 33,4-23-39,-2 5 173,-10 9 1,1-1-308,1 2 0,2 1 80,1-2 1,-1 2 53,12-4 0,-11 16 107,-10 12 44,-3 12-39,0 6-23,0 12-10,0 7-35,-4-8 1,-1 1-5,6 25-40,-3-2-432,-1-17-1640,-3-23 2072,3-6 0,-3-5 0,1 0 0</inkml:trace>
  <inkml:trace contextRef="#ctx0" brushRef="#br2" timeOffset="213324">16754 19250 18153,'5'39'526,"-1"0"0,1 0 1,1 2-1,1 0 1,2-5-247,3-8 0,1-3-84,15 21 354,5-20-410,-8-20 327,17-15-282,3-22-152,-18 11 1,-1-2-31,-6 1 0,-3 0 78,7-8-42,-14 19 251,-5 7-189,0 2 5,-2 6 12,3 7-23,7 20-39,12 1 0,2-1-6,7-13 17,-1-15-16,4-3-6,7-10-45,-13-2 0,2-2 2,-1-2 1,0-2-3,-2 2 0,0 0 0,16-3 6,-21 14 61,-3 12-33,-2 9-34,-1 12-644,-3 14 644,-8-13 0,-1-1 0,0 5 0,-3 2 0</inkml:trace>
  <inkml:trace contextRef="#ctx0" brushRef="#br2" timeOffset="215023">11550 20198 19389,'41'-9'915,"0"-1"0,-6 2 0,-1 0-607,1 3 0,-1 1-652,-4 1 1,1 0 460,3 0 1,2 1-32,1 0 1,3 0 14,0 0 0,3 0 0,2 0 14,5 0 1,1 0 0,1 0-676,1 1 0,-1-1 0,1 0 608,0 1 1,0-1-1,-3 0 28,5 0 0,0 1-16,-5 0 0,4 1 0,0-1-14,-11 0 0,0 1 1,1-1-1,2 0-21,-2 1 1,3 0 0,1 0 0,-1-1 0,-1 1-385,2-1 1,-2 0 0,0 0 0,0-1 382,0 1 0,1 0 0,-2 0 0,-2 0 11,1-1 1,-3 0-1,1 0 2,0 0 1,-1 0-1,1 0-4,0 0 1,1 0 0,-1 0-175,0 0 0,-1 0 0,1 0 163,0 0 1,-1 0-1,3 1 114,1 0 1,2 0 0,1 1 0,0-1-112,3 0 0,0 1 0,0-1 0,1 0-234,0 1 1,-1 0 0,1-1-1,-1 1 217,-1-1 1,0-1-1,-1 1 1,-3-1 4,0 0 0,-4-1 0,4 0 136,1 0 1,2 0-1,2-1 1,0 1-141,-1 0 1,1-1 0,1 1 0,2 0-8,-4 1 0,2 0 0,2 0 1,-1 0-1,-1 1 5,-3 0 1,1 0 0,0 1 0,-2 0 0,-2 1-176,1 0 0,-2 0 1,0 2-1,-2-1 179,11 2 0,-1 0 1,-4 1-12,5 1 0,-3 0 54,2 0 1,1 0-5,0-3 1,4 0-37,-19-2 0,4 1 0,1-2 0,0 1 9,2 0 1,0-1 0,1 0 0,2 1-36,-4 0 0,3 0 0,0 0 0,0 1 1,-2-1 12,1 1 0,-2-1 1,0 1-1,-2 0 16,11 2 0,-1 1 0,-4 0 148,4 1 1,-1 0-152,-4-2 1,4 1 0,1-1-4,-11-1 0,1-1 1,1 0-1,2-1-27,0 1 1,1 0 0,2 0 0,-1-1 0,-2 1 15,3-1 0,-2-1 0,0 1 0,-1 0 1,-1 0 1,1 0-1,-1 1 1,-4-1-28,-1 2 0,-3-1 1,0 1 25,15 3 0,-1 0 582,-3 1 1,2 1-570,-7 0 0,3 0 0,0 0-9,3-1 0,1 0 0,1 0 4,-3-2 0,2 0 1,0-1-1,-2 0-199,4 0 0,-1-1 0,-2 0 191,-1-2 0,0-1 0,-4 0 0,0 0 0,-2 0 873,13 0 0,0 0-873,-2 1 0,-1 1 0,-1-1 0,-1 0 294,-6 0 1,-4 1-301,15-1 3,-20-1 0,-1 0 3,17 0 0,-22 0 0,-1 0 557,11 0-524,-7 0 1533,2 0-1532,-10 0 171,-6-3-205,-5 1 423,-1-3-1896,-5 3-7584,0-1 1876,-15 2 7181,-3-1 0,0 0 0,2 1 0</inkml:trace>
  <inkml:trace contextRef="#ctx0" brushRef="#br2" timeOffset="217857">11811 21314 16107,'-2'8'3316,"1"-1"-3199,1-7-61,0 0-11,0 8 280,1-3 213,4 6 206,11 4-133,17 4-485,-6-4 0,1 0-101,0-2 1,1-2-135,4 0 0,0-1 114,-5-4 1,0-1 10,1-1 1,0-1 0,0-1 0,1 0 14,8 0 0,1-3-12,-3-2 1,-1-2 5,-1 2 0,-1-2 9,16-14 16,-22 0 34,-2-2-45,-2-1 40,9-12 324,-2-3-230,-12 14 1,-1-1-17,5-13 5,-4-7-106,-11 16-45,-1-9 174,-4-2 442,0 1 85,-22-10-494,2 16-117,-19 4-22,2 12-43,5 8 1,-3 2 13,-6 1 0,-4 2-26,6 3 1,-2 2-1,1 1-479,-12 4 0,2 3 455,1 2 0,2 3-3,13 0 0,2 1 3,2 1 0,1-1-15,2 0 1,0 2 11,-5 6 0,0 4-6,4 1 1,1 3 2,-7 11 1,3 1-376,9-5 0,2-1 384,0 3 0,2-2 19,7-7 1,1 1-27,-1 15 0,0 3 205,5 2 1,1 0-82,-2 1 1,2-1 130,5-4 1,2-3-123,2-15 0,3-2-29,3-2 1,3-1-9,4-3 1,2-1-37,4-3 0,2-2-147,3-2 0,3-3 193,2-4 1,4-3 0,1-1 1,4-1 1,1-2 0,2-2-280,6-2 0,2-3 0,-3 0 175,-11 2 0,-1-2 0,-3 0-3,7-5 1,-6 1-300,-3 1-4862,-7 4 5299,-11 19 1,-5-11-1,-8 12 1</inkml:trace>
  <inkml:trace contextRef="#ctx0" brushRef="#br2" timeOffset="219291">13335 20177 9621,'0'-5'7813,"0"1"-6250,0 4-863,0 11 1170,0 14-497,0 23-897,0 3-275,0-22 1,0 1 86,0 3 1,0-1-126,1 16-113,2-18 0,1-1 18,6 1 72,11-1-107,-2-14-22,3-2 85,7-19-96,-7-7-45,12-10-73,-7-7 29,0-1 27,0 4-11,1-1 34,-10 14 33,-2 2 6,-10 11 6,-3 7-6,2 7 11,1 8 79,5 17 44,-1-1-134,1-1 0,-3-15-11,-7-13-857,1-8-2241,-1 0 3109,3-9 0,-2 6 0,1-6 0</inkml:trace>
  <inkml:trace contextRef="#ctx0" brushRef="#br2" timeOffset="219759">14013 20806 18756,'19'-36'3451,"-6"6"-2970,-11-14-50,-2 6-131,0 9 0,0-2-155,0-4 1,0-1-130,0 1 1,0 0 8,0 2 1,0 1 41,0-20-22,0 18 11,0-1 28,0 22 22,3 3-27,3 3-46,2 1-27,5 2-1,-3 2 63,3 0-68,2 0-740,2 0-4255,-2 1 4995,-6 6 0,-3-3 0,-8 3 0</inkml:trace>
  <inkml:trace contextRef="#ctx0" brushRef="#br2" timeOffset="219974">13917 20381 21310,'52'10'-221,"1"-1"1,-5 0 0,-6-2-2973,-10-7-6009,-7 2 9202,-9 0 0,-9-1 0,-5 2 0</inkml:trace>
  <inkml:trace contextRef="#ctx0" brushRef="#br2" timeOffset="220327">13201 20842 12718,'0'6'5590,"0"0"-4565,0-6-134,0 0-124,95-2-1405,-66 0 0,0 0 750,14 0 0,7 1 0,-1-1-10,-7-1 1,-1-1 0,1 0-148,0 0 0,0 0 0,1 1-287,-1-1 0,1 0 0,-3 1-1097,10-2 1,-5 1-6469,0 1 7997,-19 2 1,-13 1 0,-8 0-1</inkml:trace>
  <inkml:trace contextRef="#ctx0" brushRef="#br2" timeOffset="220959">13282 21127 17199,'4'46'1062,"0"0"0,1-7 1,0-6-632,0-9-224,2-14 6,1-9-23,5-5-150,5-8 2,3-5 0,1-5-42,5-2 0,0-2 14,0-1 0,-1 2-14,0 1 0,-4 3 0,0 1 33,-7 6-33,-8 6-498,-4 4-275,-3 8 745,-17 17 829,-3 15-409,-5 2-129,5 1-33,14-16 252,6 3-191,19-6-39,5-4-201,4-7-7,-5-8-44,-9-1-492,-1-5-775,2-3-1931,-1-5-6633,-1-2 9636,-1 0 1,-7 7 0,0 0 0</inkml:trace>
  <inkml:trace contextRef="#ctx0" brushRef="#br2" timeOffset="221740">13846 21380 16140,'7'55'3658,"0"-14"-3210,-5-35-90,-1-6-78,-1 0-229,4-5-1,2-6-50,4-7 11,2-9-11,-1-2 39,3-5-39,4-14 0,1 5 0,1 1 0,-5 22 6,-5 12 145,-5 8 84,-2 0-83,-1 5-1,-1 4-112,-1 8 28,0 3 17,0-1 135,0-1 157,0-2 77,-1-4-167,-1-3-152,0-5-162,1-1-700,1-3 678,7 0-40,1 0 45,5 0 40,-3 1 5,-1 6 67,-6 8 28,0 3 28,-3 5 180,-4-3-68,-5 1-33,-5-1-102,-10 5-1029,6-10-6084,0-1 7013,10-28 0,6 9 0,2-14 0</inkml:trace>
  <inkml:trace contextRef="#ctx0" brushRef="#br2" timeOffset="223709">14876 21329 14180,'0'-7'4615,"0"2"-4374,0 5 874,0 0 189,32 108-730,-22-76 1,-1 1-808,5 16 0,2 8 0,-2-6 566,-2-7 0,-2-4-101,-1 1 1,0-1-82,0-4 0,-1-2 109,0-4 0,-1-2-80,3 15-23,1-12 5,-5-17-44,-1-12-34,-4-16 1221,-1-15-1260,0-13-12,0-13-28,-3 8 1,-1-5 7,-1 15 0,0-1 1,0-1-407,-3-9 0,1-2 1,-1 3 394,-3-8 1,1 3 0,2 8 0,2 4 3,-1-4 27,4 5 18,0 7 66,-1-3 51,1 8-95,1 3-62,1 10 1274,1 6-1280,4 1 130,27-13-63,0 6 1,3-1-45,4-1 0,1 1-122,10-1 1,2 2 108,-13 7 0,2 2 0,-2 0-453,5 1 0,0 0 441,12 0 0,-4 3 47,5 8 51,-12 21 28,-22 22-76,-21-14 0,-5 2-22,-4-5 0,-4-3-117,-5 1 1,-4-4 118,-14 7 109,11-15 1,-2-1-132,-20 14 903,2-5-998,19-11-84,16-9 134,17-4 271,11 3-242,17 2 5,6 1 0,5 3-243,-10-3 1,0 2 0,2 1 255,8 4 0,2 2 0,-2 0-285,-9-2 0,-1-1 0,-3 2 339,9 9 0,-7 2 185,-4 13 154,-20-11 1,-6 2-407,-10 3 0,-5 0 0,-2 0 0,-4-1-268,-8 1 1,-5-3 267,-1-9 0,-1-3 0,-1 2 0,-2-2 0,0 0 0,-1-2 0,-1 0 0,0-1 0,4-3 0,-2-1 286,-7 1 0,-1-2-721,11-4 1,2-4-5859,-22-1-3515,29-24 9808,36-22 0,-11 17 0,12-5 0</inkml:trace>
  <inkml:trace contextRef="#ctx0" brushRef="#br2" timeOffset="224708">16507 21894 19669,'-4'39'743,"0"0"1,0 0 0,0 14-1,3-9-199,4-14-225,5-7-112,1-8 23,8-7-309,10-27-55,12-20 64,-18 13 0,-1-2 70,11-17 67,-12 19 95,-14 20-38,-4 11-91,-1 20 12,0 9-39,0 0-6,2-8 33,3-19-33,3-4 0,6-3-67,10-19-67,7-7 122,-1-7-44,-1 4-5,-14 15 61,-4 8 0,-4 4 397,-1 8-206,1 16-214,3 7-951,1 1-2672,-1-10-5770,-2-14 9416,-3-5 0,-2-1 0,-1 0 0</inkml:trace>
  <inkml:trace contextRef="#ctx0" brushRef="#br2" timeOffset="225128">17195 21982 16299,'8'52'356,"0"1"1,-2-5 0,2-8 712,4-14-985,1-14 274,7-5-358,-1-19 48,4-9-277,-1-7-7,0-2 590,-1 3-399,5-1 763,-7 13 704,-3 10-935,-8 18-268,-3 13-51,0 5-151,4 16-2660,2-6 2643,1-9 0,-5-15 0,-3-17 0</inkml:trace>
  <inkml:trace contextRef="#ctx0" brushRef="#br2" timeOffset="225492">18061 21561 23584,'49'0'-1062,"1"0"0,0 0 0,12 0 1,-12 0-1,-21 0 0,-22 0 1</inkml:trace>
  <inkml:trace contextRef="#ctx0" brushRef="#br2" timeOffset="226675">18880 21392 11430,'5'0'6262,"0"0"-5758,-4 27 0,-2 14 64,5-5 1,0 1-1004,-1 0 0,0 3 0,1-2 886,5 11 0,0-2 45,-1-12 0,0 0 485,1 8 1,-1 0-671,-1-11 0,-1-2 260,5 25-386,-6-46-185,-3-31-101,-2-24-51,0 17 1,0-3-64,0-4 1,0-4-1,0-1 213,0-5 0,0-2 1,0-1-18,-1 4 1,0-2 0,0 0 0,-1 3-361,1-5 0,-1 3 0,0 1 398,-2-12 1,-1 6-14,-3-1 5,3 9 129,2 15-56,1 3 0,8 13 726,6 3-625,10 0 1208,9 1-1275,9-3-54,-3 3 1,3 1-43,7 1 0,1 0-9,-8 2 0,0 0 1,-1 2-191,7 2 0,-3 3 199,-8 1 1,-7 5 61,-8 18 106,-11 27-140,-17-22 1,-6 2-12,-2 5 0,-2 0-149,-3-9 1,-1-3 154,-16 13-57,18-22 12,8-8 400,5-4-478,4-2 78,12-3 0,8 3-6,39 3 34,-4 5-273,-12-3 0,0 2 242,-8 0 0,-2 2 3,2 2 0,0 1-52,-3 1 1,-1 3 54,4 11 0,-3 5 111,-11 2 1,-3 2 104,3 1 0,-6 0-202,-12-1 1,-6-2 379,-13 14-187,3-27 0,-3-1-39,-2-1 0,-4-1-12,-13 7 1,-5-1-127,-3-3 1,-2-2-55,9-7 1,-1-1 0,2-2-311,-7 1 1,4-5-314,6-3 0,6-5-2638,5-13 3454,10-18 0,11 12 0,1-9 0</inkml:trace>
  <inkml:trace contextRef="#ctx0" brushRef="#br2" timeOffset="227242">20156 21828 18750,'10'44'766,"0"0"0,-1 0 0,3 12 0,0-10-559,2-22-105,-2-17-2,2-9-593,11-30 90,0 0 43,-9 5 0,-1 0-88,8-13-45,7-5 443,-10 18 120,2 1 254,-6 21 416,1 21-248,5 17-296,-4 8-56,-2 7-5,-9-15-342,1 1-9624,-5-13 7558,1-6 2273,-1-21 0,-3 3 0,2-5 0</inkml:trace>
  <inkml:trace contextRef="#ctx0" brushRef="#br2" timeOffset="227862">20958 21807 8618,'8'-5'8906,"-2"1"-7954,-6 4-89,0 0 22,4 82-864,2-46 332,-2 15 0,3 0 816,14-10-889,8-13-213,3-5 45,2-16-112,-8-18 50,1-5 429,-2-12-456,8-15-23,-7 7 0,3 6 28,-13 15-28,-4 18 5,-4 8 57,2 8-12,3 5-16,13 4 11,11-14-146,15-14 0,-6-16 45,-3-13 50,-16 3 107,-1 5 823,-6 10-649,1 19-1020,-8 5 745,5 14 0,-10-16 0,1-1 0</inkml:trace>
  <inkml:trace contextRef="#ctx0" brushRef="#br1" timeOffset="316982">36787 6070 20330,'52'-11'-334,"0"1"0,0-1 1,-7 2-1,-2 1 1,-4 2-1,-4 2 1,-5 1-1,3 2 1</inkml:trace>
  <inkml:trace contextRef="#ctx0" brushRef="#br1" timeOffset="317970">43160 6082 10438,'-4'3'9830,"1"0"-7667,3-3-1811,-1 0 136,15 4-444,15 5-990,11 4 946,-13-2 0,-1 1 0,-3-2 0,0 3 0</inkml:trace>
  <inkml:trace contextRef="#ctx0" brushRef="#br2" timeOffset="365028">14284 21007 15827,'5'-2'1086,"-1"1"-694,-1 1 616,-3 0-638,3 4 6,0 8-186,1 8 101,8 30-204,-5-19 0,0 0-26,2 1 1,0 0 2,-1 0 1,0-2 58,4 5-33,-4-4-23,0-8-5,1-3 10,-5-8-27,0-4-45,-4-5-9831,0-3 9409,-7-15 1,5 12 0,-6-12 0</inkml:trace>
  <inkml:trace contextRef="#ctx0" brushRef="#br2" timeOffset="365578">14037 21091 13609,'13'-19'1915,"-1"2"-1433,3 11 554,6 2-274,14-2-488,18 0-218,-2-1-355,-22 3 0,-1 0 383,17-4-34,-3-1-44,0-1 5,1-2 28,-13 2 118,-5 3-56,-16 4-57,-8 3 180,-1 0-7724,0-4 7500,-19 3 0,14-3 0,-14 4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0:22:16.322"/>
    </inkml:context>
    <inkml:brush xml:id="br0">
      <inkml:brushProperty name="width" value="0.09071" units="cm"/>
      <inkml:brushProperty name="height" value="0.09071" units="cm"/>
      <inkml:brushProperty name="color" value="#A020F0"/>
    </inkml:brush>
    <inkml:brush xml:id="br1">
      <inkml:brushProperty name="width" value="0.09071" units="cm"/>
      <inkml:brushProperty name="height" value="0.09071" units="cm"/>
    </inkml:brush>
    <inkml:brush xml:id="br2">
      <inkml:brushProperty name="width" value="0.09071" units="cm"/>
      <inkml:brushProperty name="height" value="0.09071" units="cm"/>
      <inkml:brushProperty name="color" value="#92D050"/>
    </inkml:brush>
    <inkml:brush xml:id="br3">
      <inkml:brushProperty name="width" value="0.05292" units="cm"/>
      <inkml:brushProperty name="height" value="0.05292" units="cm"/>
    </inkml:brush>
  </inkml:definitions>
  <inkml:trace contextRef="#ctx0" brushRef="#br0">5244 7384 18924,'6'-15'2498,"13"-7"-2280,12-1-117,8-5-17,-7 4-3,-9 3 0,1-3 45,-5-3 1,0-2-80,0 1 1,-3-1-3,-5-1 0,-5 1 39,-3-10-6,-6 0 46,-10 5 111,-6 4 90,-11 10 347,-24 8-460,10 11-150,13 6 0,0 6 66,-1 10 1,4 5-73,5-3 0,2 2-180,-4 10 0,3 1 180,10-9 0,5 1 78,-1 12 0,6 4 14,15 0 1,7 1-116,-1-8 1,3 2 0,2-4-452,1-5 0,3-3 1,0-1 418,3-1 1,1-1 0,-1-3 1,3 1 0,-1-1-79,-2-1 1,-1 0 75,-3-2 0,-1 3 72,-2 8 1,-6 4 308,-9 6 0,-7 1-73,-7 2 0,-6-1-351,-13 6 1,-7-4 271,-6-8 1,-4-3-596,-5 0 1,-1-1 406,15-11 0,-1-1 0,-1-2-43,-7 2 0,-1-1 1,2-6-815,-1-5 0,8-12 816,6-42 0,24 9 0,24 8 0,0 0 0</inkml:trace>
  <inkml:trace contextRef="#ctx0" brushRef="#br0" timeOffset="1582">6510 7562 15037,'0'5'1619,"0"-1"6099,0-4-7298,6 0-34,5 0-27,10 0 190,35 0-465,-20-1 0,2 1-67,1-1 0,0 1-17,0-1 0,-4 1 0,5 0-1563,-4 0 1563,-19-12 0,-2 9 0,-15-9 0</inkml:trace>
  <inkml:trace contextRef="#ctx0" brushRef="#br0" timeOffset="1800">6584 7297 20324,'42'-8'-655,"1"0"1,-1 0 0,0 1 0,1 0 0,-9 3 654,3 1 0,-6 3 0,-21 0 0</inkml:trace>
  <inkml:trace contextRef="#ctx0" brushRef="#br0" timeOffset="3665">7901 6665 12483,'9'-3'1714,"-2"0"-1328,-7 3 152,0 0-73,3 0 795,-2 0 1720,2 0-2790,-3 4 135,0 8-157,0 2-11,0 6 128,2 5-217,2-5-29,6 4 6,6-7-34,19 1 28,14-8-34,-13-6 1,2-4-6,-5-5 0,-1-4-288,2-3 0,-2-3 271,-9-3 1,-2-3-21,0-1 1,-2-1-100,-2-1 1,-2-3 51,-3-12 0,-2-1 84,-3 11 0,-3-1 0,-1-8 0,-6 1 213,-13-4 291,-10 7 292,-12 10 150,-6 10-291,-1 7-411,15 8 0,0 3-172,-22 18-100,6-1-235,20 11-862,19-14-2107,4 1 3372,3 1 0,0-10 1,0 1-1</inkml:trace>
  <inkml:trace contextRef="#ctx0" brushRef="#br0" timeOffset="4583">8031 7047 16348,'-7'0'2150,"1"0"-1634,6 0 346,0 0 600,-32 63-768,25-34-481,-11 11 1,4-1 88,25-12-61,5-3-112,15-7-76,-2-9 0,3-5-50,5-7 0,1-6-1,0 0 1,-2-5-3,-1-5 0,-6-8 3,-11-10 0,-7-3 19,-4 10 1,-4 1-115,-7-11 0,-8 3 322,-21-7 411,-6 24 0,-4 5-465,11 5 1,0 2-423,-11 1 1,2 3 317,-8 10-72,11 9-145,16 6-3435,18 15 3580,42-8 0,-20-5 0,21-13 0</inkml:trace>
  <inkml:trace contextRef="#ctx0" brushRef="#br0" timeOffset="5117">8626 6801 20711,'0'53'37,"1"1"0,-3-5 1,3-10-5,7-21-234,-4-5-438,1 6-1036,-1-6 1675,3 4 0,-3-8 0,1-1 0</inkml:trace>
  <inkml:trace contextRef="#ctx0" brushRef="#br0" timeOffset="5516">8913 6662 16555,'4'-1'2341,"-1"-1"-1030,-3 2-992,0 75-2237,3-33 2114,-1 9 0,0 1-39,4-2 609,1-3-1158,0 7-3145,-4-15 3537,-5-8 0,0-17 0,-4-14 0</inkml:trace>
  <inkml:trace contextRef="#ctx0" brushRef="#br0" timeOffset="5749">8392 6798 19482,'42'-14'433,"0"0"1,0 0 0,-3 1-1,0 1 1,-1 2-9,12 2 1,-1 3-409,-2 0 0,1 2-180,-8 0 0,1 0 0,-4 1 0,-5 1 0,-4 0 0,16 1 1</inkml:trace>
  <inkml:trace contextRef="#ctx0" brushRef="#br0" timeOffset="6917">9211 6308 16572,'0'-4'1556,"0"1"1055,0 3-1878,10 22-117,0 2-117,8 27-160,-6-7 0,0 4-925,-3-8 0,0 1 1,1 1 700,-1 0 1,0 1 0,1 0-29,0 1 1,0-1 0,-1-2-284,1 3 1,0-4 239,-1-2 1,0-2-6,1-4 1,-1-2-35,-1 0 1,0-3-6,8 3 5,1-16-5,-1-28 2272,2-19-2272,0-7-34,-1-1 763,3-1-724,2-1 1,-3 13 11,-1 6 95,-5 16 61,-3 11 63,2 7 111,6 15-89,1 8 28,1 6-158,-6-10-21,-7-7 5,-3-8 56,-1-4 67,1-1 275,0 1-158,0-3-223,-1-1-39,-1-3-4291,-2-3 12,3 0 4189,5-2 0,-3 2 0,2-1 0</inkml:trace>
  <inkml:trace contextRef="#ctx0" brushRef="#br0" timeOffset="7918">10384 7306 19916,'50'-3'619,"1"-1"1,-5 2 0,-11-10-281,-25-14 0,-8-6-45,2-8 0,-1-3-186,-1 4 0,-1-2 1,1 0-715,-1-12 1,-1 1 694,-2-2 1,0 3-20,-1 16 0,-1 0 417,-4-9 0,-1-1-190,1 4 0,-1-1-104,0-6 1,1 2-236,1 12 1,2 3 164,0-21-11,4 21 112,7-7 40,13 0 922,14-3-1150,-10 24 0,1 3-30,15-8-572,6 11-5774,-15 6 6340,-2 4 0,-12 1 0,-12 0 0</inkml:trace>
  <inkml:trace contextRef="#ctx0" brushRef="#br0" timeOffset="8168">10371 6596 21478,'49'-1'-179,"1"-1"1,0 1-1,3-4 1,-1-1-1,-9 0 1,1-6-1,2-6 1</inkml:trace>
  <inkml:trace contextRef="#ctx0" brushRef="#br0" timeOffset="8717">10929 5971 21517,'30'-8'338,"1"1"0,6-2 0,-2 6-192,10 16 403,-2 13-239,-27-3 1,-7 5 33,-12 7 1,-6 1-328,2 13-17,-14-5-258,18-36-5,24-6 106,-2-3 73,18-2 73,-7 1 11,-2-1 28,-2 3 515,-6 23 45,-7 13-412,-10-4 1,-3 2-183,-7 1 1,-2-2-589,-7 20-2201,-16-9 2795,-4-17 0,15-11 0,-4-3 0</inkml:trace>
  <inkml:trace contextRef="#ctx0" brushRef="#br0" timeOffset="9084">9792 7508 18852,'-2'5'1847,"1"-1"-463,1-4 946,143-8-2046,-97 2 0,1-1 1,4-2-1,2 2-662,-4 1 0,3 0 0,2 1 0,1-1 0,0 0 1,-2 0 388,-2 0 0,-1 0 0,1-1 0,-2 1 1,-1 0-1,-1 0-107,8 0 1,-1 0 0,-2 1 0,-3 1-342,6 1 0,-3 1 0,-4 1-1641,4 0 1,-4 2 2077,3 8 0,-4 0 0,2-5 0,-4 13 0</inkml:trace>
  <inkml:trace contextRef="#ctx0" brushRef="#br0" timeOffset="9650">10795 8239 19692,'-36'12'580,"1"0"1,-1 0 0,-15 6 0,5 2-166,17 0 0,3 3 246,-8 9 0,2 1-457,11-8 0,1 1-61,-2 5 0,3 1 344,9 19-245,13-16-58,15 3-80,17-27 0,6-6-104,-13 0 0,0-2-205,17-2 1,2-8 204,3-19 0,-7-3 0,-5 6 0,-6-4 0,0 0 0</inkml:trace>
  <inkml:trace contextRef="#ctx0" brushRef="#br0" timeOffset="10318">11092 7869 15580,'-9'0'4324,"2"0"-3383,7 0 1081,0 0-1154,9-18-173,14 9-410,3-11-94,9 14 22,-9 4 5,-5 2 23,-4 0 499,-5 10-337,-7 3-319,-2 6-6,-3-2-39,0-3-33,0-4-6,-2-2-118,2-1-33,6-5-123,23 1 179,-1-2 67,16 2 28,-15 6 128,-6 4 158,-9 10 268,-6 19-218,-22 7-330,2-3-6,-16-9-442,6-24-3597,-13-5 4039,1-24 0,8 11 0,8-14 0</inkml:trace>
  <inkml:trace contextRef="#ctx0" brushRef="#br0" timeOffset="12317">15374 5871 22162,'11'54'563,"0"0"0,0 0 1,0-2-1,-1-1 1,-1-3-326,0-1 0,0 0-384,-1-6 0,0 2 1,1-2-1342,6 12 0,0-3 1251,1 2 1,-1-4-1,6 0 1,-9-31 0</inkml:trace>
  <inkml:trace contextRef="#ctx0" brushRef="#br0" timeOffset="13118">13058 7396 17932,'7'-3'1373,"-1"0"-331,-6 3 201,0 0 208,98-20-1064,-59 15 1,2-1 0,5 1 0,4-1-749,-7 0 1,4 0-1,3 0 1,2-1-1,2 1 1,2-1-1,0 0 1,0 1 438,-4 0 1,1 0 0,2 1 0,0-1 0,2 0 0,-1 1 0,1-1 0,-1 0 0,0 1 0,-1 0-192,-3 0 0,0 0 0,-1 0 0,0 0 0,0 0 1,1 0-1,0 0 0,0 0 0,2 0 0,1 0 127,-4 0 0,0 1 0,2-1 1,1 0-1,0 0 0,1 0 1,0-1-1,0 1 0,-1 0 0,0 0 1,-2 1-1,0-1 0,-2 0-162,5 0 1,-2 1 0,-1-1 0,-1 0 0,-1 1 0,1-1 0,-1 1-1,1 0 1,1-1 0,1 1 150,-1-1 1,2 0-1,1 1 1,0-1 0,0 0-1,0 1 1,0-1-1,0 1 1,-2 0 0,0 0-1,-2 0-111,3 0 1,0 0 0,-1 0 0,-1 1 0,0-1 0,-2 1 0,-1 0 0,-1 0 0,-3 0 109,16 0 0,-3-1 1,-2 1-1,-4 0 0,-2 1 151,-2 1 1,-3 0 0,-3 1 0,-5-1-154,5 1 0,-3 0 364,-2 2 0,3 2 1,0 0-296,-1 0 0,1 1 0,1 0-10,9 1 1,2 1 0,-2-1-18,6 2 0,-4-1-39,-5-3 0,-4-1 31,9-1 853,-23-2 0,-1 0-887,7 0 2697,0 0-2629,-19 0 1369,-7 0-1314,-2 0 605,-3 0-722,-2 0 294,4 0-294,-2 0 44,3 0 34,-5 0-1797,-1 0-8118,-4 6 7474,-7-3 1,5 4-1,-4-6 1</inkml:trace>
  <inkml:trace contextRef="#ctx0" brushRef="#br0" timeOffset="18753">13649 8377 20851,'43'5'705,"0"0"1,1-4 0,1-5-513,-2-5 1,-1-3-856,-8 0 0,-3-2 712,-3-2 1,-4-2 449,2-9-382,-6-13-51,-9 8 237,-4-7-30,-13 7-22,-7 11-50,-12-1 715,-9 15-839,4 4 1,-2 2-37,-4 7 0,-1 4-17,-11 5 0,1 4-3,8 1 1,3 3-382,1 5 1,4 3 361,7-5 0,3 3 13,1 1 1,0 4 0,1 2 39,2 4 0,1 3 0,2 2 64,2-4 1,1 2 0,1 1-1,3-2-419,1 5 1,3 0 0,4-2 445,4-2 1,3-1-1,4-4 94,11 1 0,5-6-23,4-2 1,5-4-99,3-3 0,2-5-402,2-5 0,2-3 310,-1-2 0,3-6-280,-5-7 0,2-6 0,-1-4 252,-6-2 0,-1-4 0,-2 2 0,13-3 0,-5-1 0,-18-1 0,-1 0 0</inkml:trace>
  <inkml:trace contextRef="#ctx0" brushRef="#br0" timeOffset="21453">14408 7517 16863,'9'39'2504,"-3"3"-2224,-3-1 61,-1-7 1,1 2 5,0 1 0,1 1-238,0-2 1,0-2-49,3 19 1,-1-32-29,4-11-27,7-19-196,7-24 38,6-14 91,-7 1 55,-1 15 1,-10 20 5,-2 7 56,-1 4 285,4 19-66,3 8-208,-2 9-56,0-3-11,-8-15-532,2-6-2263,-3-6 2795,3-3 0,-4-3 0,1 0 0</inkml:trace>
  <inkml:trace contextRef="#ctx0" brushRef="#br0" timeOffset="22020">14976 8037 16992,'0'5'2039,"0"-1"-678,0-4-656,16-39 51,-9 12-451,3-3 1,-1-2 41,-6-12-112,-2 9 1,0-2-71,-1-1 0,0-2-95,0-6 0,0 2-70,0 10 0,0 2 6,0-12 55,0 19-55,0 1 0,1 2 5,11 1-6,2 6 1,10 5-6,-2 2 0,3 4-297,-1 1-2750,5 1-202,-13 4 3249,-1 13 0,-13-10 0,-2 9 0</inkml:trace>
  <inkml:trace contextRef="#ctx0" brushRef="#br0" timeOffset="22204">14929 7661 20957,'49'-2'-257,"0"0"1,-1-1-1,-3 1 1,-1 0 0,-8 1-3727,8 1 3983,-11 0 0,-15 0 0,-10 0 0</inkml:trace>
  <inkml:trace contextRef="#ctx0" brushRef="#br0" timeOffset="22553">14448 8178 18274,'27'-10'3758,"9"-2"-3186,14-3-1052,-20 7 1,2 1 543,4-2 1,3 0-75,-2 1 1,4 0 0,0 1-1190,2-1 0,1 0 1,0 1 1198,5 0 0,0-1 0,-4 2 0,0-1 0,-5 2 0,7 1 0</inkml:trace>
  <inkml:trace contextRef="#ctx0" brushRef="#br0" timeOffset="23120">14528 8395 16577,'0'3'437,"0"0"308,0-3 39,0 76 57,0-42-438,0 17 0,0-2-218,3-25-34,10-9-118,3-28-33,10-15 12,1-13-7,0-3-5,0 2 0,1-4 39,-11 15 29,-2 8-152,-12 15 84,-1 17 5,-4 6 68,-2 12 560,-9 19 145,3 1-715,-2-5-58,9-14-5,14-22-57,5-3-822,9-7-1036,5-10 1915,0-13 0,-13 10 0,-2-3 0</inkml:trace>
  <inkml:trace contextRef="#ctx0" brushRef="#br0" timeOffset="23675">15043 8642 18857,'-3'17'2072,"-2"-10"-1747,-7-25 84,-3-22-292,7-6-106,2-9-11,14 15 6,3 13-6,5 13 6,0 7 61,-1 2 56,-1 4 29,3 9-90,-4 1-62,-1 8 5,-6-2-5,-2-1 0,0-3-359,2-3 141,7-4 162,6-3 56,-1-1 5,-2 0 180,-10 0 230,-2 11-28,-3 6-253,-1 7 68,0 4 134,-7 4-213,-1-7-45,-5 5-27,0-12-12,1 1-1664,3-8 1625,3-17 0,4 3 0,2-13 0</inkml:trace>
  <inkml:trace contextRef="#ctx0" brushRef="#br0" timeOffset="23938">15451 8290 19804,'17'40'328,"0"0"1,1 1 0,6 12 0,-5-5-1264,-9 3-1081,-3-23-2739,-6-21 4755,-1-5 0,0-2 0,0 0 0</inkml:trace>
  <inkml:trace contextRef="#ctx0" brushRef="#br0" timeOffset="24108">15253 8389 19109,'-3'-3'1322,"0"0"-303,3 3-1361,95-40-2599,-68 29 1,2 0 2940,19-9 0,8-4 0,-11 5 0,0 2 0,1-3 0</inkml:trace>
  <inkml:trace contextRef="#ctx0" brushRef="#br0" timeOffset="24454">16523 8190 19949,'46'0'-568,"0"0"0,0 0 0,-4 0 0,-1 0 1,-7 0-1,2 0 0,-12 0 0</inkml:trace>
  <inkml:trace contextRef="#ctx0" brushRef="#br0" timeOffset="24837">17606 7778 14434,'16'54'275,"-1"0"0,0 0 0,1-1 0,-1 1 0,1 0 0,-2-6 0,-1-1 0,0-2 0,0 0 0,2 1-1035,3 6 0,2 3 1,1-1-1,-1-2 1,-1-4 759,4 8 0,0-4 0,-2-6 0,-2-5 0,-1-3 0,-2-5 0,0-1 0</inkml:trace>
  <inkml:trace contextRef="#ctx0" brushRef="#br0" timeOffset="26121">8830 10961 18795,'6'51'633,"0"0"0,-1-4 0,1-9-280,3-20-29,-1-6 29,-3-6 751,-2-4-275,-1-22-616,-5-21-146,-2-8-381,1 18 0,-1 0 314,-5-16 6,3 0 5,-1-2-6,6 14 1,1-3-1,-1-3 1,0-2-419,1-10 1,1-1 415,-1 12 0,2 1 14,1 2 0,0 3-12,2-8 0,2 16 1,2-2-3,5 3 0,2 0 0,0-2 0,4 2 82,5 2 0,4 2-80,0 5 1,1 2-6,4-1 0,1 2-327,3 0 1,1 2 292,1 2 1,0 1-43,-1 4 1,1 2 59,4 2 1,-2 5-147,9 15 162,-7 14 16,-46 4 1,-13 5 33,0-6 1,-4-1-240,-1-1 0,-4 1 0,0-3 323,-13 7 1,-4-2 36,4-5 1,-5 0 0,1-1-42,5-4 0,-1-1 0,1-2-181,-1 1 1,-1-2 0,5-3-485,0 1 0,9-9-1896,14-13 2431,29-14 0,10-4 0,-5 2 0,20-15 0</inkml:trace>
  <inkml:trace contextRef="#ctx0" brushRef="#br0" timeOffset="26387">9956 10004 18072,'13'39'394,"0"0"1,0-1-1,0 0 1,-1-1-1,-2 1 104,-3 5 1,-2 1-1,-1-2-1469,2 10 1,-1 1 1061,-1-6 1,0 2-1,-1-3-66,0 2 1,-1-1-16,-2-10 0,0 1 0,2 0-10,7 13 0,1-3 0,-8-10 0,1-5 0,15 13 0</inkml:trace>
  <inkml:trace contextRef="#ctx0" brushRef="#br0" timeOffset="26854">10665 10582 17860,'3'-2'986,"0"1"78,-3 1-806,127 9-680,-88-1 1,2 1 426,13 0 1,6 1 0,-10 2-3,-18 1 0,-7 3-3,0 16 201,-35-5-218,-14-4 0,-8 1 92,-11 1 1,-4 1 273,9-4 0,-2 0 0,1 0 298,-9 7 1,6 0-318,13-6 1,11 0-79,24 4-40,27-11-122,20-13-149,-12-5 0,1-4-2448,0-8 1,-1-2-2410,-2 3 1,-3-3 4103,-6-5 0,-6 0 0,-8 5 0,-7 4 0</inkml:trace>
  <inkml:trace contextRef="#ctx0" brushRef="#br0" timeOffset="27141">11356 10696 21399,'17'35'46,"0"1"0,0-1 1,4 13-1,0-12-46,-4-25 0,0-7 0,6-18-145,3-7-79,4-15 140,-6 9 0,0 0 84,12-8 2,-14 14 1,1 5 949,8 13-598,-11 16-209,2 14-122,-8 8-954,0 5 931,12-23 0,-14 0 0,6-21 0</inkml:trace>
  <inkml:trace contextRef="#ctx0" brushRef="#br0" timeOffset="27406">12269 10606 16308,'5'-2'1535,"0"1"-544,-5 1-581,-82 37-1533,48-10 1386,4-9 0,-7 3 0,9 2 810,12 7 0,9 1-771,1-2 1,7-2-138,13 2 0,9-5-1168,13-13 0,4-9-1053,2-6 1,1-6 1992,2-8 0,-6-2 1,-8-2-1,-12 3 1</inkml:trace>
  <inkml:trace contextRef="#ctx0" brushRef="#br0" timeOffset="27856">12643 10040 16951,'-3'44'501,"0"0"0,1-1 0,-1 1 0,0 3 0,0 0 0,0 0 0,0-2-283,0 5 1,0-3-1,0 0-468,0 1 0,1 0 1,1-4 386,-1-1 0,2-2-67,-1 4 0,2-3 803,12 7-750,19-15-123,8-46 0,-13-2 0,0-4-219,-4-4 0,0-3 219,2 0 0,0-1 3,0-1 0,1 0 92,7-11 0,-1 0-109,-7 6 0,-1 1 11,-2-1 1,-2 3-60,-2-1 984,-26 26-956,-7 23 151,-4 7 1,0 7 305,2 7 0,3 3-222,-2 8 1,6 0 169,10-12 1,6-5-708,21 12-2240,25-34 2576,-15-15 0,-1-2 0,4 2 0,5-10 0</inkml:trace>
  <inkml:trace contextRef="#ctx0" brushRef="#br0" timeOffset="29639">27907 6936 20408,'42'-22'144,"1"0"1,0 0-1,-2 0 1,-1 1 0,-4-1-117,-4-3 0,-3-1-560,0 1 1,-1 0 573,-5 2 0,-2-2 383,-3-1 0,-9 2-218,-38-5-174,-18 4-459,1 26 1,-5 7 442,3 3 0,0 3 25,-1 6 0,0 4 98,2 3 0,2 2 73,7 0 0,2 3-59,6-2 0,5 3 5,6 7 1,13 0-59,20-3 0,11-2-51,-3-1 0,6-4-175,19-5 1,5-6 158,-12-8 0,1-1 16,13 5 0,-1 3 147,-12 5 1,-5 5 295,2 11 0,-10 6-314,-20-5 1,-10 0 79,-9 7 0,-8-2-80,-8-10 0,-4-4-87,0 2 1,-1-2-26,-1-3 0,-1-2-67,4-4 0,0-3-229,-21 4-5261,13-35 5490,30-15 0,4-4 0,-4-5 0,15-17 0</inkml:trace>
  <inkml:trace contextRef="#ctx0" brushRef="#br0" timeOffset="31207">28822 7306 16924,'2'7'1820,"0"-2"-1141,-2-5-248,0 0-17,-11 0 79,9 0 302,-9 0 203,11 0 27,0 0-874,0-2-17,0-3 101,0-3-106,0 2 50,0 0 1,0 3-57,0 0 39,0 0-27,2 0-29,-2 0-11,2 1-89,-2 1 358,1 1-296,-1-3-63,3 0-5,-1-2 28,2 0-28,-3 0-5,2 0 5,-2 1 5,2 1 96,-3 1-67,2 0 55,-2 1 130,0-1-68,0 0 773,0 0-857,3 1-17,18-2 96,30-4-124,-7 1 1,2 1-411,-3-1 0,0 1 390,4 0 1,-3 1 8,11 1 45,0 2 112,-24 1-67,-4 0-95,-21 0-6,-4 0-7349,-2 0 7349,-14-2 0,11 2 0,-10-1 0</inkml:trace>
  <inkml:trace contextRef="#ctx0" brushRef="#br0" timeOffset="31407">28999 7002 23366,'48'0'-2458,"0"-1"0,-1 0 1,9 1-1,-5 1 1919,-18 1 0,-6 0 1,-8 2-1,-7-2 1</inkml:trace>
  <inkml:trace contextRef="#ctx0" brushRef="#br0" timeOffset="33191">30119 7721 20576,'21'-39'279,"1"-1"0,-1 0 0,3-4 0,0-2 0,0-1-233,-2 6 0,0 0 1,0 0-1,-1 0-1175,4-6 1,-2 1 0,1-1 1129,1-1 1,1 0 0,-3 3 23,2-3 1,1 0 176,-4 8 0,1-1 1,0 2-203,5-9 0,-1 3 5,2 0 1,-3 5-6,4 3 681,-16 29-591,-8 25 22,3 15-23,-1 22-8,-2-18 1,1 3 492,1 4 1,1 5-284,1 2 0,2 6 0,1 1-101,-2-12 1,0 0-1,1 1 1,-1 0-513,0 0 1,1-1 0,-1 1 0,1-2 330,2 10 0,1-2 1,-1-6-10,-1-5 0,-1-5-541,2-3 1,-2-5-3039,0 1 3579,-15-29 0,0-5 0,-12-15 0</inkml:trace>
  <inkml:trace contextRef="#ctx0" brushRef="#br0" timeOffset="33373">30513 7303 20341,'30'-31'-201,"0"0"0,0 1 1,0-1-1,8-7 1,2 2-1,-1 7 201,8 10 0,-3 6 0,6-3 0,4 1 0</inkml:trace>
  <inkml:trace contextRef="#ctx0" brushRef="#br0" timeOffset="35161">31302 7417 20683,'-18'0'459,"3"0"-280,15 0-95,0 0-78,3 0-1,0 0 29,3-1 16,0-1 157,-1-3 101,0 0-172,2-4-86,-4 3-16,1 0 16,-3 0 135,1 0 554,-2 1-330,1-1-308,-1 5-12,0-1-89,2 1 1271,-2 1-1209,2 8-56,-2 1-6,0 8 0,0 1 44,0 12-44,0 11 28,0 9-33,0-8-1,1-7 1,3-14 10,4 1-5,-2-10 0,0 0 0,-1-10 6,0-10-6,3-4 0,2-12 0,2 1 11,4-11-11,2 3 6,-1-5-1,-6 12-5,-4 5 0,-4 4 0,0 3 0,2-3-5,-1 4-1,2-2-22,-1 2 22,0 2 12,-1 3 22,-3 3-28,-1 3-50,3 0 50,1 0 0,3 10 0,-2-4 0,-2 8 0,0-7-6,-1-2 6,0-3 34,-1-1-34,-1 1 0,3 3-6,1 2 6,1 3 0,0-2 0,1 6 0,0-2 0,2 7 0,-1 4 0,-1 2 11,-2 2-11,1-8 39,-5-7-39,2-5 56,-1 6 79,1 2-101,0 1 0,1 1 38,-1-9-66,1 1 0,0-6-34,-1 1-981,1-3 1009,3 0 0,-3-1 0,3 0 0</inkml:trace>
  <inkml:trace contextRef="#ctx0" brushRef="#br0" timeOffset="36058">31914 7453 16280,'0'-3'2554,"0"1"-2105,0 2-12,7-5 83,-2 7 57,6 4-51,-4 13 68,-1 27-100,4 9-419,-5-24 1,1 0-43,4 11-27,1-21 28,-4-17-29,3-9 6,0-10 23,8-24-34,4-12 0,1 2 0,-2 11 0,-6 23 0,-5 7 0,1 6 11,1 12 68,4 10-12,0 2-67,4 1 5,-5-14-5,5-5 0,1-4 0,6-11-50,3-6-40,-6-1 1,1-2 47,-2 4 0,1 1 31,24-13 11,-12 16 78,-17 26-72,-3 8-6,-2 15-947,-2-9 0,2 0 947,15 13 0,-6-4 0,-4-24 0</inkml:trace>
  <inkml:trace contextRef="#ctx0" brushRef="#br0" timeOffset="37040">35420 6503 14919,'0'-7'2269,"0"2"-1715,0 5-50,0 0-207,1-11 45,-1 9 173,2-9 930,-2 11 1899,0 0-3310,0 5-29,0 7 74,-6 31 72,2-6 0,1 4-25,-2 1 0,1 2-456,0 9 0,1-1 473,2-11 0,1 0 47,-1 13 1,2 1-155,4-7 0,2-1 20,-1 1 0,3-3-51,8 8 7,-1-30-12,-9-17-437,-1-6-1524,-2-15 2191,-7-16 1,2 10 0,-5-4-1</inkml:trace>
  <inkml:trace contextRef="#ctx0" brushRef="#br0" timeOffset="37742">33759 7601 20487,'-41'0'2128,"10"0"-1411,43 0 207,31-4-552,-2-1 1,8-2-218,-10 3 1,5-1 0,2 0-1,-1 0-1070,1 1 1,1-1 0,0 1 0,3 0 981,0 0 0,2 2 1,2-1-1,0 1 0,-1 0-321,-2 0 0,0 1 0,0 1 0,0-1 0,2 1 282,-5-1 0,0 1 0,1 0 0,1 0 0,-1 1 0,1-1-13,-1 0 1,1 0 0,-1 0 0,1 1 0,2-1 0,1 1-6,-4 1 1,2-1-1,1 1 1,0 1-1,2-1 1,-1 0 0,0 1-1,0-1-207,-1 0 1,0 1 0,0-1 0,1 1-1,-1-1 1,1 1 0,0-1 0,2 1 195,-1 0 0,2 0 1,1 0-1,0 0 0,0 0 1,0 0-1,-1 0 1,-2 0-1,-1-1-149,2 1 0,-1 0 0,-1 0 1,-1 0-1,-1 0 0,-1-1 0,0 0 150,3 0 0,0 0 0,0 0 0,-2 0 0,-2-1 0,-4 1 153,2 0 1,-5-1 0,-1 1-1,2 0-152,6 0 1,0 0-1,0 1 1,-1-1 14,-4 0 1,-2 0 0,1 0 0,-1 0-14,15 1 1,-1 1 0,-1-1 230,-5 0 0,0-1 1,-3 1-234,-8 0 1,-2-1 0,2 1-2,11 1 0,3-1 0,-1 1 394,-3 1 0,0 0 0,2 1-398,-8-1 0,3-1 0,-1 1 0,-3 0 2,1 1 0,-2 0 0,-1-1-15,15 1 0,-4-2 0,-17-1 1,-1-2 909,-2 0 1,0-2-900,-2 1 1,-1 0 704,20 0-800,-6 0 762,-6 0-5680,-16 0 5233,-24 0 1,1 0-1,-17 0 1</inkml:trace>
  <inkml:trace contextRef="#ctx0" brushRef="#br0" timeOffset="38645">33862 8936 18879,'53'-7'130,"0"-1"1,0 1 0,0-1-1,0 1 1,-4-1 0,0 0-1,-1 0 1,-3-1 0,-4-1-131,3-4 0,-4-1 0,-4-1 36,10-4 0,-9-2 48,-10-5 12,-15 2 309,-16 2-349,-18 8 0,-9 2-51,-14 3 1,-7 3-1124,1 1 0,-4 1 0,1 3 1120,4 4 0,1 2 0,0 2 11,-2 1 0,1 1 0,3 4 121,11 1 0,2 2 0,0 4 150,-10 10 0,-1 4 0,3 4 53,12-7 0,3 3 1,0 0-1,1 1-72,-7 11 0,1 0 1,4 1-254,7 1 0,5 1 1,5-3 264,8 3 1,8-3-40,7 0 0,6-4-73,7-2 0,6-5-56,11-2 1,5-6-86,-14-10 0,2-3 1,3-2-27,3-3 1,4-1-1,1-2 1,-1-3-344,-1-2 1,-1-2 0,1-3-1,0-2 345,-1-4 0,2-3 0,0-3 0,-2 1 0,-4 2 0,3 1 0,-5 1 0,-2-4 0,4-17 0,0 0 0</inkml:trace>
  <inkml:trace contextRef="#ctx0" brushRef="#br0" timeOffset="39327">34621 8169 15468,'-2'-5'2392,"1"1"-1350,1 4-152,2-29-117,-1 22 95,2-20-325,-3 38 80,0 29-472,0 0-59,0-10 1,0 2 44,0 0 0,0-1-78,2-2 0,1-1-48,7 19-11,4-22 0,4-25-112,0-14-336,10-20 213,-3-2 223,0 2 63,-10 17 38,-9 17 152,-1 12 22,0 5-95,2 10-95,5 13-1014,2-9 941,18-14 0,-18-8 0,7-20 0</inkml:trace>
  <inkml:trace contextRef="#ctx0" brushRef="#br0" timeOffset="39710">35119 8383 18257,'16'-33'78,"1"0"1,-2 1-1,-5 2-33,-8-10 118,-2-4 33,0 0-5,0-1-74,0 1-16,4-11-50,5 18 55,5-6 51,4 23 11,0 4-51,3 5-66,7 3-46,1 4-1517,6 3 1512,-7 11 0,-12-7 0,-5 7 0</inkml:trace>
  <inkml:trace contextRef="#ctx0" brushRef="#br0" timeOffset="39943">34968 8184 17126,'0'5'2829,"0"-1"-2566,0-4-397,110 0-303,-78 0 0,1 0 242,6 0 1,9 0 0,-1 0 0,-10 0 0,13 0 0,2 0 0</inkml:trace>
  <inkml:trace contextRef="#ctx0" brushRef="#br0" timeOffset="40391">34654 8639 17748,'-2'5'2140,"1"-1"-1194,1-4-241,79-10-2092,-51 5 1,2 0 1478,11-1 0,5-2 0,-2 1-20,4-2 1,-3 0-397,2 0 1,0 1 281,-4 0 0,0 1 129,4 4 1,-3 0 0,-1-3 0,0 6-1</inkml:trace>
  <inkml:trace contextRef="#ctx0" brushRef="#br0" timeOffset="40993">34761 8837 20196,'-13'51'436,"-1"0"1,-1 5 0,3-5-23,3-1-397,0-7 33,15-20-50,9-29 6,11-13-6,7-14 5,-15 12 1,1-2-6,8-9 0,0-2-3,-4 3 1,-1 1 2,0 2 0,-2 3 5,0-6 29,-15 24-34,-5 5 5,-2 10 1,-14 18 50,-9 18 113,-4 2 184,0 2 123,17-17-146,3-2-196,5-5-94,3-6-40,4-7-224,21-5-3971,13-21 4195,-11 3 0,0 0 0,7-9 0,-12 1 0</inkml:trace>
  <inkml:trace contextRef="#ctx0" brushRef="#br0" timeOffset="41508">35115 9117 18868,'-7'16'1288,"3"-11"-1030,20-50-208,11-2-50,5 3 0,0 11 6,-12 21 0,-3 6 77,-5 3 293,-3 7-186,-5 12 68,-1 7-62,-3-1-23,0-4-173,0-12-89,0-3 38,0-1 40,6-2-157,16 0-11,0 0 78,11 0 67,-12 0 34,-4 0 51,-7 5 464,-6 11 494,-17 10-466,-1 3-123,-15-1-112,5-9-146,0-2-162,4-2-28,7-3-554,2-6 582,7-17 0,1 8 0,3-12 0</inkml:trace>
  <inkml:trace contextRef="#ctx0" brushRef="#br0" timeOffset="41726">35600 8798 17545,'7'39'65,"0"-1"1,0 1 0,2 13 0,0-7-1335,5-6 1269,-5-17 0,0-2 0,-6-16 0</inkml:trace>
  <inkml:trace contextRef="#ctx0" brushRef="#br0" timeOffset="41909">35456 8822 17697,'-7'-5'1435,"1"1"-1077,6 4-358,0 0-151,86-3-1858,-38-4 2009,-7 3 0,6-1 0,-9 0 0,-3-4 0,-2 0 0</inkml:trace>
  <inkml:trace contextRef="#ctx0" brushRef="#br0" timeOffset="44226">36202 8759 18123,'-3'47'346,"1"1"0,0-1 0,3-1 1,1-1-1,2-4-128,2-2 1,2-3 38,2-4 1,-1-2 274,1 4-151,-5-8-241,0-8-40,-2-9-55,-1-5-39,1-25 27,-1-33-30,-1 8 0,0-5-607,0 1 1,-1 0 603,1-5 0,-2 2 0,0 13 0,-2 0 3,-1-11 1,-2 0-4,-1 8 0,0 2 218,0-3 1,0 4 184,-3-3-162,7 24-90,2 14 1,1 2 1668,0 3-511,6 0-1303,14 0 31,5 2-4,14 1-33,-4 3 0,5 1 0,3 4 0,1 1 6,3 4 39,-5 2-40,1 6-8,-18-8 1,-1 2 35,12 22-27,-6-2 39,-18-2 5,-25-12 1,-31 9 10,13-16 1,-3-2 47,-6 3 0,0-1-50,10-6 0,4-1-31,-9 3-28,27-10-51,20-2 51,35-1 0,5 0-2,-9 1 0,7 0 1,-4 3 1,-8 1 0,0 3-223,2-2 1,3 1-1,-7 3 223,-9 6 0,-5 4 78,1 9 1,-6 6 220,-6 2 1,-9 3-23,-12 10 1,-8-2-574,1-9 0,-5-4 338,-12-2 0,-4-5-17,10-11 0,-1-2-25,-1-2 0,-1-1-59,1-3 1,0-1-194,1-2 0,0-2-807,-20 0-5947,9-14 7167,19-17 1,9 9-1,12-7 1</inkml:trace>
  <inkml:trace contextRef="#ctx0" brushRef="#br0" timeOffset="46377">37244 9231 20705,'-3'0'3355,"0"0"-1237,3 0-2118,0-4-28,1 2 28,1-4 22,0 4-28,1 1 1,-3 0-1,5-2 6,-3-2 0,3 0 45,-3 2-45,1 2 11,-3 1-56,3 0 34,-1-4 6,3 0 5,-2-4-6,2 3 0,-3 0-10,1 4 10,-3 1 6,2-1 0,-1-1-6,1-1 6,0 0-5,1 0-1,-3 1 90,2 1-84,-2 12 45,0 2-39,0 14-6,0 3 5,0 19 34,0-10-39,0 9 28,1-16-28,0-11 0,2-3 45,-3-13-45,2-3 84,-2-2-84,7-12-5,1-2 5,7-13 0,1 0-6,7-16 0,3 0 6,-3 1 34,-4 12-34,-11 16 6,-3 7-18,0 2 18,-3 9 56,-1 27-12,2-1 12,-2 21 22,2-16-79,-3-3-5,3-9 0,0-8 0,4-8 0,9-8-17,11-22-39,-2 3 12,4-12-1,-13 14 39,-3 7 6,-5 6 0,2 6 45,-3 21-11,0 6-281,-4 7-1030,-2-9-3064,2-15 4341,3-6 0,-2-2 0,0-3 0</inkml:trace>
  <inkml:trace contextRef="#ctx0" brushRef="#br0" timeOffset="46760">37889 9361 19787,'-3'51'143,"-1"1"1,3-5 0,3-10-144,8-20 6,12-9-6,7-21 0,7-17 5,-7-4-5,-2-3 0,-11 19 0,-4 8 101,-3 4 1927,-4 15-964,0 23-902,2 16-515,-2-2-1518,5-13 1871,0-23 0,-4-9 0,0-1 0</inkml:trace>
  <inkml:trace contextRef="#ctx0" brushRef="#br0" timeOffset="46994">38344 8936 20688,'4'0'3215,"-1"0"-3131,-3 0-582,83 0-4156,-42 0 4654,-4 0 0,6 0 0,-9 0 0,-7 0 0,-2 0 0</inkml:trace>
  <inkml:trace contextRef="#ctx0" brushRef="#br0" timeOffset="47695">39029 8855 17916,'0'48'725,"0"-1"1,0 1 0,0-3 0,0-1 0,0-5-395,0-4 0,0-4-60,0 0 1,2-1 30,4 20-167,9-10 66,4-26-195,3-46-107,-8-15-437,-9 5 1,-2-3 534,-2 7 0,-1-2 5,0 0 0,-1-3 0,-1 0 14,-1 0 0,-1 0 0,0-1 294,1-4 0,0 0 0,0 3-78,-3-3 1,1 6 58,2-8-139,3 38 83,19 7-89,29 3-144,-9 3 1,3 1-3,10 3 0,-1 1 111,-9 0 1,-2 2-107,-4 1 1,-3 3-6,0 7 735,-9 13-516,-16 8-29,-14 1 79,-12 0-68,-3-14-105,2-5-68,10-2-34,4-1 517,40-3-704,-7-6 0,3 0 92,12 3 0,2 0-30,-7-1 0,-3 2 131,-6 3 0,-6 3 34,-6 16 134,-13-4 0,-6 3 151,-17 7 0,-5 0-168,4 2 1,-4-2-491,-13 0 0,-4-4 420,11-12 0,0-3-56,0-1 0,-1-2-277,3-2 0,1-1 124,-20 10-408,7-8 536,9-9 0,14-5 0,5-5 0</inkml:trace>
  <inkml:trace contextRef="#ctx0" brushRef="#br0" timeOffset="48160">39824 9327 22851,'2'43'421,"0"-1"0,0 0 1,1 13-1,2-9-421,1-15-5,6-16 5,5-17-370,16-22-50,3-6 330,3-6 124,-14 13 162,-14 15 28,-10 9 95,-1 17-470,0 4-4632,6 3-5048,-1-8 9388,4-13 1,-5-4 0,-1 0 0</inkml:trace>
  <inkml:trace contextRef="#ctx0" brushRef="#br0" timeOffset="48544">40336 9409 20375,'14'53'112,"0"0"0,1-3 0,3-12-174,9-29-263,17-25 51,-6-1 50,-15-2 0,-2 0-101,7-4 224,2 0 706,-7 12 129,-1 3-57,1 26-520,-3-2-45,6 14-78,-3-7-34,4-3-34,1 1-459,10 1-884,-11-4 1377,-4-3 0,-14-8 0,-9-6 0</inkml:trace>
  <inkml:trace contextRef="#ctx0" brushRef="#br0" timeOffset="49596">39296 7679 15300,'0'-10'4319,"0"2"-3496,0 8 263,0 0 18,90 11-673,-49-5 1,4 1-915,-3-1 1,6 0 0,1 0-1,-3 0 556,-2 1 0,-2-1 0,1 0-10,3 0 1,1-1-1,-2 0 10,10 1 0,-3-2-29,4 0 1,0 0-25,-18-1 1,1-1 0,1 0-198,1 0 0,3-2 1,1 1-1,-1 0 178,2-1 1,0 1-1,1 0 1,2-1-467,-4 1 0,3-1 0,0-1 0,-1 1 1,-2 0 462,1 0 1,-2 0-1,-2 0 1,0 0 1,10 0 0,-1 0 0,-5 0-72,0 0 1,-1 0 68,9 1 0,2 0 3,-5 1 0,1 1 0,-14-2 0,2 0 0,-3 0 0,4 2 0,-2-1 3,-5-1 0,-4-2 2,12 1-5,-3 0 1045,-3 0-1353,4 0 569,-18 0 0,-2 0 1,-17 0-1</inkml:trace>
  <inkml:trace contextRef="#ctx0" brushRef="#br0" timeOffset="58231">33973 11604 10959,'7'-1'45,"-2"-35"0,-4-13 72,-1 20 1,0-2-552,0-11 1,0-6-1,0 3 551,0 0 1,0 2 1660,0 1 1,-2 0-1048,0 5 0,-2 0 24,0 6 0,-2 1 713,-10-19 1415,-5 7-1885,8 20-343,-1 2-341,10 16 593,3 2-23,1 2-694,3 0-369,-1 0 22,1 0 73,0 0 17,-1 0 67,2 0 5,-1 0 107,-1 0-106,-1 9-6,-1 9 5,0 17 1,0 14-532,0-20 1,0 2 547,1 2 1,0 1 13,1 1 1,1 1-267,3 11 0,2-1 230,-2-14 0,2-2 0,0 5 0,1-4-28,4-10-28,-7-29-61,0-19 24,-5-13 1,-2-5 58,-1 8 1,-2-1-219,1-15 1,-1 0 189,-3 13 1,-1 2 38,1 1 1,0 0 182,0 4 0,-1 1-160,2 4 0,0 1 0,-4-14 34,2 13 106,3 10 112,2 9 1352,1 3-1503,14 1-51,7-2 1,20-5 50,9-1-68,-21 4 1,2-2-4,14-4 1,2-2-28,-3-1 0,-1 0-493,4 0 0,-3 0-802,-14 6 0,-4 2 1292,-1 1 0,-18 9 0,-5 0 0</inkml:trace>
  <inkml:trace contextRef="#ctx0" brushRef="#br0" timeOffset="58546">33922 11159 20996,'52'-11'-101,"0"0"0,0 0 1,0 0-1,4-1 0,-2 1 1,-7 2-645,-5 2 0,-7 3-2818,0 1 3563,-8 3 0,-15 0 0,-6 0 0</inkml:trace>
  <inkml:trace contextRef="#ctx0" brushRef="#br0" timeOffset="58763">33946 11734 20044,'48'-17'-14,"0"0"1,1 1-1,-1-1 1,2-4-1,2-1 1,-3-1-1,-5 3 1,6-3-1,-5 0 1,-4-2-1,0-1 1</inkml:trace>
  <inkml:trace contextRef="#ctx0" brushRef="#br0" timeOffset="60183">35166 11030 15081,'0'-3'2717,"0"0"-1535,0 3-39,6-28 257,-5 23-1020,5-9-121,-6 39-153,-5 17-100,0 11-4,1-24 1,1 3-45,-1 13 0,2 1-1034,0-7 1,2-2-533,2-2 1,3-5 1607,14 0 0,-6-29 0,3-4 0</inkml:trace>
  <inkml:trace contextRef="#ctx0" brushRef="#br0" timeOffset="60484">35376 11102 19529,'9'44'161,"0"1"0,0-1 0,2 16 0,3-15-161,4-33 0,4-6-252,5-17-132,-4-4 1,2-5 212,1-2 0,0-1 171,1-1 0,-1 1 0,17-8 62,-23 22 532,-7 16-107,-6 24-392,-4 14-95,-3 8 0,0-21 0,0-16 0</inkml:trace>
  <inkml:trace contextRef="#ctx0" brushRef="#br0" timeOffset="60867">36121 11051 18893,'-10'48'-13,"-1"1"0,1-5 0,11-9-85,52-22-84,-21-6 0,1 0 53,6 3 0,-2 2 129,-8-3 0,-3 3 224,4 21 214,-25-1 282,-16 9 170,-10 2-112,-2-11 1,-3-1-764,4-2 0,1-8-15,1-19 0,8 6 0,28-48 0</inkml:trace>
  <inkml:trace contextRef="#ctx0" brushRef="#br0" timeOffset="61082">36730 10537 19279,'-2'50'502,"0"0"1,0-1 0,0 1 0,0 0 0,1-3 0,-1 1 0,0-2 0,1-2 0,0-3-322,0 2 0,1-3 0,1 1-142,0 9 0,0 1 0,1-3-2033,2 7 0,-1-4 1785,1-3 1,0-7 0,2-6-1,-4-33 1</inkml:trace>
  <inkml:trace contextRef="#ctx0" brushRef="#br0" timeOffset="61248">36526 11027 23086,'48'8'-54,"1"-1"0,0 1 0,-1 0 0,7 2 0,-5-2 0,-4-2 0,0-1 1</inkml:trace>
  <inkml:trace contextRef="#ctx0" brushRef="#br0" timeOffset="61581">37137 11289 19871,'42'0'44,"-1"1"1,0 0 0,15 0 0,-8-4-39,-15-15-6,-9-1 33,-10 3-33,-8-1 0,-6 4-5,-23-2-124,-10 8 129,-12 0 302,0 19 633,15 7 304,3 16-142,4 6-464,12-11 0,2 2-524,2-2 0,3 0-109,1 25-403,15-18-1249,6-25-2274,17-6 3926,11-13 0,-17 5 0,0-6 0</inkml:trace>
  <inkml:trace contextRef="#ctx0" brushRef="#br0" timeOffset="61998">37625 11289 19087,'1'38'321,"0"-1"0,1 1 0,1-3-159,0 9-89,4 3-152,-2-18 1,1-1 78,14 17 0,-9-10 0,4-17 0</inkml:trace>
  <inkml:trace contextRef="#ctx0" brushRef="#br0" timeOffset="62299">37886 11382 18753,'7'55'147,"1"-1"1,5-3 0,8-15 389,31-35-537,-23-5 0,0-5 0,3-5 0,-2-3 0,15-15 89,-8 8 1704,-8 10 413,-5 30-1713,-9 31-493,4-20 0,0 1 0,-7 19 0,15-24 0</inkml:trace>
  <inkml:trace contextRef="#ctx0" brushRef="#br0" timeOffset="100875">26593 7893 22391,'0'6'2739,"0"0"-2403,-1-5 112,0 1-263,-2-2-62,1-11-22,-4-4-28,-4-8 0,-5-5-6,-11-6 0,-5-1-22,-3-3 0,-4 1-591,6 9 0,-3 0 1,-2 3 576,1 3 1,-1 3 0,-7 1-9,5 4 0,-4 1 1,-4 1-1,-2 0 0,-1 1 1,-1 1-416,0 1 0,-2 1 0,-1 1 0,-2 1 0,-1 0 0,-1 1 0,-1 1 392,11 1 0,-2 1 0,-1 0 0,-1 0 0,-1 1 0,0 0 0,1 0 0,0 1 0,1 0 0,1 1-236,-5 0 1,0 0 0,1 0 0,0 1 0,1 1 0,1 0 0,0 1 0,1 0 235,-2 2 0,0 1 0,1 1 0,1 0 0,1 0 0,3 0 0,2 0 8,-10 2 1,5 0-1,1 0 1,2 0-9,2-2 0,1 1 0,2-1 0,1 0-192,-5 0 0,2 0 0,1 0 195,-10 0 0,2 0 240,10-1 0,-2 1-225,6-3 1,-2 2 0,1 0 132,-13 5 1,1 2-85,-1-3 0,4 2-36,12 0 0,5 0 2,2 2 1936,0 7-1644,4-2 2815,0 1-3140,9-6 1460,4-6-1460,6-6 573,2-2-573,0-1-2561,2 0-1858,-5-2-4419,-11-11 8838,-23-14 0,16 10 0,-7-5 0</inkml:trace>
  <inkml:trace contextRef="#ctx0" brushRef="#br0" timeOffset="101242">23184 7141 23030,'-31'27'114,"0"0"0,0 0 0,-4 6 1,0 1-1,-1 2 45,7-4 1,-1 1 0,1 2-1,-1-1-725,-1 1 1,0 2 0,0-2-1,2 0 684,-2 2 0,1-1 0,1-1 24,-6 10 1,5-4 931,5 3-850,21-1 0,25-27 0,9-4-132,-3 0 1,2-3-137,20-2 0,3-4 44,-10-3 0,-1 0-28,0 0 0,0 0-636,-3-1 1,-1 2 663,0 1 0,-2 1 0,2-1 0,-8 3 0</inkml:trace>
  <inkml:trace contextRef="#ctx0" brushRef="#br1" timeOffset="170426">4986 14817 23590,'8'2'929,"-2"-1"-576,-6-1 297,0 0-112,105-5-1460,-66-2 1,2 0 971,-1 2 1,5 0-1,2 0 1,-1-3 63,1-2 1,0-3 0,-1 0 0,0 0-15,-3 1 1,0 0 0,0 1 0,0-1-38,2-1 0,1 1 0,-1-1 0,-4 2 43,13-4 1,-8 2 145,-4 4 426,-34 7-1064,-7 2-5792,-1-16 6178,-21-11 0,16 6 0,-16-2 0</inkml:trace>
  <inkml:trace contextRef="#ctx0" brushRef="#br1" timeOffset="170709">4986 14158 21209,'-1'-5'2470,"-1"1"-548,2 4-1653,129 0-1999,-93 0 1,2 0 1663,3 0 0,7 0 1,1 0-1,-6 0-1200,8 0 0,-4-1 1266,-8-3 0,0-1 0,-4 1 0,-3 2 0,-3 0 0,1-4 0,-1 0 0</inkml:trace>
  <inkml:trace contextRef="#ctx0" brushRef="#br1" timeOffset="171143">5979 13629 19731,'6'0'3450,"-2"0"-1944,-4 0-1377,94 64-101,-62-47 0,2-1-578,1 4 1,5 3-1,2 1 1,-3-5 565,-1-4 1,-1-3 0,2 0-9,4 2 1,3 0-1,1 1 1,0 1-182,-2 2 1,0 0 0,-1 1-1,1 3 176,2 3 0,1 4 0,-2 0 0,-5 2 114,-1 2 1,-5 1-1,-6 3 176,-9 1 1,-5 2-1,-7-1 362,-9 6 1,-9 2-360,-2-4 0,-2 2 1,-2-1-297,-1-4 0,-1 0 0,0-1 0,-2 2 0,0 1 0,2-4-415,0 0 0,3-6-3226,3-3-5450,15-22 9091,3-7 0,-2 0 0,0 0 0</inkml:trace>
  <inkml:trace contextRef="#ctx0" brushRef="#br1" timeOffset="174513">9371 13635 20963,'-46'31'251,"-1"1"0,1-1 0,4-2 0,1-1 0,10-2 12,5 13-145,10 11-107,28-5-28,14-22 0,8-4-28,0-4 1,3-4-571,14-3 1,2-3 611,-14 0 0,1 0 0,10 4 0,-3 7 214,-13 5 0,-7 8 363,-1 13 0,-12 5-280,-17-3 0,-11 0-466,0-10 1,-4 1 0,-2-3 426,-12 6 0,-5-2-54,3-5 1,-3 0 0,1-1-143,-3 1 0,-1-1-59,8-7 0,-2 0 0,2-4-776,0-1 0,7-13 776,7-55 0,-3 39 0,27-20 0,0 0 0</inkml:trace>
  <inkml:trace contextRef="#ctx0" brushRef="#br1" timeOffset="174727">9873 14221 19832,'7'45'-851,"1"-1"1,0 1 0,-2-1 0,1 0-1,-1-4 735,1 0 1,0-5 0,0 17-1,-7-38 1</inkml:trace>
  <inkml:trace contextRef="#ctx0" brushRef="#br1" timeOffset="175176">10317 14284 17871,'10'38'284,"1"-1"1,-1 1 0,2 1-1,0-1 1,1-6-218,7 0 0,6 1 169,1-27-108,10-39-122,-11 10 0,0-2-4,-3-3 1,-2-1 2,1 2 1,-2 3 45,0 5 1125,-2 11-202,-4 35-856,6 11-123,-1 9-254,7-9-312,-3-25 95,4-7 118,0-5 72,10-16 275,-9 5 336,1-6 179,-13 13-196,-3 17-308,2 7-1798,0 3 0,0 1 1798,7 6 0,3 3 0,-18-25 0</inkml:trace>
  <inkml:trace contextRef="#ctx0" brushRef="#br1" timeOffset="175527">11550 14426 16096,'29'-34'2,"-1"1"1,1-1 0,8-11 0,-9 7 98,-20 17 1446,-21 9-941,-29 22-38,9 10 0,-1 6-103,1-1 0,1 3-207,1 8 0,5 0 81,11-10 1,4 1 100,1 3 1,5 0-83,14 16-260,7-22 0,4-4-98,23-1-361,-13-15 0,0-2-2108,17-2 2469,-18-4 0,-1-1 0,2 3 0,1-8 0</inkml:trace>
  <inkml:trace contextRef="#ctx0" brushRef="#br1" timeOffset="175880">12306 13373 18168,'4'42'602,"0"0"1,1 0-1,-1 0 1,1 3 0,0 1-1,-1-1 1,1-1-294,1 6 1,-1-1 0,1 1-1168,0 4 1,1 1 0,0-2 976,1-2 1,0-2 0,1 1-91,0-9 0,1 0 1,0 1-1,1-2-609,3 9 1,1-1-1,0-3 580,-3-7 0,0-2 0,0-3 0,3 4 0,-4-9 0,-8-19 0</inkml:trace>
  <inkml:trace contextRef="#ctx0" brushRef="#br1" timeOffset="176026">12209 14137 21937,'49'6'-545,"1"-1"1,0 1 0,0-1-1,-5 0 1,1 0 0,-3 0-1,-9-1 1,8 2 0,-13-2-1</inkml:trace>
  <inkml:trace contextRef="#ctx0" brushRef="#br1" timeOffset="176344">12931 14384 16160,'9'40'176,"0"1"1,0 0-1,3 14 1,1-6-160,5-4 311,-2-13 76,-6-30 175,-4-49-473,-9 3 1,-2-6-68,3 0 0,1-2-399,-3-5 1,0 3 421,3 17 0,2 2 271,2-4 1,3 3 389,10-7-639,18 25-84,6 47 0,-13-3 0,-6 4 0</inkml:trace>
  <inkml:trace contextRef="#ctx0" brushRef="#br1" timeOffset="176560">13525 14369 18173,'12'52'-94,"-1"0"1,1 0 0,-2 7 0,0-11-1,2-14 1</inkml:trace>
  <inkml:trace contextRef="#ctx0" brushRef="#br1" timeOffset="177463">13910 14290 18992,'36'5'421,"1"-1"1,0 1 0,-2 0-80,14 6 38,3 0-192,-19 0 0,-1 1 8,8 4 201,2 8 91,-32-7-258,-5 3-230,-13 2-143,-9-2 0,-6 1 174,-7 3 0,-2 1 207,-10 8 0,0 3-68,5-1 1,5 0-397,10-9 0,5 0 260,1 15-18,21-24 80,9-8 10,12-5 124,27-15-169,-25-1 1,-1-3-46,-1 2 1,-2-2 34,12-23 50,-25 16 391,-4 5 515,-3 9-1550,2 2-2846,4 6 3389,11-6 0,-10 4 0,4-5 0</inkml:trace>
  <inkml:trace contextRef="#ctx0" brushRef="#br1" timeOffset="178161">15511 14618 21149,'50'3'128,"1"0"1,-1 0 0,-6-4 0,-1-2 0,-7-5-95,-8-6 0,-7-5 117,4-23 189,-22 15 505,-24-4 176,-13 14-847,7 10 0,-2 5-174,-16 12-16,5 11-6140,21 9 6173,16-26 1,-1 9 0,12-25-1</inkml:trace>
  <inkml:trace contextRef="#ctx0" brushRef="#br1" timeOffset="178361">15878 13755 22292,'6'44'21,"-1"0"0,1 0 1,-1-1-1,1 0 0,0-1-21,2 7 0,2 1-966,-2-5 1,2 3 0,1-1 965,4 1 0,2 0 0,-1-3 0,-2 8 0,0-4 0,3-13 0,0 1 0</inkml:trace>
  <inkml:trace contextRef="#ctx0" brushRef="#br1" timeOffset="178695">16403 14495 15759,'47'-12'20,"0"0"0,0 1 0,-6-1 1,-2 0-1,-7-4-247,-11-10 0,-6-1 697,2-9-83,-26 13-52,-8 18-167,-14 13 650,-3 11 112,-1 15 280,7 11-449,13-11 1,3 1-762,0 14-17,9 7-394,22-32-1246,24-12 1657,-4-15 0,1-3 0,6 2 0,8-11 0</inkml:trace>
  <inkml:trace contextRef="#ctx0" brushRef="#br1" timeOffset="179445">17887 13692 18585,'-6'42'169,"0"-1"0,0 1 0,1-2 1,1 1-1,0-1-13,2 1 1,2 1 0,-1 1-625,2 1 0,1 2 0,0 0-2809,2 5 0,1 1 0,0-4 554,1 6 0,2-7 2723,2-16 0,1-7 0,-4-12 0,-1-9 0</inkml:trace>
  <inkml:trace contextRef="#ctx0" brushRef="#br1" timeOffset="179730">18265 14333 18296,'24'34'78,"1"1"1,0 0-1,10 11 1,1-12 5,16-24-14,-18-11 0,0-6-8,-8-6 0,-2-5 30,0-2 1,-5-4 64,-12-23-6,-26 6 258,-11 23 212,3 11 1,-3 4-275,-25 13-734,24 2 1,2 3-1406,-7 16 1792,16 5 0,17-23 0,1-2 0</inkml:trace>
  <inkml:trace contextRef="#ctx0" brushRef="#br1" timeOffset="180061">18896 14155 13278,'0'-3'5641,"0"0"-5143,0 3-604,-52 75-57,66-36 87,-18 9 1,7-2 50,23-27 0,8-7-120,2 0 0,-1-1 134,9 4 146,-3 8 1869,-20 9-597,-35 17-1155,-15-5-736,1-19 0,-2-3 358,6-5 0,0-2-653,-1 0 0,0-1-2565,-18 6 3344,6-7 0,18-9 0,9-2 0</inkml:trace>
  <inkml:trace contextRef="#ctx0" brushRef="#br1" timeOffset="180497">20327 14032 19565,'-31'45'357,"0"0"1,1 0 0,-1 0 0,5-3 0,0 0-1,4-2 1,6-3-552,7 5 1,8-3-308,5-7 0,6-6-1196,26-6 1697,-3-13 0,1-4 0,6-2 0,6-1 0</inkml:trace>
  <inkml:trace contextRef="#ctx0" brushRef="#br1" timeOffset="180797">20678 14468 17854,'48'-9'194,"0"1"1,0-1 0,14-2-1,-17-7 378,-42-27 308,-23 14 49,-18 22-470,6 7 0,-1 6-375,-1 9 0,1 3-204,0-4 0,2 4-625,7 6 0,5 2 745,4 15 0,11-18 0,2-1 0</inkml:trace>
  <inkml:trace contextRef="#ctx0" brushRef="#br1" timeOffset="181145">21242 14324 14521,'36'-18'-66,"-1"-1"0,0 1 1,17-4-1,-19 3 66,-41 6 84,-7 9 56,-28 4 238,16 10 0,0 5 969,-8 4 0,2 3-1005,7 4 0,4 1-135,3 0 1,4 0 133,5 9-240,6-4-101,4-7-3512,37-1 3512,14-12 0,-4-3 0,-5-9 0</inkml:trace>
  <inkml:trace contextRef="#ctx0" brushRef="#br1" timeOffset="181461">21647 14964 13562,'29'-45'75,"1"1"0,0-1 0,-3 4 0,-1 1 0,-7 0 1089,-12-13 0,-6 0-682,1 16 0,0 0 0,-1-2-8,-1-6 0,0-3 0,0 3-296,0-8 0,0 3-41,0 7 1,0 4 80,0-9 463,3 6-609,5 4 837,14-2-3144,11 13 2235,2 5 0,-11 14 0,-12 8 0</inkml:trace>
  <inkml:trace contextRef="#ctx0" brushRef="#br1" timeOffset="181644">21573 14429 11514,'0'7'6631,"0"-2"-6782,46-3 0,20-7 151,-30-2 0,2 0 0,2 5 0,5 1 0,-8-2 0,10-10 0</inkml:trace>
  <inkml:trace contextRef="#ctx0" brushRef="#br1" timeOffset="182062">22168 14327 19260,'1'52'162,"0"1"1,1-4 0,0-5-2516,7 9-6436,10-15 8789,0-6 0,-2-20 0,-10-12 0</inkml:trace>
  <inkml:trace contextRef="#ctx0" brushRef="#br1" timeOffset="182345">22666 14342 18240,'-33'27'582,"1"-1"1,1 1 0,5-1-34,-1 18 53,14-13 0,3 0-277,1-2 0,5-1-56,18 25-269,9-24-140,24-21-857,-3-19-3919,-10-7 1,-2-4 4492,10-11 0,-19 12 1,-4 3-1,-8 4 0</inkml:trace>
  <inkml:trace contextRef="#ctx0" brushRef="#br1" timeOffset="182781">23074 14417 16314,'1'54'2274,"0"-9"-1305,0-38-67,-1 2-275,0 2-134,0 7-426,0-4-62,0 7-245,0 6-869,0-5-1037,0 6-4519,0-14 6665,0-6 0,0-5 0,0-1 0</inkml:trace>
  <inkml:trace contextRef="#ctx0" brushRef="#br1" timeOffset="183162">23478 14573 10510,'36'-34'-266,"0"0"1,0-1-1,-3 4 1,-1 1-1,-11 4 894,-12-2 1934,-5 4-579,-18 10-480,-17 11-1403,7 15 1,0 6 103,0-3 1,1 2 248,2 11 1,3 1 482,-5 15-107,8 1 940,6-2-1215,5-15 1,4 0-168,24 16-342,-2-3-45,25-21-448,-6-16-1196,-13-9 0,0-2 1644,18-14 0,-9 5 0,-19-2 0</inkml:trace>
  <inkml:trace contextRef="#ctx0" brushRef="#br1" timeOffset="183513">23973 14438 19395,'27'29'-1657,"0"0"1,-1-4 0,-1-13 998,-2-28 0,-1-11 974,1 1 1,0 0 419,1-5 1,-1 2 238,8-8 313,-17 18-476,-11 22 6,-3 34-241,0 18-712,0-14 1,3 0-1348,-1-11 1,4-3 1481,18 9 0,-12-31 0,7-5 0</inkml:trace>
  <inkml:trace contextRef="#ctx0" brushRef="#br1" timeOffset="183732">24798 13963 15893,'-4'47'613,"-1"1"0,1 0 1,-1-1-1,0 11 0,0-1 1,1-7-614,3-8 0,1-2-2115,0 14 0,0 2 2115,0-17 0,1-1 0,-1-1 0,1 6 0,-1-3 0,1-9 0,-1 0 0</inkml:trace>
  <inkml:trace contextRef="#ctx0" brushRef="#br1" timeOffset="183946">24584 14284 16868,'52'-9'-1580,"-1"-1"1,0 0-1,7-4 1,-10 5 0,-17 7-1</inkml:trace>
  <inkml:trace contextRef="#ctx0" brushRef="#br1" timeOffset="184412">25360 14384 12830,'39'-37'-127,"0"0"0,0 3 0,-16 9 855,-29 21 23,-6 2-118,-8 5 829,-22 27-323,20-7 1,0 3-210,-5 13 0,2 2-480,6-6 1,4-2-157,4-1 0,3-3 48,3 7-56,8-9-286,11-6-2800,33-9 2800,-1-17 0,2-3 0,-18 7 0,-2-1 0,8-7 0,0-1 0</inkml:trace>
  <inkml:trace contextRef="#ctx0" brushRef="#br1" timeOffset="184730">25801 14303 18033,'29'32'-1823,"0"1"1,0 0-1,-2-1 1,0-2-1,0-6 3988,1-12 0,-1-4 535,13 17-970,-28 1 819,-11 19-2241,-12-20 0,-6 0-1479,-1 6 1,-4-1-3746,-3-7 1,-2-4 4788,-6-3 1,3-4 0,5-4-1,-3-4 1</inkml:trace>
  <inkml:trace contextRef="#ctx0" brushRef="#br1" timeOffset="186133">26984 14248 18846,'43'20'302,"-7"-4"-162,-26-14 303,-3 1 279,-3-2 790,-2 4-884,1 1-494,-1 0-16,1 4 190,-1 0 482,0 16-102,-2 17-419,0-10 0,1 2-185,-1-4 0,1 0-39,0 2 0,1-2-34,-1 11 45,3-3-22,-1-5-28,0-7-1,1-8 12,-1-7 218,-1-11-117,-1-15-51,-1-15-11,0-16-9,0 4 1,0-4 13,1-9 1,-2-2-542,-2 7 0,-1-2 0,0 2 513,1 9 1,1 1 0,-2 2 58,-6-17 1,-1 3 50,2 12 1,1 4 69,-4-14-96,0-1 18,8 29 83,0 4-11,2 9-179,1 3 1571,1 3-1599,4 2 103,12-1-69,15-1-32,7 0 1,7-1-3,7 1 0,2 1-492,0-1 1,-1 0 463,-1 1 0,-6 2-6,3 7 34,-14 4 28,-17 9 56,-8 3 23,-12 2 105,-30 15-142,9-20 0,-3 0-45,-2 0 1,0 0 460,0-4 0,3-3-486,3 1-157,11-2 62,11-3 58,22 0 1,12 1-31,16 5 0,4 1-561,-14-4 0,1 0 1,1 1 627,5 2 0,2 1 0,-4 1-3,2 5 0,-3 2-477,-4 1 0,-4 2 480,-6 0 0,-6 2-28,-7-1 0,-5 1 70,-1-1 0,-9 2 117,-22 8 1,-13-1-89,6-12 1,-4-2-1,-3-1-495,-13 4 0,-5-1 0,2-4 424,6-4 0,2-2 0,0-3 0,-13 2 0,5-4 1287,0-4-4479,16-5 3192,59-52 0,-22 36 0,18-11 0,0 1 0</inkml:trace>
  <inkml:trace contextRef="#ctx0" brushRef="#br1" timeOffset="186513">28608 14627 23002,'8'0'1663,"-2"0"-1461,-5 4-102,1 3-100,1 3-263,1 1-1254,1-3-8314,9-12 8142,-4-9 1,3 2-1,-8-1 1</inkml:trace>
  <inkml:trace contextRef="#ctx0" brushRef="#br1" timeOffset="186797">28578 14068 23394,'32'12'403,"-1"1"0,17-8 791,-45-28 273,-13-2-1165,2 12-302,-6 11-487,7 2-1362,2 0 1849,2 0 0,1 0 0,1 0 0</inkml:trace>
  <inkml:trace contextRef="#ctx0" brushRef="#br1" timeOffset="187914">31329 14092 17337,'-7'45'527,"0"0"0,1 0 1,-1-1-1,0 5 1,0-3-1,2 1-240,4 0 1,2-1 0,2-3 42,2 3 1,2-2-34,7 3 0,3-4-86,-3-14 0,3-9 198,15-18-297,-14-42-21,-13 1 1,-3-8 0,-1 1-838,-1-5 0,0-1 816,-2 7 1,-1-3 0,-2 0 110,-1 1 0,-3 0 1,0 1 13,-1 5 1,-2 1-1,0-1-61,0-1 1,0 0 0,0 4-110,1 0 0,0 6-25,1-1 68,10 21-62,25-4 30,0 7 1,6 1 44,19-2 0,5 1-652,-3 2 1,1 1 573,-13 2 1,0 2 0,-2 1-1,5-1 0,0 2 415,10 1 1,-2 5-338,-11 8 0,-5 6 258,0 6 0,-8 6-225,-13 1 1,-9 2-39,-9 2 0,-6-2 58,-15 15-16,-8-5-79,0-8 350,1 1-708,16-9 319,38 9 0,17-6-386,-3-13 1,5 0 388,-4 0 0,1 1-1,2 3 1,1 2-3,0 2 0,0 3 209,-7-1 0,1 4 0,-3 1-172,-6-2 1,-3 2-1,-2 2 155,0 4 0,-2 2 1,-8-3 76,-8 6 1,-11-4-270,-12-6 0,-9-8 0,-4-9 0,-6-6 0,-5-3 0,-4-2 0,0-2 0,10 0 0,1-2 0,-2 0 0,-11 0 0,-3-1 0,1-3-176,3-5 0,1-2 0,4-1-356,-4 0 0,3-2-140,-7-7 0,7-4-2918,17-13 3657,52-10 0,-15 20 0,26-2 0</inkml:trace>
  <inkml:trace contextRef="#ctx0" brushRef="#br1" timeOffset="188363">32846 14856 18677,'2'41'543,"0"-1"1,0 1-1,2 7 1,4-9-544,14-11 123,7-24 22,4-12-77,4-12-26,-9-3 0,2-5-40,0-4 1,-1-2-230,1 3 1,-2 0 226,-5 4 0,-2 4 11,-1 5 269,-6 9 477,-8 7-7,-3 13-229,-3 7-191,3 30-363,4 5-533,0-5-936,4-15-2693,-2-24 4195,1-7 0,-4-2 0,-2 0 0</inkml:trace>
  <inkml:trace contextRef="#ctx0" brushRef="#br1" timeOffset="188814">33772 14889 15283,'13'36'522,"-1"1"0,1-1 1,1 9-1,2-9-208,14-18 61,-8-15-145,2-7-107,-1-8-56,8-18-61,-7 3 83,-1 2 427,-12 14 324,-6 13 17,-2 6-196,3 5-241,9 9-415,14-8-145,19-9-39,-2-16 73,1-9 55,-16-2 51,-7 2 12,-4 6 1002,-7 7-112,0 10-953,7 15-1540,2-3 1591,14 7 0,-18-16 0,2-4 0</inkml:trace>
  <inkml:trace contextRef="#ctx0" brushRef="#br1" timeOffset="189017">35082 14871 21422,'48'4'0,"-1"1"0,1-1 0,-10 0 0,0 0 0,0-1 0</inkml:trace>
  <inkml:trace contextRef="#ctx0" brushRef="#br1" timeOffset="189215">35025 14543 17899,'6'0'2862,"-2"0"-2862,-4 0-347,104-7-4405,-76 6 1,1-1 4751,16 0 0,6-1 0,-10 1 0,-3 1 0,-13 1 0</inkml:trace>
  <inkml:trace contextRef="#ctx0" brushRef="#br1" timeOffset="190234">36075 14799 17858,'2'48'528,"1"0"1,0-1 0,-1-3 0,1-2 0,2-4-213,2-2 1,2-5 1482,7 1-976,1-55-711,-11-18 0,-4-8-110,0 13 0,0-2 0,-1-1-496,-1-5 0,0-1 1,0 1 509,0-8 1,0 2 8,0 0 1,0 0 102,0 3 1,0-1 640,0-3 0,0 1-97,0 14 0,0 2-299,0 3 0,0 5-322,0 5-57,0 18 780,0 3 551,6-2-1325,7-4 52,6-1-52,9-3 0,4 2 0,-1 3 0,5 0 0,10 2 0,2 1-546,2-2 0,0 2 546,5 4 0,-3 2 0,-14 1 0,-2 3-286,-1 2 1,-3 2 285,-4 1 0,-4 4 0,-2 6 0,-7 4 0,-9 4 0,-10 1 0,-15 9 0,-8-2 0,2-5 0,-5-3-223,-9-3 0,-1-4 223,13-8 0,2-3 0,-17 6 971,10-5-971,15-6 606,21-4-606,39 4 0,8-2-331,-12 0 1,1 2 330,-6 0 0,1 2 0,16 7 0,2 4 0,-5 7 0,-2 2 0,-2 0 0,-5 1 0,-11 4 0,-10 0 0,-15 15 0,-11-23 0,-6-2 0,-2 0 0,-4-1 0,-7 0 0,-3-2 114,-2-2 0,-3-2-114,-14 3 0,-2-3-768,2-6 1,-1-4 767,9-7 0,-2-2 0,4 0 0,6 1 0,4-2 0,-19-15 0</inkml:trace>
  <inkml:trace contextRef="#ctx0" brushRef="#br1" timeOffset="190814">37224 14976 19098,'6'47'725,"0"-1"0,-1 1 0,4 12 1,2-12-541,4-23-50,4-17-35,0-14-21,16-18-74,-14 6 1,0-2 22,4-3 0,0 1 11,10-9 202,-11 16 157,-15 15 206,-3 25-352,-3-5 23,-1 20-18,6-9-201,7-14-22,6-6-34,7-21-101,2-6 42,-9-2 1,1 0 52,20-13 68,0 4 61,-19 14-28,-14 15-56,-6 11-39,-3 4-509,2 8-9322,-2 9 9735,0-12 0,0 1 0,0-17 0</inkml:trace>
  <inkml:trace contextRef="#ctx0" brushRef="#br1" timeOffset="191225">38234 15072 11794,'26'34'2059,"0"0"1,0 0 0,15-3 0,3-15-1184,-2-26 1,-1-11-129,-3-4 0,-2 5 293,16 18-447,-10 37-446,-22-7 1,-4 2-149,-3-1 0,-3-1-17,3 23-1277,-8-26 1294,-10-3 0,4-10 0,-3-3 0</inkml:trace>
  <inkml:trace contextRef="#ctx0" brushRef="#br1" timeOffset="204385">5003 17322 25562,'48'-11'178,"-1"0"0,1 0 0,-1 0 1,4-2-1,-1 2 0,-1 2-352,-2 4 1,0 3-1,-3 1-1855,4-1 1,-3 2 2028,-1 0 0,-3 0 0,4 0 0,-11 0 0</inkml:trace>
  <inkml:trace contextRef="#ctx0" brushRef="#br1" timeOffset="204552">5160 16980 19973,'54'6'-168,"-1"0"1,1 1-1,-1-1 1,1 0-1,2 4 1,-4-1-1,-4-2 1,4-7-1,0 0 1</inkml:trace>
  <inkml:trace contextRef="#ctx0" brushRef="#br1" timeOffset="204852">5782 16742 19787,'39'26'-122,"1"-1"1,0 1-1,-1 0 1,1 0 0,3-2-1,1-1 1,1-1-1,0-1 1,-1-4-511,5-2 1,0-3 0,0-2 0,-1 0 584,0-1 1,1-1 0,-2 0 0,-4-2-7,14 2 0,-5 1 974,0 3 1,-9 7 268,-22 7 1,-12 7-725,-15 0 1,-10 4 0,-4 0-257,-2-2 0,-2-2 1,-5 2-199,-5 1 1,-5 2 0,0-2-1,6-4-805,-1 4 1,3-3 792,-6 4 0,7-5 0,20-16 0,7-11 0</inkml:trace>
  <inkml:trace contextRef="#ctx0" brushRef="#br1" timeOffset="205742">8639 16793 18027,'0'47'352,"0"1"1,0-1 0,2 0 0,1 0 0,1-3 112,3 10 0,2-1-594,-1-14 0,1-1 0,1 2 424,0 0 0,0 1 0,0 1 97,3 11 0,1 1 1,-2-4-279,2 2 1,-2-3 418,2 5 1,-2-7-450,-1-21 682,-7-40-761,-1-28 13,-3 3 1,-2-8 0,-4-4-450,-1 9 1,-4-4 0,0-1-1,-1 0 1,1 2 431,1-3 1,2 1-1,-2 0 1,-1 0 6,-6-7 0,-1-2 1,-2 2-1,3 10 290,-1 3 1,1 6-299,2 6 0,1 3 80,-1-12-198,6 19 79,34 7 39,13 9 3,-4 2 0,6 1 500,6 0 0,4 0 1,0 0-493,-10 0 0,-1 0 0,3 0-11,13 0 0,3 0 0,-3 0 112,1 0 1,-3 1-110,3 5 0,-5 5 56,-20 2 0,-6 4-26,4 22-33,-39-14 0,-11-1 0,-8-2 0,-5-3 3,-4 5 0,-3-1-634,-3 1 1,0 0 630,-1 0 0,0 1 0,3-1 0,1 1 3,9-5 1,-1 2 0,5 0 35,-1 9 0,5 1-14,-5-2 0,9 0 1500,29 18-1357,25-20-20,-5-15 1,3-3-37,6-1 1,4-3 16,0-1 0,2-3 0,1 0-115,-1-1 1,-1-2 0,0 0-53,-1-1 1,-1 0 0,-2-1-338,7 0 0,-7-3-1187,-9-4-1020,-15-1 2582,-10-1 0,-6 5 0,0 1 0</inkml:trace>
  <inkml:trace contextRef="#ctx0" brushRef="#br1" timeOffset="206118">10026 17250 18457,'27'-34'168,"-1"-1"0,1 1 0,10-13 0,-11 9 476,-28 17 396,-14 10-670,-30 15-258,13 15 0,-1 4 179,-1-2 1,2 2-142,1 11 1,4 3 297,12-9 0,4 0-84,2-1 0,2 1 174,-1 24-157,11-5 215,15-6-403,7-18 1,4-2-194,-3-8 0,2-2 117,8 2 0,2-4-1067,-1-8 0,-2-6-3183,14-24 4021,-15-2 1,-4-2 0,-8-6 0,-2-11 0</inkml:trace>
  <inkml:trace contextRef="#ctx0" brushRef="#br1" timeOffset="206351">10541 16543 16527,'4'-6'3596,"-1"0"-3260,-3 6 347,6 79-1911,-4-51 0,0 3 1407,1 10 1,1 7 0,0-2 116,0 4 1,1-1-37,0 5 1,0 0-116,0-1 1,0-1-165,-1-2 0,0-1 19,1-6 0,0-3-510,-1-5 0,1-4-2643,6 10-2891,1-19 6044,0-15 0,-5-7 0,-3 0 0</inkml:trace>
  <inkml:trace contextRef="#ctx0" brushRef="#br1" timeOffset="206685">11042 17091 17860,'40'25'145,"0"0"1,-1 1 0,1-1 0,4 4-1,-2-2 1,-6-5-213,8-4 816,-41-12-844,-24-2 95,-18 2 151,-5 5 264,-1 6 223,4 4 750,8 5 79,10 11-593,11-2-532,16-1 92,14-15-316,12-12 312,25-9-2545,-24-9 1,0-4 2114,6-1 0,-2-2 0,9-14 0,-18 7 0</inkml:trace>
  <inkml:trace contextRef="#ctx0" brushRef="#br1" timeOffset="206968">11888 17097 17736,'5'-5'2650,"0"1"-1614,-5 4-235,0 0 1131,-51 53-912,25-14-920,-6 2 1,0 2 187,18-15 0,5-1-2,0 8 0,4-1-77,3 21-982,27-6-269,4-27-557,-2-23 0,2-7 1443,4-9 1,-3-2 0,7-2-1,3-11 1</inkml:trace>
  <inkml:trace contextRef="#ctx0" brushRef="#br1" timeOffset="207136">12165 17181 19160,'6'0'3489,"-2"0"-3341,1 37 1,-4 14-149,4-10-143,-1 15 0,3-2-838,3-19 981,27-2 0,-23-18 0,17-3 0</inkml:trace>
  <inkml:trace contextRef="#ctx0" brushRef="#br1" timeOffset="207384">12586 17401 17832,'6'0'3416,"-2"0"-2127,-4 0-1071,70 42-44,-38-58 11,7 23 0,-4-4 117,-23-47-100,-26 6-40,-7 21 56,-31 8-218,25 13 0,-2 4-846,-3 3 1,1 3 845,-10 12 0,20-5 0,18-15 0</inkml:trace>
  <inkml:trace contextRef="#ctx0" brushRef="#br1" timeOffset="207652">12927 17271 19588,'21'33'365,"-1"0"1,0 0-1,13 8 1,3-11-366,-6-23 0,1-8-309,2-6 1,-1-4 22,15-19 99,-13 4 1,1-3 200,-5 5 0,-1 2 414,4 0 1,-2 3 114,7 3-159,-16 29-384,-7 10-3577,4 1 0,2 0 3577,8 8 0,7 1 0,-22-25 0</inkml:trace>
  <inkml:trace contextRef="#ctx0" brushRef="#br1" timeOffset="209652">14535 17304 21164,'53'-16'134,"1"0"1,0 0-1,-11 4 1,-1 1-1,-9-4 158,1-24-1,-26 17 264,-38 5-253,4 12 1,-5 6-158,-13 15 1,-1 7-701,4-3 0,3 4 605,3 13 1,6 5 5,14-9 0,4 1 11,3-1 0,2 0 31,2-2 0,4 0 392,17 22-338,9-11-102,4-25 0,6-5-896,1-8 1,1-5 845,6-12 0,-3-4 0,10-4 0,-22-12 0</inkml:trace>
  <inkml:trace contextRef="#ctx0" brushRef="#br1" timeOffset="209969">15183 17368 19008,'45'7'65,"1"1"0,-1 0 0,-4-2 0,0-1 0,-6-8-40,-5-15 1,-5-5 41,15-9 22,-23 23 1647,-3 11-486,1 33-1155,-4-10 0,0 2-95,-3 3 0,0-1-1037,13 22-2553,-11-30 3590,-1-13 0,-4-5 0,-4-3 0</inkml:trace>
  <inkml:trace contextRef="#ctx0" brushRef="#br1" timeOffset="210321">16340 16411 15827,'0'8'1391,"-6"27"1,-2 9-916,4-14 1,-1 2-997,-1 10 0,-1 5 0,2-2 884,2-6 0,1-2 0,0 0-462,1 5 0,0-1 1,0 1 309,1 2 1,1-1 0,0 0-127,1 0 0,2 0 0,1 1 107,2 7 0,3 1 0,1-2-1051,0-10 1,1-2 0,0-3 843,5 10 0,-1-6 0,5-2 1,-17-44-1</inkml:trace>
  <inkml:trace contextRef="#ctx0" brushRef="#br1" timeOffset="210469">16199 17124 19244,'52'7'-76,"-1"0"0,0 0 0,1 0 0,-5 1 0,-3 0 0,-5-2 0,-8-6 0,0 1 0</inkml:trace>
  <inkml:trace contextRef="#ctx0" brushRef="#br1" timeOffset="210768">16868 17377 17790,'9'49'253,"0"0"1,0 0 0,1 6 0,0-6-254,1-18 0,1-7 304,0-11-209,-2-29 148,-7-9 1,-1-6 109,0-14 0,-1-3-707,-1 1 1,0 0 412,-1 1 0,2 2 8,3-8 236,6 11-297,6 14 137,5 12-199,3 9 56,3 18 0,-1 3 0,-4-8 0,18 21 0</inkml:trace>
  <inkml:trace contextRef="#ctx0" brushRef="#br1" timeOffset="211087">17489 17428 17216,'44'-20'33,"-1"1"1,1 0-1,11-6 1,-16-2 336,-40-10 1204,-43 36-927,18 10 0,0 6-186,-6 8 0,4 5 37,9-1 1,5 1-67,2-1 0,3 1 44,-2 25-308,16-22 0,8-3-339,11-8 1,6-3-438,4 2 0,4-7 498,1-13 1,3-7 0,-5 1 0,16 1 0,-23-6 0,0 0-1</inkml:trace>
  <inkml:trace contextRef="#ctx0" brushRef="#br1" timeOffset="211719">19304 17701 20124,'23'-43'20,"-1"0"0,1 0 1,-1 0-1,1 1 0,3-9 1,1 0-1,-2 2 0,-2 4 8,-4 6 0,-3 2 0,1-1-272,-2 0 1,1-2-1,0-1 1,-1 1 411,3-9 0,-2 2 0,1-1-34,0-1 1,0 0-1,-1 6-47,-2 1 0,0 8 675,5 7-348,-7 51-83,3 16-239,-8-7 0,1 6-243,2 6 1,1 6-1,1 1 470,-1-6 0,0 2 1,0 1-1,1-1-721,0 1 0,0-1 1,0 1-1,1-1 420,0 0 0,0 0 1,0-1-1,0-4-18,0-5 0,0-3 0,-1-2-255,4 11 0,1-5-477,-4-10 0,0-5 732,5 6 0,-9-21 0,-5-7 0</inkml:trace>
  <inkml:trace contextRef="#ctx0" brushRef="#br1" timeOffset="211886">19678 17301 20520,'-5'0'1221,"0"0"-1221,36 5 0,23 2-3071,-2 1 1,5 1 3070,-14-3 0,6 1 0,-1 0 0,-4-1 0,12 2 0,-6 0 0,-11-3 0,0 1 0</inkml:trace>
  <inkml:trace contextRef="#ctx0" brushRef="#br1" timeOffset="212253">21159 17365 16096,'7'3'5544,"-1"0"-4687,37 9 1,8 2-511,-14 0-301,0-2 1,7 2 0,-9-1-114,-11-1-1541,3-1 1608,-10-8 0,-8-3 0,1 0 0</inkml:trace>
  <inkml:trace contextRef="#ctx0" brushRef="#br1" timeOffset="212737">21680 17205 18705,'-14'44'477,"0"-1"0,-1 0 1,1-2-1,1 0 1,1-5-291,4-3 1,1-1-88,-3 13 1,-1 3-739,3-2 0,1 1 638,0 5 0,1-4 0,2 8 0,4-25 0</inkml:trace>
  <inkml:trace contextRef="#ctx0" brushRef="#br1" timeOffset="213754">22462 17476 19934,'10'55'988,"-1"0"1,-3-16 0,-1-1 0,-1-3-4,-4 18-820,0-19 1,0 0-98,0 15 152,0-9-186,3-21 55,3-2 96,2-9 20,1-11-172,-3-12 18,0-15-46,-1-11 14,0 1 1,0-5-16,-3 9 0,-1-1 0,0-4-246,0 1 0,0-2 1,-1-2-1,-2 0 310,-1-2 1,-3-2 0,0 2 0,0 0-376,0-5 0,0 1 0,-1 3 437,-2 3 1,-1 2 0,1 5-5,1 4 0,1 5 187,-3-20-128,5 23-112,2 8-56,21 17-12,6 2-5,25 2 502,-22-3 0,3 0-502,22 0 0,4-1-28,-17 0 0,1 0 0,1 0-39,5 3 1,1 1 0,-3 0 66,5 0 0,-6 4 28,7 17-28,-41 2 17,-18-2 0,-7 2-17,-7 3 0,-4 0 50,-9 9 1,-1 0-234,4-10 1,3-1 165,7-4 0,5-1 12,7 0-85,12-4 1595,17-4-1712,14-3-140,20 0 134,-7-2 0,4 3-754,2 7 1,-1 4 969,1-1 0,-3 3 55,-6 6 1,-7 3 222,-15-8 1,-6 3 93,-2 16 0,-11 4-222,-11-16 1,-7 1 0,-4-1-693,-8 9 1,-5 1-1,-3-5 539,0-5 0,-3-5 0,-2-2 0,-3-2 0,-1-4 0,2-4-932,-2-4 0,3-5-471,-1-1 0,1-5-2316,8-7 1,1-3 3718,0-1 0,5-1 0,-2-7 0,11 2 0</inkml:trace>
  <inkml:trace contextRef="#ctx0" brushRef="#br1" timeOffset="215454">24688 17683 21315,'9'9'4370,"-1"-3"-3928,-8-6-257,0 0-185,-2 11-1070,2-8 1070,-13-31 0,10 18 0,-9-29 0</inkml:trace>
  <inkml:trace contextRef="#ctx0" brushRef="#br1" timeOffset="215670">24618 17046 24777,'24'7'-829,"-5"0"829,-20-9 0,1 0 0,-2 10 0</inkml:trace>
  <inkml:trace contextRef="#ctx0" brushRef="#br1" timeOffset="220423">27195 17389 19500,'14'-51'188,"1"0"1,0 0 0,-3 11 0,0-1-1,1 0 1,2 0-142,1 1 1,1 0 0,2 0 0,-1 0-1034,2-4 1,0 0-1,1 0 1,-1 2 986,2-6 1,0 1 0,0 3 2,0 2 0,-1 1 0,-1 5 715,-1 1 1,-1 4-695,2-2 1,-1 3 909,3-8-666,-3 8 590,-14 26-641,-5 14 3380,0 20-3245,0 25-182,1-12 0,1 5-736,0-6 0,0 3 0,2-1 654,0-4 1,0 0-1,2 1-16,-1 4 0,1 0 0,1-1-132,4 5 1,1 0 214,-1-7 1,2 2 0,0-2-75,0-5 0,1-1 1,0 0-70,1 1 0,0 0 0,0-4-30,3-1 0,-2-6-212,1-2-432,-10-20-981,-7-6 2197,0-34 1,0 25 0,0-25-1</inkml:trace>
  <inkml:trace contextRef="#ctx0" brushRef="#br1" timeOffset="220706">27255 16925 22470,'49'-7'263,"1"0"0,0 0 0,-4 0 1,-1 1-1,0 1-1518,4 4 0,1 1 1,-6 0 1060,-5-1 0,-1 0 0,18 1 0,-10 0 0,-32 0 0</inkml:trace>
  <inkml:trace contextRef="#ctx0" brushRef="#br1" timeOffset="221239">26556 17744 19417,'56'2'537,"0"1"0,-1 0 0,-6-3 0,5 0 0,2-1 0,2-1 0,2 0 0,0 0-467,-11 0 0,2 0 0,0-1 0,1 1 0,1-1 0,0 0 0,1 0 0,0 1-540,-5-1 1,2 1 0,0 0 0,0-1 0,1 1 0,0-1 0,0 1 0,0 0 0,-2 0 0,0-1 462,7 1 0,1-1 0,-1 1 0,0-1 0,-2 1 0,-1-1 0,-3 1 0,-2 1-45,7-1 1,-3 1-1,-3 0 1,-2 0-1,-3 0-1083,12 1 0,-5 0 0,-8 0 1283,-12 0 1,-4 0-1,23 0 1,-33 0 0</inkml:trace>
  <inkml:trace contextRef="#ctx0" brushRef="#br1" timeOffset="222208">27191 18649 17008,'4'47'610,"-1"0"1,0 0 0,1-2-1,0-2 1,1-4-264,3-7 0,1-1 165,4 9 1,0 0-101,-2-10 0,-2-2 171,11 23-449,-10-42-56,-7-31-44,-1-24-31,-2-2 0,0-6-2,-1 11 1,0-3 0,0-1-202,-1 3 1,-1-1-1,0-2 1,0 2 200,-1 0 0,0-1 1,0 2-1,0 1 77,-3-7 1,0 2-1,0 3 174,0-2 0,0 5 95,2 12 1,3 4-152,9 5-56,40 5-79,6 9-455,-10 6 1,3 1 395,-6-1 1,1 2 15,-3 1 1,3 1 0,-2 2-169,14 6 1,-2 5 292,1 7 0,-7 8 176,-18 7 0,-12 3-185,-15-6 1,-7 0-49,-8 3 1,-4-3-11,-1-12 0,-3-2 349,-5 4 1,1-1-459,-7 9-1,16-4 34,40-17 0,5-10 0,4-1-37,7 0 0,3 0 37,7 1 0,2 1-3,2 0 1,4 4 0,-4 2 0,3 3 0,-2 2 2,-7 3 0,-2 3 0,-2 3 166,5 4 0,-3 4 1,-17 6 258,-25 9 1,-18 5 0,-8-3-344,-8-5 1,-8-4-1,-7-2-274,9-11 1,-5 0-1,-3-3 1,0-1 0,2-4 191,-5-1 0,1-2 0,0-5 0,3-5-1001,-5-5 0,3-6 0,6-5-1047,-1-8 1,13-10 1948,28-24 0,11-4 0,-1 2 1,9 23-1,0-1 0</inkml:trace>
  <inkml:trace contextRef="#ctx0" brushRef="#br1" timeOffset="222758">29447 17879 16952,'-7'0'3955,"1"0"-2527,6 0 1759,0 0-2571,43-8-89,-13 6-77,14-2 1,5 0-283,-12 4 0,1 1-143,8 3 1,0-1-768,-5-1 0,-4-1-1807,10 6-1343,-22-19 3892,-25-11 0,-1 6 0,-3-3 0</inkml:trace>
  <inkml:trace contextRef="#ctx0" brushRef="#br1" timeOffset="222940">29618 17458 21142,'-6'0'1709,"2"0"-1256,4 0-705,123-12 252,-83 10 0,0-1 0,5-1 0,4 0 0,-8 0 0,8 3 0</inkml:trace>
  <inkml:trace contextRef="#ctx0" brushRef="#br1" timeOffset="223857">30914 17208 17759,'-1'3'3013,"-1"0"-1254,2-3-1602,83 15-1689,-35-13 1560,-12 1 0,6-1 0,-5-3-3,-8-6 0,-3-5 257,3-9 0,-5-6-232,-6 1 1,-8-1-29,-15-4 1,-9 2 33,-25-9-147,1 25 0,-4 6 108,10 5 0,0 4 33,-12 12 1,1 6-50,9 4 1,4 3-61,-5 10 0,13 2 59,33-6 0,8-3 0,-8 6 0,43-22 0</inkml:trace>
  <inkml:trace contextRef="#ctx0" brushRef="#br1" timeOffset="224223">30848 17569 19647,'14'49'553,"1"-1"0,-1 1 1,1-5-1,1-1 1,2-9-356,6-14 1,1-7-73,2-1 0,3-4 59,23-6 0,0-7-143,-21-3 0,-2-3-171,17-5 0,-7-6 140,-17-21 98,-15 12 1,-9-2-23,-13-1 0,-8 0 165,-9-4 0,-4 3-455,-3 8 0,-3 5 329,-1 6 0,2 4 9,-7 5-74,11 4-61,15 3 138,11 0-507,10 0-5860,53-12 6229,-15 0 0,1-1 0,-5 5 0,-1-1 0,-3-2 0,1 1 0</inkml:trace>
  <inkml:trace contextRef="#ctx0" brushRef="#br1" timeOffset="224609">31950 17166 21729,'-2'41'449,"0"0"0,-1-1 1,0 19-1,0-6-287,3-21 1,0-3-11,-1 0 0,2 1-177,4 6 0,2-2-2373,9 11-1141,11-8 3555,9-57 0,-19 10 0,2-21 0</inkml:trace>
  <inkml:trace contextRef="#ctx0" brushRef="#br1" timeOffset="224806">32268 17088 19204,'11'55'531,"0"0"0,-1 0 0,0-10 0,-1-3 0,-1-1-531,2 12 0,-2-6-316,-2-17 1,0-4-1270,0 14-1243,-2-20 2828,-12-16 0,6-5 0,-7-6 0</inkml:trace>
  <inkml:trace contextRef="#ctx0" brushRef="#br1" timeOffset="224992">31940 17181 18515,'-1'-5'2330,"-1"1"-1036,2 4-1042,100-9-1526,-70 6 1,2 1 1273,13-2 0,8-1 0,-5 1-236,-8 1 1,-3 0-1185,0 1 1,-1 1 1555,0-1 0,-4 1 0,4 1 0,-6 0 0</inkml:trace>
  <inkml:trace contextRef="#ctx0" brushRef="#br1" timeOffset="225491">33187 18047 22077,'38'-38'310,"-1"0"0,1 0 1,-4 2-1,-1-1 1,-10 2-12,-14 0 1,-6-2-507,-1-1 1,-2-4 0,-2 0 282,-6-5 1,-4-1-1,1-2-51,2 5 0,0-2 1,0 0-1,0 3-362,-4-5 1,-1 3-1,1 1 352,4 5 0,1 2 0,2 4 2,2 4 0,3 3 527,6-18-443,8 10 50,25 3-112,-8 19 1,2 1-40,-1 1 0,2 1 292,0 2 1,1 3-1355,3 1 1,-3 2-2619,1 6-4007,8 8 7687,-40 8 0,-3-5 0,0-3 0</inkml:trace>
  <inkml:trace contextRef="#ctx0" brushRef="#br1" timeOffset="225659">33144 17316 23478,'50'2'-20,"1"0"0,0-1 1,-1 1-1,7-7 1,1-3-1,-3-2 0,-6 2 1,2 1-1,-5-3 1,2-10-1,1 0 1</inkml:trace>
  <inkml:trace contextRef="#ctx0" brushRef="#br1" timeOffset="226206">33989 16543 21007,'44'-5'278,"-1"0"0,1-1 1,-1 1-1,8 1 1,-1 3-1,-7 3-124,-4 4 0,-8 5 115,6 23-62,-31 0 129,-22 15 246,-9-7-475,-1-2-107,3-18-11,18-16 11,14-2-6,10-2-39,14 1-50,-1 2 0,2 2 75,-1 4 1,-1 2 19,3 6 0,-2 4 50,5 18 62,-23 1 11,-23-13 146,-22 4-235,-17-11-1886,13-11 1,-1-3-5430,-19-1 7281,6-7 0,31 0 0,5 0 0</inkml:trace>
  <inkml:trace contextRef="#ctx0" brushRef="#br1" timeOffset="226591">32589 18213 21262,'49'-5'226,"0"0"1,0 1-1,0-1 1,0 0-1,5 0 1,0-1 0,1-1-1,0 1 1,-1-1-907,0 0 1,-1-1 0,1 0-1,0 0 1,1 1 716,-6 0 0,1 0 1,1 0-1,0 0 1,0 0-1,0 0-59,-2 1 0,0 0 1,1 0-1,-1 0 1,0 1-1,1 0-19,2 0 0,2 1 0,-1 0 0,0 0 0,-1 1 0,-3 0-1230,0 0 0,-2 0 0,-2 0 0,0 1 0,-1 0-617,6 0 1,1 0 0,-4 2-1,-3 0 1912,13 2 1,-12 1 0,-10-1 0,-14 4 0</inkml:trace>
  <inkml:trace contextRef="#ctx0" brushRef="#br1" timeOffset="227156">33762 18853 18649,'4'0'2269,"-1"0"-1138,-3 0-1125,-42-8 38,8 8 40,-17 7 1,-7 7-54,23 2 0,1 3 1,-1 2 516,-8 7 1,-1 4 0,3 0-570,8-5 0,3 0 0,2 1 189,-6 10 0,8-1 50,11 7 370,38 5-372,8-29 0,7-5-155,2 1 1,2-2-382,-5-8 0,2-2 1,-1-2 319,7-5 0,-1-4-96,2-1 1,-2-3-493,-1-4 0,-2-5-2278,-3-6 0,0-5 0,-3 1 2866,1-2 0,-2 1 0,3-6 0,-5 3 0,-13 9 0</inkml:trace>
  <inkml:trace contextRef="#ctx0" brushRef="#br1" timeOffset="227740">34250 18318 15732,'-4'0'4620,"1"0"-2491,3 0-1911,66 3-56,-35-1 1,3 2-92,4 0 0,3 1 0,-2 2-1,3 3 0,-6 4 115,9 18-118,-26-4 17,-31-2 118,-4-9 537,-27 6-538,12-6-251,1 1 16,34-11-50,20-3-128,13-1 105,7 3 74,-1 3 161,4 18 656,-21 12-458,-20 16-410,-25-13-835,-3-22 0,-4-4-8617,-21-2 9536,18-9 0,1 0 0,-1 0 0,7-3 0</inkml:trace>
  <inkml:trace contextRef="#ctx0" brushRef="#br1" timeOffset="233075">12713 16976 20565,'-3'0'3618,"0"0"-2705,3-1-223,4-10-562,22-21-1873,0 3 1,4-2 1744,5-5 0,0 1 0,-7 8 0,-3 3 0,10-8 0</inkml:trace>
  <inkml:trace contextRef="#ctx0" brushRef="#br1" timeOffset="304610">23465 8296 14051,'-4'0'3736,"1"0"-2615,3 0-433,0-3-273,0 2 2570,0-1-2122,-10-2-567,-2-1-32,-11-6-46,-2 1 297,-17-10-128,-6-4-278,15 9 1,1-2-77,6 4 1,1 0-29,-22-10 57,16 5 28,-15-3-34,20 10 0,-2 0 70,-6 1 0,-1 0-70,-19-4 22,5 5-5,20 4-12,-1 0-27,3 0 100,-7-4-134,-2-4 34,-4-5-28,12 1-6,6 3 50,15 8-50,1 3 11,4 2-1058,0 1 784,2-3 61,0 1-17,0-4-55,0 2-331,0-4 263,0 2 270,0 0 72,0 2 0,0 2-6,0-2-128,2-7-281,14-20 272,-1 5 1,1-3 46,3 0 1,1 0-321,3-6 1,0 1 356,-4 5 1,-1 1 41,-1-3 0,1 0 17,0 0 0,0-1-6,6-14 1,-1-3-20,3 2 0,-1 0-336,-2 1 1,-1 3 360,-2 6 0,-2 4-67,4 0-23,-5 10-218,1 8-112,-5 9-460,2 3 1006,-1 3 0,-7 0 1,-1 0-1</inkml:trace>
  <inkml:trace contextRef="#ctx0" brushRef="#br1" timeOffset="348990">42154 7318 9022,'6'-7'7678,"-2"2"-6670,-4 5 668,0 0-528,3 0 380,-2 0-228,2 0-869,-2 0-44,8 0 38,10 0-131,8-2 0,5-1-151,7 0 1,2 0-116,1 0 0,0 0-193,1 1 1,-4 0 203,11 2 12,1 0 61,-15 0-73,-5 0-39,-20 0-6,-5 0-504,-4 0-1121,0 0 1631,1-4 0,-3 3 0,2-3 0</inkml:trace>
  <inkml:trace contextRef="#ctx0" brushRef="#br1" timeOffset="349422">42221 7802 21523,'1'9'2795,"9"-2"-2319,23-7-135,8 0-26,6 0-128,-13 1 1,1 2-15,-3-1 1,-1 0-82,0 2 1,-1-1 142,8 3-50,-20-3-17,-8-2-101,-2 1 6,-1-1-174,-1-1-3803,1 0-4011,0-5 7915,-4-6 0,-1 4 0,-2-2 0</inkml:trace>
  <inkml:trace contextRef="#ctx0" brushRef="#br1" timeOffset="351072">43220 7493 15827,'4'0'3842,"-1"0"-3467,-3 0-72,40-70-51,-21 39 0,2-3-319,3-9 0,4-6 0,-2 0 390,-2 6 0,0-1 1,-1 0-56,1-5 1,-1-1 0,0 1-213,-4 8 0,0 1 0,-2 0-38,0 2 1,-1 0 0,-2 3 28,1 0 1,-2 2 125,3-6 0,-1 2-148,-2 7 0,1 2 42,-1-1 0,0 2 6,4-3-11,-7 14-57,-5 10 864,-1 3-830,2 2-27,-1 1-7,0 0 113,4 13 50,6 32 16,-3-3 1,1 6-590,-2-2 1,1 4 0,-1 0 497,-2-6 1,1 1-1,-1 0-24,1 3 0,0 1 1,-1-3 5,1 6 1,0-3-400,-1-1 0,-1-1 371,0-3 1,0 1 26,1 6 0,-1 0-32,-1-10 0,0-1-36,0-2 0,-1-3-1,2 5 1,-3-21-1,-3-12 1682,1 0-1687,-3-7 507,2 0-6086,-2-3 5587,-3-12 1,2 8 0,-2-7 0</inkml:trace>
  <inkml:trace contextRef="#ctx0" brushRef="#br1" timeOffset="351458">43441 7063 21315,'38'0'588,"0"0"0,1 0 1,15 0-1,-6 0-274,1 0-205,-20 0 0,0 0-103,15 0-1585,-5 2-2180,-23-1 3759,-12 1 0,-4-2 0,0 0 0</inkml:trace>
  <inkml:trace contextRef="#ctx0" brushRef="#br1" timeOffset="354224">44153 7441 9055,'0'7'1837,"0"-2"-179,0-5 459,0 0-1507,2 2 298,-1 0-29,4 2-229,-3 6-404,1 1-94,-1 8-46,1 1 40,-3 16-18,2 4 52,-2 5-91,0-13-27,0-13 28,0-12 45,3-5-68,2-1-62,3-9 35,13-17-35,5-12 6,2-3-5,-1 4 0,-10 16 5,-2 3 90,-5 8 296,-1 7-61,-5 12-56,-2 7-129,0 4-83,-2 2-68,0-3-2728,0-5 2728,4-6 0,-3-5 0,4-4 0</inkml:trace>
  <inkml:trace contextRef="#ctx0" brushRef="#br1" timeOffset="354823">44610 7457 9055,'2'-4'7819,"0"2"-6699,-2 2-599,12 49 174,-8-21-211,3 13 1,0 3 30,-4-2-515,0-4-67,2-18-56,3-18 83,18-17-212,10-12 216,-12 8 0,0 0 30,12-15 6,-10 13 118,-18 15 61,-3 3-11,-3 3-68,-1 0-32,1 7 49,4 13-122,9 6-169,8 2 118,0-12 28,0-11 28,-7-5 11,3-4-5,-3-1 117,-2 0 45,-4 1-78,-5 9-90,2 6 0,-4 6-1372,1 7 1372,-3 3 0,-1-11 0,0-2 0</inkml:trace>
  <inkml:trace contextRef="#ctx0" brushRef="#br1" timeOffset="355558">43284 7980 13110,'3'0'5854,"0"0"-4740,-3 0-280,100 5-2169,-66-3 0,3-1 1525,2 1 1,6-1 0,2 1-1,-2 0 4,3-1 0,-1 0 1,5 0-79,-10 0 1,5 1 0,2 0-1,1 1 1,0-1 0,-2 0-63,5 1 1,0 0 0,0 0 0,0 0 0,0 0-329,2 0 0,0 1 1,1 0-1,-2 0 1,-4 0 273,-1 0 0,-2 0 0,-3 1 0,-5-1 5,7 3 1,-3-1 227,0 2 1,1 0-234,-3-2 0,-1 2-44,-6-1 1,-1 0 49,20 3 1341,-9-2-1302,-17-4 2191,-5-2-2471,-14-2-636,-5-5 871,1-15 0,-2 10 0,-1-9 0</inkml:trace>
  <inkml:trace contextRef="#ctx0" brushRef="#br1" timeOffset="357292">43598 8407 16840,'14'23'2213,"-3"-1"-1770,-8-4-29,-3 3 12,3 6-130,0 0 1,-1 3-107,2 8 1,1 1-107,-1 2 0,1 1-236,-1 2 0,0-2 261,-1-12 1,0 0 92,0 8 0,-1 1-74,1-6 1,1-1-62,-1 1 1,1-2-1,-1 3-17,2-20 34,-5-11 757,2-3-785,-2-4 6,0-6 28,1-22-40,1-1-39,3-18 23,-1 4-272,2-6 305,-2-3-17,-3 15 1,1-2 72,-1 0 0,-1 0-45,0 0 1,0 2-4,1 2 1,-2 4 19,-2-7 62,-2-11-107,0 18 6,0-5 129,3 12-50,2 11 49,0-2 1,0 11-22,0 1 165,0 2-278,3-1 46,8 3-7,28-5-81,-4 5 1,3 2-9,0-2 0,0 0-314,10 2 0,-2 1 331,-12-1 0,-2 2-14,-2 0 0,-1 2-3,19 6 78,-16 5-5,-15 5 72,-14 15-10,-34 9-62,3-1-43,4-20 1,-1-3 42,-7 4-11,7-5-62,8-4 594,9-2-606,32 2 7,8-1 2,-3-4 0,4-1-307,0 1 0,0 1 307,3 2 1,0 2-413,0 1 1,0 1 416,-1 4 1,-1 1 16,-5-1 1,-3 5 36,-2 13 1,-9 6 287,-14 3 1,-10 1-28,-8-5 0,-5 0 1,-3-2-655,1-6 0,-2-3 1,-2-1 336,-7-1 0,-3-1 0,3-4 0,-2-1 0,-1-3 238,-7 0 0,-2-3-238,9-6 0,0-5-1325,-1-3 1,4-7-3544,-3-22 4868,21-27 0,16 22 0,1-3 0</inkml:trace>
  <inkml:trace contextRef="#ctx0" brushRef="#br1" timeOffset="359193">47084 6789 20520,'21'-32'3182,"-2"12"-2981,-16 39-10,0 16-135,0-8 0,-1 4 0,1 6 0,-1 5 0,1 2-233,1 4 1,1 1 0,0 3 234,-1-7 1,-1 1 0,1 1 0,0-2-48,1 9 0,1-3 0,-1-3-50,0 2 0,0-6-745,2 4-1834,-3-37 2618,2-28 0,-3 12 0,0-15 0</inkml:trace>
  <inkml:trace contextRef="#ctx0" brushRef="#br1" timeOffset="359742">46001 7899 21551,'49'-3'496,"1"1"0,0-1 0,0 1 0,4-1 0,0 1 0,1-1 0,0 0-345,-2-1 1,0 0-1,0-1 1,2 1-1115,-4 1 0,1 0 0,1 0 0,0 0 0,1 0 1007,-7 0 1,0 1 0,0 0 0,1 0 0,0-1 0,2 1-15,4 0 1,2-1 0,1 1 0,-1 0 0,0 0 0,-3 0-279,-1 1 1,-1 0 0,-1 0 0,0 0 0,-2 0 249,10-1 1,0 1 0,-2-1 0,-5 1-3,-3 1 0,-4 0 0,-3 0 345,5 0 1,-3 0-343,-2 0 0,-1 0-1,-3 0 1,-1 0 0,1 0 0,-2 0-26,18 0-55,-7 0 1871,-20 0-1928,-14 0 2916,-6-2-3476,-2-3 176,-3-1-3020,-10 0 3539,-24 1 0,16 4 0,-14-1 0</inkml:trace>
  <inkml:trace contextRef="#ctx0" brushRef="#br1" timeOffset="360711">46485 8852 16006,'0'4'3165,"0"-2"-2616,0-2-152,88 6-338,-59-6 0,1 0-22,9-3 0,4 0 1,-6-2 57,12-10 90,-24-14-17,-19 5-45,-4-2-62,-8 0-16,-24-7-28,-20 8-17,22 13 0,-2 3-295,-2 2 0,1 5 306,-18 8 40,1 11-85,23-5 0,1 5 191,-9 12 0,1 7 299,4 4 1,3 2-577,-2 0 0,5 1 358,6 0 0,5 0-28,7-13 0,2 0-62,0-1 1,2-1-63,8 25 110,7-5-33,12-11 165,-1-18 0,4-3-294,4-6 0,2-4-37,10 3 0,0-4-109,-8-7 0,-2-3-660,-3 1 0,-2-3-2572,17-19 3344,-19 5 0,-2 0 0,5-2 0,1-5 0</inkml:trace>
  <inkml:trace contextRef="#ctx0" brushRef="#br1" timeOffset="361409">46656 8091 9699,'5'0'95,"0"0"4341,-5 0-2559,9 0-1401,-7 0-34,8 0 73,-8 2 68,1 2-124,2 2-49,-1 7 71,1 3 270,-2 19-80,-1 16-427,-1-16 0,1 0-177,0-5 0,-1-1-17,5 22-10,0-25-52,7-7 7,5-11-314,13-31-191,-3-2 314,-13 1 0,-1-1-22,6-11 134,-3 7 84,-5 7 576,-3 8 141,-5 8-521,1 6-196,-2 5-73,2 3-487,2-1-6312,8-2 6872,-4-2 0,2-3 0,-9 0 0</inkml:trace>
  <inkml:trace contextRef="#ctx0" brushRef="#br1" timeOffset="361745">47187 8428 17227,'14'-32'95,"0"0"0,-1 1 0,-4 1 141,-7-10-12,0-2 5,-2 1 135,-5-9-66,0 7-248,-1 5-44,2 12-6,4 14 56,5-1-45,13 4-112,9 0-880,-1 4 981,-4 4 0,-15 1 0,-2 0 0</inkml:trace>
  <inkml:trace contextRef="#ctx0" brushRef="#br1" timeOffset="361941">47084 8142 17919,'46'4'-137,"0"-1"1,0 0-1,0 1 1,1-1-1,-10-2 1,-2-1-1,-1 0 1</inkml:trace>
  <inkml:trace contextRef="#ctx0" brushRef="#br1" timeOffset="362209">46993 8512 19636,'54'-6'-191,"-1"0"0,0 0 1,-1 0-1,-1-1 1,-7 0-2093,-9-2 1,-5 0 2282,2 0 0,-3 0 0,2 0 0,-13 2 0</inkml:trace>
  <inkml:trace contextRef="#ctx0" brushRef="#br1" timeOffset="362726">47187 8672 9940,'0'6'7360,"0"0"-6716,0-6-168,0 0-292,-3 45 187,2-16-229,0-1 1,-1 0 216,1-3-130,1-13-111,-2-4-51,2-4-50,0-3 28,8-2-45,22-21-135,-8 6 1,1-3 78,1 0 0,0-1 22,2-3 1,-3 1 212,-4 5-229,-4 1 50,-18 18 0,-7 8 190,-16 18 152,5 0 150,-4 9-128,10-10-179,6 1-493,2-10-2453,21-4 2761,7-20 0,-1 3 0,-2-8 0</inkml:trace>
  <inkml:trace contextRef="#ctx0" brushRef="#br1" timeOffset="363275">47431 8891 13015,'2'7'3943,"-1"-2"-3719,-1-5 235,0 0 112,0 28 293,0-39-377,2 7-17,4-45-307,0 7-63,2 7 124,-3 20-11,0 1-107,6 7-66,12 0-40,1 5 5,7 1-5,-9 1 6,-5 0 33,-7 1 521,-6 14 348,-17 9-432,-4 10-426,-2-6-50,4-9-44,12-12-180,3-3-62,12-2 185,-3-1 96,6-1 5,-9 0 11,-4 4 39,-2 3-44,0 5 61,0 3 17,0 3 6,-9 7-107,-1-4-869,-3-4-984,4-9-2174,6-12 4044,3-5 0,0 3 0,0-2 0</inkml:trace>
  <inkml:trace contextRef="#ctx0" brushRef="#br1" timeOffset="363510">47749 8657 17210,'7'46'956,"0"0"0,-1-10 0,0-1-956,1 16-62,1-23-750,-1-5-1804,1-12 2616,-1-5 0,-3-6 0,-1 0 0</inkml:trace>
  <inkml:trace contextRef="#ctx0" brushRef="#br1" timeOffset="363709">47682 8648 11508,'0'-7'6480,"0"2"-5471,0 5-348,0 0-571,70-18-975,-29 9 772,-6 0 0,7 0 0,-8 1 0,-1 1 0,3 0 1</inkml:trace>
  <inkml:trace contextRef="#ctx0" brushRef="#br1" timeOffset="364009">48186 8876 21752,'54'-11'-12,"-1"0"1,0 0 0,6-2 0,-11 3 0,-10 3 0</inkml:trace>
  <inkml:trace contextRef="#ctx0" brushRef="#br1" timeOffset="364259">48765 8458 19372,'-7'44'376,"1"1"0,0-1 1,0-3-1,0-1 1,3-4-377,5-5 0,2-3-874,12 24-3248,6-10 4122,3-12 0,-11-15 0,-7-9 0</inkml:trace>
  <inkml:trace contextRef="#ctx0" brushRef="#br1" timeOffset="365176">46943 8299 9862,'0'3'4357,"0"0"-2340,0-3-802,-3 0 275,2 0-67,-1 2-824,2 2-84,0 0 62,0 2 11,0 0-414,0 3-79,0 10-44,1-1-18,4 8-27,2-2-1,3-1 40,0 1-34,1 0 29,-2-6-74,0-5-100,-6-8-583,-2-5-2358,-1 0 3075,0-9 0,0 7 0,0-8 0</inkml:trace>
  <inkml:trace contextRef="#ctx0" brushRef="#br2" timeOffset="375687">42893 8329 16432,'0'-7'4346,"0"2"-2783,0 5-857,-5-18 33,4 14-112,-3-8-50,4 31-89,0 20-340,-1-8 0,2 4-711,0 12 0,2 7 610,1-6 1,1 5-1,2 3 1,-1-1-306,-1-11 0,0 1 1,1-1-1,-1 2 0,1 0 317,2 7 1,0 2-1,0 0 1,0-1-1,-1-4-24,0 0 0,0-3 0,0-2 0,-1-2 13,1 2 1,-1-4 0,0-3 4,1-1 0,-2-3-3,-1-2 1,-1-2 5,3 5-6,-4-8 1081,0-20-1070,-2-5 2132,0-2-2244,6 0 51,4-2 56,11-6 39,14-5-11,7-4 0,9-2-1168,-3 5 0,4 0 0,2 0 1095,-11 3 0,2 0 1,0 0-1,2 1-5,-4 1 1,3 1 0,0 0 0,-1 1 0,-1 0-241,3 2 1,-2 0 0,0 1-1,3 0 237,1 0 1,3 1-1,0 0 1,0 0-1,-4 0-2,-4 1 1,-2-1-1,-1 2 1,2-1-2,8 0 0,1 1 0,1-1 0,-3 1 3,5 0 1,-2 1 0,-1 0-2,-6 0 0,-1 0 0,0 0-170,3 0 1,1 1 0,-6 1 169,-3-1 1,-5 2-3,5 4 34,-20 0 2661,11 0-2695,2 0 39,0 0 1252,-5-2-1291,-14-1 875,-4-2-869,-4 0-1,-2-1-5,-4 0 11,2-1 170,-1 0-181,0-31 0,-2-1 0,0-5 0,-1-6 0,-1-3-459,1 7 1,-1-2 0,0 1 458,-3-14 0,0 1 0,2 15 0,0 0 0,0-1 0,0 1 0,0 1 0,0-3-171,0-8 1,-1-2-1,1 2 171,1 9 0,0 2 0,0 0 0,-1-19 0,0 6 0,1 1 0,1 34 0,2 13 0,0 2 0,-3 0 1296,3 0-1296,-30 0 0,23 0 0,-20 0 0</inkml:trace>
  <inkml:trace contextRef="#ctx0" brushRef="#br2" timeOffset="378212">7279 8260 19255,'0'6'1075,"0"0"-219,7 30 1,5 11-402,8 4-1068,-8-12 1,1 6 0,0-4 964,4-2 1,1 1 35,-2-1 1,0 5-1,-1 0-280,0 3 0,-1 1 1,0 2-9,-3-6 1,0 1 0,-1 1 0,0-3-36,-1 3 0,-1-1 1,-1-3-16,0 12 1,-3-6 16,1 4 563,-1-15-624,-3-12-1,2-10 29,-2-8 1170,0-4-1092,-1-1 866,3-2-978,1-2 6,16-3-6,21-9 2,-3 4 1,2 0 0,1 0 0,0 0-484,8-1 0,0 2 497,-7 1 1,-1 1-14,2-2 0,1 1-1,2 0 1,0 1-3,2-2 0,-1 0 3,-1 1 0,1-1-142,-6 2 0,2 0 0,0-1 165,0 1 0,-1 0 0,0 0-24,1-1 0,0 1 0,-2 0-295,-2 1 0,-1 0 0,-2 0 298,5-1 1,1-2 9,-1 2 0,2-1 0,2 0-13,3-1 0,1-1 0,2 1 6,-5 1 0,3 1 1,-1 0-1,-2 1-381,5-1 0,-2 1 1,-2 1 373,-3 1 1,-2 1 0,-3 2 1,1 0 0,-3 2 226,-1-1 0,-1 0-227,0 0 1,-1 0 25,1 0 0,0 1-3,-1 0 1,2 0-4,16 0 0,2-1-20,-15 1 0,0-1 0,0 1 16,-1-1 1,0 0 0,0 0-105,16 0 0,-3 0 128,-17 0 0,0 0 118,13 0 0,4 0-88,-14-2 1,2 0 0,1-1-57,11 0 1,1 0 0,0-1-94,-9 1 0,-1-1 0,0 0 79,-1 0 0,-1 0 0,-2 1 0,2 1 1,-1 0 483,11 0 0,1 2-472,-1 2 0,1 1-11,-9-1 1,1 1 0,-3 0-119,7 2 0,-2 0 117,-3-1 1,-2-1-3,13 0 440,-2-3-440,-6 0 0,-4 0 6,-4 0-6,-3 0 0,-4 0 0,-1 0 1184,-1 0-1189,-2 0 240,-1 0-240,-4 0 721,-2 0-682,-8 0 222,-3 0-222,-7 0-74,-1 0-4,0-3 44,0-6 33,0-6 1,0-12-6,-3 1 0,-3-5-26,0-12 1,0-2-3,-2-1 0,1-1-497,0-8 0,2 2 497,2 12 0,2-1 0,0 4 0,1-3 0,0 1-112,1 2 1,0 0 0,1 0 183,0-4 1,0-1 0,0 4 56,1-3 1,-1 6-130,3-9 0,-5 30 0,0 7 0,0 5 0,0 2 984,1 1-6782,-9-1 5894,-6-2 0,1 1 0,0-1 0</inkml:trace>
  <inkml:trace contextRef="#ctx0" brushRef="#br1" timeOffset="530685">32763 16986 15406,'3'0'230,"0"0"3652,-3 0-3720,0 12 62,0 11 157,0 24-241,0 0-407,-1 8 402,-1-11 5,0-11 0,1 2-51,-2-1 1,1 2-37,0 8 0,0 0-25,0-11 0,1-2 6,-1 24-23,2-22 23,0-4 16,0-3 40,0 5 38,0-4 374,0-3-457,0-9-39,0-11 179,0-2 303,0-2-404,2-12-40,6-9-38,1-6 61,4-2-67,-1 6 6,1-3 27,-3 5 74,-1 3-29,-3 9-72,-6 8-1,2 1 7,-1 0 94,6 0 45,6 4-106,4 16-39,0-1 44,-2 13-50,-5-6 0,-1-3 0,-1 2 78,1 7-5,-1 1 45,0-2-1,-3-7 12,-3-12 73,1 0-96,-3-6-39,2-1 12,-2-5-3356,0 0 0,0 0 0</inkml:trace>
  <inkml:trace contextRef="#ctx0" brushRef="#br1" timeOffset="544502">46549 22246 8298,'-8'2'3787,"2"-1"-4146,6-1 7041,0 0-5628,0 6-567,0-1-162,-1 7-84,-2-2-141,-3 5-100,-2 1 51,-5 10 50,-4 0-29,1-1 24,0-2-24,6-10-21,0 0-46,0-1-5,2-1 6,-1 0 67,0 1 5,-2-1 113,-3 2-57,1-5 17,-1 1-50,3-2 5,-8 6-66,2 2-80,-1-1 40,4-4 0,9-6 17,2-2-17,0-1 11,2 1 29,-2-2 123,-3 3 10,-6-3-61,-5 1-44,3-1-1,1 0-62,8-1 23,-3-7 17,1-5-39,-1-3-1,-1 0 1,4 5-6,0 1-73,4 2-89,-1-2 195,2 0-21,0-5-7,0 2 6,5 0-11,0 4 0,5 0 0,-1 1 0,2-1 0,-1 6 23,7-1-34,-5 4-23,3 0 28,-7 0 1,2 0 5,-3 0 5,4 0 1,1 0 5,2 0-11,-1 0 6,-1 0-1,-1 0 1,-1 0 0,6 0-12,-3 0-44,3 0 50,-5 1 0,0 2 5,-3 2 57,4 1-62,0 0 5,6 1-5,-5 0 0,1 0 140,-6 6 34,-2-2-84,-2 7-46,0-3-32,-1 7-7,3-2 62,0 7-22,1-11 39,-3 0-33,0-10-1,-1 0-16,0 0 50,1-3-45,1 3 11,-2-3-44,4 1 39,-4-2-6,2 1 22,-1-2 147,-1 2 21,0 0-44,1 0-112,-3-1 28,2 1 22,-2-3-351,0 1 0,-1-1 1</inkml:trace>
  <inkml:trace contextRef="#ctx0" brushRef="#br3" timeOffset="831128">27660 8025 24391,'56'3'0,"0"0"0,-14-1 0,0 0 0,15 2 0,-2 1 46,-21-1 0,-1-1-46,0 0 0,-6 0 30,-15 2-30,-62-2 0,14-3 0,-6-1 0,-2 0-591,2-1 0,-3-1 1,-1 1-1,3-1 591,-6 0 0,1-1 0,2 1 13,2-1 1,2-1 0,8 2-14,3 0 0,47 5 0,12 2 0,9-1 0,3 1 0,4-1 0,1 1 0,2 0 0,0 0 0,1 0 0,3-1 0,0 0 0,-3 0 0,0-1 0,-6 1 2384,14-1-2384,-39-1 0,-31 1 0,-33 1 0,7-1 0,-8 0 0,-1-1 0,-5 0 0,0 0-2262,3-1 1,1 0 0,-2-1 2261,9 1 0,-3-1 0,3 1 0,4-1 0,-6 0 0,9 0 0,7-1 0,66 4 0,30 2 0,-25-2 0,3 0 0,1 0 0,2 0-585,4 1 0,1-1 0,1 0 0,0 0 585,1-1 0,2 0 0,-2 0 0,-7-1 0,10 1 0,-11-2 0,-8-1 0,-69 4 0,-23 1 0,10-1 0,-4-1 0,0 1 0,-3 0 0,0 0 0,3 0 2812,-9 0 1,10-1-2813,18-2 0,38 0 0,8-1 0,-10 1 0,-7 1 0</inkml:trace>
  <inkml:trace contextRef="#ctx0" brushRef="#br3" timeOffset="833245">4576 8552 24575,'33'-1'0,"0"0"0,4 1 0,6-1 0,3 1 0,0 0 0,3 0 0,1-1 0,2 1 0,1-1-261,-1 2 0,3-1 1,1 1-1,-3-1 1,-4 1 260,7 0 0,-4 0 0,-5 1 0,7 0 0,-11 0 425,-18 2-425,-53 3 0,1-2 0,-7 1 0,-3-2 0,-7 1 0,-3-2 0,1 1-180,1-1 0,-1 0 1,1 0-1,-3-1 180,2 0 0,-3 0 0,0-1 0,1 0 0,4 0 0,-10-1 0,5 0 0,4 0 0,-6-1 0,23 0 631,51-1-631,11 2 0,7-1 0,14 1 0,1-1 0,-6 1 0,-3 0 0,-16 0 0,-4 0 0,-2-1 0,-36-1 241,1 1 1,-5-1-1,12 2 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0:39:50.410"/>
    </inkml:context>
    <inkml:brush xml:id="br0">
      <inkml:brushProperty name="width" value="0.05292" units="cm"/>
      <inkml:brushProperty name="height" value="0.05292" units="cm"/>
    </inkml:brush>
  </inkml:definitions>
  <inkml:trace contextRef="#ctx0" brushRef="#br0">8529 17648 24575,'33'-2'0,"0"-1"0,4 2 0,4 0 0,3 0 0,1-1 0,4 0 0,2 0 0,-1 0-376,3 1 1,0 0-1,0 0 1,-1 0 375,-1 0 0,0-1 0,-2 1 0,-4 0 81,9 0 0,-6 0 1,-12 0-1,-11 1 1,-20 0-1</inkml:trace>
  <inkml:trace contextRef="#ctx0" brushRef="#br0" timeOffset="982">12212 17660 23255,'40'2'0,"1"0"0,0 0 0,0-1 0,2 1 0,3-1 0,1 0 0,0 1 0,2-1 0,2 0 0,0 1 0,0-2-1272,2 1 0,2-1 0,0 0 0,-1 0 0,-3-1 1272,4 1 0,-2 0 0,-2 0 0,-2-1 0,4 0 0,-3-1 0,-6 1 1085,-7 0 1,-8 0-1086,-1 1 0,-12-2 305,-6 0 0,6-1 0,-10 2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0:40:56.190"/>
    </inkml:context>
    <inkml:brush xml:id="br0">
      <inkml:brushProperty name="width" value="0.09071" units="cm"/>
      <inkml:brushProperty name="height" value="0.09071" units="cm"/>
    </inkml:brush>
    <inkml:brush xml:id="br1">
      <inkml:brushProperty name="width" value="0.09071" units="cm"/>
      <inkml:brushProperty name="height" value="0.09071" units="cm"/>
      <inkml:brushProperty name="color" value="#00B050"/>
    </inkml:brush>
    <inkml:brush xml:id="br2">
      <inkml:brushProperty name="width" value="0.09071" units="cm"/>
      <inkml:brushProperty name="height" value="0.09071" units="cm"/>
      <inkml:brushProperty name="color" value="#FF0000"/>
    </inkml:brush>
  </inkml:definitions>
  <inkml:trace contextRef="#ctx0" brushRef="#br0">2336 19269 18772,'0'-12'1004,"0"-13"-859,3-13-112,1 11 1,0-2-34,6-20 12,3 0 21,-2 17 6,-1 1-33,2 1 61,-2 1 12,0-1 77,7-11-116,-2 8-35,6-9 1,-2 14-1,-2 2 1,2 2 11,6-1-12,4 0 7,8-3-7,-8 7 1,0 3-1,-7 7 1,0 1 5,3 1-11,0 2 6,2 2 5,13 3 34,6 1-40,1 1-5,0 0 0,-15 1 0,0 2 0,-2 2 0,10 3-5,3 3 5,-1 0 0,-2 2 0,-11-4 5,2 3 1,3-3 0,1 3-1,0-1 1,0 0-6,-3 0 0,11 7 0,-13-2 5,9 6 34,-16-3-27,0 0 21,2 0-22,13 9-5,3 0 5,1 3-5,-4-5-1,-11-5 29,0-1 0,-2 1 27,0 1 34,-2-1 12,10 13-57,-2-3-44,1 2 5,-4-7-5,-8-10 27,2 1-27,-2-2 33,13 8-5,-8-6 16,9 4 17,-11-6-11,2-1-11,-1 1 11,2-3-6,-1 2 46,14 3-52,4 0-24,-15-7 0,1 0-15,16 5 1,-3-6 5,-15-3-5,-4-5-1,-1 1 34,5-2-39,4-3 6,11-8 5,-9-3-5,2-6 5,-11 0 28,13-11-22,0-8-6,-14 13 0,-1 0-5,12-17-6,-5 3 6,-9 11-6,2 1 0,0 0 5,11-9 1,1 1-4,-13 14 1,-1 0-14,10-10 11,-5 3 0,-9 11 11,10-8 1,6-3-12,2 0 0,2 1 5,-8 9-5,1-1 0,1 1 6,0-1-6,2 0 0,13-12-3,-20 16 0,2-1 3,4-4 0,1 0 3,-6 5 0,-1 2-3,18-12 0,-16 13 5,10-6 1,2 0-3,-10 8 0,0 0 8,17-7-11,4 5 5,-16 6-5,-1 1 0,-3 1 6,9 2-6,1 2 0,-1 1 6,0 0-1,-9 0-5,3 0 11,3 0 29,17 0 5,1 7 5,-19-3 1,-2 1 11,16 10 10,-6-1 12,-16 0-33,0-1 50,-1 4-6,1-1 6,0 4-6,1-2 6,-1 3 95,12 8-107,-11-6-22,7 8-16,-12-10 5,11 11 45,2 3-51,-13-10 0,0 0 6,10 14 6,-3-1-28,-12-11-29,2-3 46,1 3-18,-1 0-33,1 2 107,10 15-77,-14-20 1,1 1-3,-2 0 0,1 0-28,13 21 6,-8-13 55,10 11-41,-14-22 0,2 0 19,5 4 0,1-1-33,15 11 55,0-6-5,-12-14 11,3 1-61,0-3 28,2-2 38,3-2-44,-10-5 0,3 0-8,2 0 0,1-2-1,-1 1 1,-1-2-20,1 0 0,-2-1 39,9-1-39,3 0 45,-5 0-34,16-4 20,-24-1 0,0 0-29,-1-1 1,0 0 0,1-2 0,-2 0 2,12-6 35,0-2-35,0-2 9,-12 2 0,1-3 3,3 0 0,-1-2-256,-1 0 1,-1-1 238,-1 2 0,-1-2 0,-2 0 0,-3 0 34,13-14-162,-12 13 1,-1 0 155,6-11-23,-7 9 1,0-3 11,1-1 0,0-2-17,0 1 0,1 0-118,-1 0 0,-2 2 123,10-9-5,1-1 0,-3 5 6,1-1 452,0 3-458,-9 9 0,1-1-3,2 0 0,-1 0 3,1-1 0,-1 1 11,4-4 0,0 1-5,6-4 260,4-4-260,3 3 0,4 1-1,3 0-226,0 3 221,-7 7-5,3 1 5,4-2 0,0 4-28,-1 0 25,-15 7 0,0 2 3,10-5 255,9 0-255,-12 6 0,-10 3 0,7 2 33,-11 2 6,19 0 45,3 12-81,-13-3 0,0 2 19,-5 2 1,-2 1-3,1 1 0,-1 1 80,14 10-49,0 2 66,4 2-50,-12-8 1,1 1-4,3 0 1,0 0-176,0-1 1,0 1 155,-3-3 0,-1-2 56,13 4-34,-1-1-33,3-5 83,-14-4 1,2-1 13,3 1 1,1 0-90,5 4 0,0 0-159,-8-4 1,-3 0 144,-3 2 0,-3-2 17,6 4 28,0 0-23,-4-2 643,13 3-452,2-3 39,8 1-174,-12-5-11,-6-5-44,-12-3 372,5-1-518,-3-1-2514,-1-8-3889,-10-6 6498,-6-9 0,-5 8 0,0 3 0</inkml:trace>
  <inkml:trace contextRef="#ctx0" brushRef="#br0" timeOffset="903">11477 18276 15098,'-4'-2'4347,"1"1"-2936,3 1-1092,43 65-173,-4-31-549,-14-6 1,3 4 0,0-5 435,6-6 1,1-4-17,-2-1 0,3 1 0,-2 0 18,14 7 0,-1 3 36,-15-5 0,0 2 0,-4 0 405,0 4 0,-6 2 179,-11 2 1,-7 1-82,-10-5 0,-3 0-87,-2 3 1,-3 0-85,-5 1 0,-2 1-120,-8 10 0,0 1-544,6-6 1,1-1-749,0 0 1,1-1 1008,7-6 0,3-4 0,3-6 0,1 0 0</inkml:trace>
  <inkml:trace contextRef="#ctx0" brushRef="#br1" timeOffset="7635">6875 18535 9195,'0'3'6419,"0"0"-5450,0-3-863,-2 21 73,2-9 510,-2 26-342,2-20-83,5 6-7,3-9-66,8-5-40,4-2 146,13-5-157,0-21-106,-1-16 5,-14-8-33,-12-5 39,-12 16 50,-18 1 308,-10 13-319,-2 4-17,2 17-16,17 8-51,1 8 5,7 7-5,2 3-5,6 2 72,14 14 213,19-3-208,-9-21 1,3-4 11,22 6 11,-6-18 6,-18-17 230,-6-21-46,-9-20-210,-15 18 1,-5 1 8,-11-16-84,-20 16-78,3 24-174,1 6 22,-1 17 264,15 3 0,3 7 50,4 6 0,4 4-84,-1-1 0,2 0 0,6 0 0,6-2 72,16 4 108,7-7 44,18-10-138,-7-11 1,3-5-23,-3-7 1,0-3-65,1 0 0,-3-3 85,8-26-29,-29 3 129,-8 1-51,-14 3-5,-8 5-45,-14 6-6,-11 9-78,-3 6-145,-3 8 133,3 10-10,19 5 0,3 3 16,-6 17-25,16-12 0,3 0-92,6 8 78,27 1 264,20-13-163,-11-11 0,2-5 0,24-10 67,-15-9-5,-24-12-23,-11-5-11,-3-4-34,-7-1 23,-9 3-67,-21 0-270,0 15 40,-11 3 56,12 18 135,1 11 33,5 11 19,13-3 1,5 4-154,-1 23 198,21-25 0,7-3 4,15 5-68,-2-20 0,3-6-456,15-8 501,-4-7-45,-8-9 230,-12-21-29,-18-3-111,-31-3-376,-5 18 101,-19 16-5,12 17-96,-9 28 219,15 14-54,14-11 1,4 1 120,15 15 90,18-16-40,16-24 79,7-6-90,3-11 107,-3-9 22,-7-14-48,-21 3 1,-4-3-32,2-18 91,-11 17 0,-5 2-135,-17-9-45,-12 7-101,-17 9-33,-5 11 131,25 7 0,-1 5-17,-8 9 1,0 4 19,10-2 0,3 3-267,-7 7 0,5 4 194,7 17-16,8-1 89,17-3 0,18-9 39,17-9 3,4-11 0,6-9 3,1-9 0,-1-8-275,-12 2 1,-1-1 0,-4-4 299,4-10 0,-9-4 14,-9 0 0,-10 0 0,-19-12 155,-14 7-239,-16 10 179,2 16 0,-4 7-266,1 9 1,-1 7 86,2-2 0,2 6-165,4 9 0,6 5 199,3 22 0,11 1-29,7-3 46,12-7 990,11-10-968,33-11-73,-4-11 0,-14-9 0,-1-5 0,6-11 17,-8-14-22,-11-8 5,-10-4 0,-5-2 162,-28-6 538,-13 21-700,-8 3-493,-4 31-6135,23 9 6628,1 11 0,13-10 0,4-3 0</inkml:trace>
  <inkml:trace contextRef="#ctx0" brushRef="#br2" timeOffset="15257">6985 18971 8735,'9'3'3591,"-1"0"-2202,-8-3-90,0 0-767,7 28-447,-5-17 100,7 23 285,-7-22-22,1 3 50,0 3 331,2 16-409,2 7-303,1-6 1,1 0-78,5 15-38,-4-21 1,1-1 82,11 14 55,3 4-20,-9-17 1,1 0-43,11 15-27,-4-6-1,-6-14-5,0 0 16,1-1-5,12 10 28,-1-2 34,8 5-62,-9-12 6,-3-5-57,-6-8 1,1 0 78,1-1-73,12 4 62,1-1 33,10 3-11,-11-5-39,-1-1 34,-8-4-34,13 2-50,10-5 22,-17-1 0,1 0-28,20-2 5,-4 0 6,-15-5-5,-1-2 5,-2-5-5,0 0-1,-3 0 12,16-7-17,-9 4 6,11-4-6,-10 5 0,0 1 0,2 0 5,14-6 12,-25 8 0,1-1-17,5-4 0,-1-1 0,17-11 5,-7-2-5,-15 9 0,1 0 0,-2 2 0,11-9-5,0 2 8,-11 7-1,-1 0-2,14-10 6,-13 8 0,-1 0-6,5-6 0,7-7-6,0-4 6,3-2 0,-19 18 0,-1 0-6,17-17 1,-11 10-1,10-8-5,2-3 8,-14 17 0,1 1 3,9-12-5,-3 8-1,-13 8 6,1 3-5,-1-1 5,1 1-6,-1 0-11,13-8 0,3-1 17,2-1-11,9-1-22,-19 12 27,8-2 1,0 0 5,3 0 0,12-5 0,-11 5 0,-3 2 0,-13 6 0,-1 1 0,-1 1-12,8 0 1,2 0 6,1 3 5,1 0-6,-8 3 0,14 0 1,6-1 10,7 0 18,-11 0-23,-11 1-6,-8 0 6,-1 0 0,-1 0 0,2 0 6,-1 3 5,10 4-5,3 4 38,19 8 23,-16-6-61,3 3 61,-12-3-22,0 2 0,6 5-6,-7-3-5,0-2 10,-7-5-44,11 6 68,4 1 307,6 9 78,0 1-301,-11-5-52,-2 0-26,-9-7 38,5 8-39,2 2 11,1 1-34,-3-1 34,-5-7 34,6 8-40,-7-6-11,7 6 29,-2 2 38,4 0 163,4 11-191,-3-12-11,-7 0-27,-5-10 72,5 7-68,0 3 29,6 5-101,-4-9 6,-4-2 61,-3-8 0,-1 1 0,1 0 12,-1 0-6,0 0 55,7 4-66,0 2-17,0-1 22,-3-4-67,-8-5 67,2-3 17,-1 4-17,4-3 12,-3-1-79,-1-1 5,0-3 40,-1 1 0,1 0-39,0-2 33,0 2-28,6-2 28,3 0-33,3 0 5,1-1-5,-3 1 5,13 1 39,3 0-50,9-2 6,-14 1 16,-6-2-22,-14 0 0,-2 0 0,-3 0 0,-1 0 0,-4 0 51,2 0-51,-1 0 11,0 0-6,1 0-1533,-3 0 1528,2-29 0,-2 22 0,0-21 0</inkml:trace>
  <inkml:trace contextRef="#ctx0" brushRef="#br2" timeOffset="15687">11584 19220 16460,'-6'-3'4525,"2"0"-3707,4 3-594,49 51-146,-12-25-514,3 8 1,2 1 441,-11-18 0,0-1 22,13 9 0,1 2 2,-4 3 1,-1 1 11,0-1 0,-4 1 134,-11-2 1,-6 0 775,-3 13-146,-11-1-95,-2-1-55,-3 2 100,-1-1 87,-6-12 0,-3 2-543,-1-2 0,-3 1-300,-2 4 0,-1-2 0,-8 11 704,12-21-1120,10-16 416,3-33 0,0 20 0,0-19 0</inkml:trace>
  <inkml:trace contextRef="#ctx0" brushRef="#br0" timeOffset="25091">3018 23678 13760,'7'7'1888,"-1"-2"-1709,-6-5-118,0 0 460,18-55 174,-8 30-329,5-18 1,2-3-222,-5 18 1,2 0-31,7-11 0,3-3-31,5-3 0,3 1-596,-4 7 0,1 2 551,2 0 0,0 4 0,-7 11 1,0 1 134,9-2 0,2 1-132,-1 5 0,1 1 50,6 1 1,1 2-37,-11 5 0,-2 3 56,24 1-39,-15 2 11,2 7-45,2 4 28,-8 4 0,1 3-14,3 5 1,2 3-662,-6-3 1,1 1 0,-1 0 635,7 8 0,-1 1-12,-8-5 1,1 1 0,-2 1 211,8 7 1,0 0-224,-7-6 1,1 2-1,1-2 23,-1 0 0,0 0 0,-1-2-337,7 6 1,-2-2 336,-1-3 0,-2-2 5,-9-9 1,0-2 36,-1 0 0,2-1-28,-1-1 0,2 0 0,11 3 0,2-2-25,3-2 0,2-1 84,-7-3 1,2-1 0,-2-1-102,9-1 0,-2-1 17,0 0 0,-3-2 112,-13-3 1,1 0-111,8 1 1,1-1 42,-2-1 0,0-3 10,7-4 1,-2-3 176,-10 2 0,-2-2-232,-3-5 0,-3-1 22,13-13 0,-14 7 0,1-2-3,2-3 1,0-3-1,6-9 1,1-3-32,-10 12 1,1 0 0,-2 0 493,6-7 1,-1 1-497,2 1 0,-2 2-1,-7 10 1,-1 2-119,1 0 0,0 0 127,21-15 140,-13 12 1,1 0-147,1 2 1,1 1-3,-2 0 0,0 1-1,-1 3 1,-2 2-3,12-4 3,-10 7 0,2 0 2,3 1 1,2 2-3,10-3 0,1 2-1,3 4 1,-1 2-101,-11 0 1,-1 2 97,0 3 0,-3 2 0,11 8 76,-2 7-76,-1 8 0,-14-5 0,1 3 0,0 1 0,0 1 11,0 0 0,-1 0-144,-2 0 1,0-2 132,8 10 454,-9-11 0,2 0-451,0 2 0,2 0 39,6 6 0,2 1 109,2 2 0,2-1-526,2 2 0,0-1 426,-6-6 0,0-1-15,1-1 1,-2-2-41,-9-6 0,1 0 79,11 4 1,1 1 50,2-2 0,0 0-101,-1-2 1,0-2 15,-4-3 1,-1-4-36,9-2 78,-2-4-28,-1-2 11,13-10-14,-26-4 0,1-4 492,8-6 0,1-5-549,-6-2 0,0-4 0,-2 1 4,2-3 0,-1 0-47,-6 7 0,0-2 1,-1 2 46,4-6 0,0 1-3,4-3 0,2-1 3,-6 6 0,3 0 0,-2 2-266,7-7 1,0 3 265,0 3 0,-1 3 0,-10 9 0,1 1-3,10-3 0,1 1 6,2 1 0,0 2-3,-1 1 0,0 1-121,-3 3 0,-2 3 121,10 1 0,-1 3 0,-2 2 89,-12 2 0,2 2-86,1 6 0,0 3-3,8 4 0,0 5-3,-1 11 0,-2 3 108,-7-5 0,-2 1-105,-1 3 0,-2-1 0,-7-8 0,-1 1-25,7 10 0,1 2 123,0 2 0,2 0-37,-4-7 1,0 1-1,0-2-206,5 6 0,-1-2 212,1-3 0,0-3 112,14 10-3,-7-14 1,4-2-37,3-1 0,4-2-93,-7-5 1,4 0 0,0-2 8,2-3 0,1-2 0,-2-2-370,11 2 1,-1-3 352,-3-3 0,-2-1 6,-16 0 0,-1-2 311,9-6 0,1-5-272,-1-3 1,0-4-82,-1-1 0,-2-3-213,-3-4 0,-3 0 215,-8 6 1,-2-1 28,8-9 0,0-2 198,-1 2 0,0-1-213,3-5 1,-1-1 440,-6 7 0,-2 2-460,10-16 23,-14 19 33,-5 10-61,-6 12-335,-1 1 340,0 1 0,-3 2 0,-2 0 0</inkml:trace>
  <inkml:trace contextRef="#ctx0" brushRef="#br2" timeOffset="30374">4428 25218 9408,'8'2'3652,"-2"-1"-3193,-6-1 443,0 0-443,23-19 6,-3-8-322,2 1 0,1-3-87,5-19-258,-11 21 1,0 0 201,11-13 20,-4 10 0,2 0-15,2 1 1,3 0 44,7-5 1,1 2-263,-7 9 1,0 2 227,-1 5 1,-1 2 23,15-1-29,2 3-6,0 4 51,1 4 90,1 3-23,1 1-22,2 0 11,-16 6 0,2 1-67,-9-2 0,1 0-15,8 6 1,0 0 20,15 4 35,-16-3 1,0 2 361,-1 1 0,0 3-70,8 8 0,-3 1-335,-10-4 0,-3 0 52,-3 2 0,-2-1 17,7 13-67,1-1-39,1 0 13,-8-10 1,2 1 81,2 1 0,1 1 44,8 6 1,1-1-113,-6-8 1,-1-2 75,0-2 0,-1-3 15,17 4-62,-12-8 1,4-1-35,2 0 0,2-1-23,-7-3 1,1-1 0,-1-1-50,8 2 1,-1-3 48,-3-2 1,-1-2 61,14-1 1,1-2 4,-1 0 18,1-6-157,1-3 117,-16-2 0,1-3-33,-10 3 0,-1-1 104,10-3 1,-2-2-66,10-9-6,-2-3-16,-5-3 10,1-3-38,-2-4 39,-1 0-43,-19 19 1,1-2 0,6-9 0,1 0 0,-7 8 0,-1 0 2,7-8 1,-1 0-1,9-7 1,1-1 0,0 3-1,-8 12 1,4 0-4,0 0 1,3 0-6,12-6 1,0 2 4,-8 7 1,-1 2-3,1 2 0,-2 2 6,18-1-6,-27 9 0,1 2 0,26-3 19,-15 5 0,2 2-22,1 1 0,-1 1 3,1 3 0,-2 1 134,-2 0 1,-2 3-135,9 11-11,-2 3 11,0 4-3,-13-5 1,0 3 4,4 2 1,-1 1 0,1 0 0,0 0-289,-1 0 1,-1-1 310,-9-6 0,-1-1 0,1-2 1,0 1 32,0 0 1,0 1 127,0-3 1,0 0-100,1 0 0,1 1 22,11 3 1,3 0-26,5 0 0,3 0-17,-6-4 0,2 1 0,-1-1-495,10 2 0,-1-2 456,0 0 0,-2-1-6,-15-5 0,0-1 53,11 3 1,2-2-15,1 0 1,1-2-1,-11-2 1,2 1 0,-1-2 13,17 0 1,-3-1-56,-12-2 0,-3 0 2,-4-1 0,-2-1-16,10-1 363,-15-6 0,2-4-347,2-3 1,2-4-18,7-10 1,0-3-259,-6 4 0,-2-1 258,-1-2 1,-1 0-3,-8 7 0,0 1 371,10-11 0,3-2-366,1 0 1,2-1-8,-5 7 1,0-1 0,0 2-187,7-5 0,-2 2 185,-1 3 0,-3 3 5,13-6-5,-1 2 0,0 4 8,-15 9 1,2 1-4,0 1 1,0 0-1,9-2 1,0 1 228,-11 4 0,-2 2-231,0 0 0,-3 2 257,7 1-248,9 0 651,-1 5-663,8 5 0,-12 5 0,-4 8 5,-9 4 277,1 4-276,1 4-1,-4-5 1,3 2 52,4 2 1,2 1-6,-1 0 1,1 0-235,2-3 0,-1-2 282,-8-8 0,0-2 89,23 12-22,5-9 143,-15-9 0,4-4-112,6-7 0,1-6-597,-8-2 1,2-4-1,-3 0 398,12-8 0,-5-4-73,-3-7 1,-5-1-871,-13 8 1,-4 0-89,-2-2 1,-2 0 1068,-1-8 0,-1 2 1,0-3-1,-3-2 1</inkml:trace>
  <inkml:trace contextRef="#ctx0" brushRef="#br2" timeOffset="31210">12974 24196 21965,'37'35'-4,"1"1"0,-8-7 1,1-2-90,0-7 1,-1-2-48,14 9 56,-5 1 84,-11 4 17,-11 4 549,-9 7 509,-14-5 1,-5 1-592,3-8 0,-1 0-232,-7 11 1,-1-1-164,0-6 1,2-2-678,-3 9-3440,1-4-5803,12-28 9058,2-9 1,1-1-1,0 0 1</inkml:trace>
  <inkml:trace contextRef="#ctx0" brushRef="#br2" timeOffset="31943">11557 23254 22352,'33'9'140,"-5"3"-143,6-2 1,2 1 2,-8 0 0,-1 2 19,9 7 1,-1 6 268,-9 4 1,-5 4 663,3 11 0,-6 3-1082,-15-9 0,-5-1 130,-1-2 0,-5-2 41,-20 10 1,16-23 0,-3-3 0</inkml:trace>
  <inkml:trace contextRef="#ctx0" brushRef="#br2" timeOffset="34477">3780 24057 14180,'5'2'2604,"0"-1"-750,-5-1-789,6-11 900,-3-7-1454,5-9-215,-5-8-153,1 4 0,0-1-121,-1 4 1,1-1-318,3-13 1,-1-1 299,-1 9 1,1 0-106,1-12 1,0-1 119,-3 4 0,0 1 2,0-3 0,0 3-22,-3-12-28,-1 24-190,0 17-567,0 4-738,0 1-735,0 2-3114,0 1 5372,0 1 0,0 2 0,0 1 0</inkml:trace>
  <inkml:trace contextRef="#ctx0" brushRef="#br2" timeOffset="34812">3583 23260 19753,'51'-14'102,"0"0"1,-9 4 0,-3-1-103,-4-7 0,-2 1-5,9-3-40,-7 3 34,-10 8 5,-4 5 353,-6 19-207,-1 2-140,-1 17-302,1 2 302,6 9 0,-8-20 0,0 0 0</inkml:trace>
  <inkml:trace contextRef="#ctx0" brushRef="#br2" timeOffset="36345">5240 23125 17331,'4'40'434,"-1"0"1,1 0 0,0 7 0,0 1 0,-1-3-136,0 6 1,-1-4-877,2 2 1,-1-2 576,-2-7 0,0-3-387,2 3-874,-3-9-4457,1-7 5778,-9-5 1,5-11-1,-6 0 1</inkml:trace>
  <inkml:trace contextRef="#ctx0" brushRef="#br2" timeOffset="36663">5030 23633 16028,'24'49'363,"1"0"0,-1 0 0,-2-5 0,0-1 0,-4-9-229,7 4 269,5-11 197,-1-17-303,13-39-297,-9-8-370,-15 5 1,-1-1-203,8-17-190,-3 8-866,-3 10 1628,-3 12 0,-9 12 0,-1 5 0</inkml:trace>
  <inkml:trace contextRef="#ctx0" brushRef="#br2" timeOffset="37127">5357 25528 9778,'-7'5'9751,"1"-1"-9426,6-4 621,0 0-106,6-78-1833,3 31 1161,-5 11 0,0-5 0,2 4-26,1 4 1,0 3 22,0-1 1,-2 1-133,1 2 1,-2 1-34,3-20-2969,-4-3 2969,-13 16 0,7 7 0,-9 16 0</inkml:trace>
  <inkml:trace contextRef="#ctx0" brushRef="#br2" timeOffset="37460">5174 24929 16986,'0'4'2588,"0"-2"-2090,0-2-313,31-24-17,-12 5-135,5-2 1,0-1 6,5-12-21,-8 7 1,2-1-20,-1 3 0,-1 0 2,1-1 1,-1 2-3,9-8 39,-15 20 320,-5 8 464,0 3 667,6 26-1372,11 19-118,2-8 0,1 0 0,0 11 0,-8-29 0,0 1 0</inkml:trace>
  <inkml:trace contextRef="#ctx0" brushRef="#br2" timeOffset="38312">6718 23654 15827,'0'7'4766,"0"-2"-4525,0-5 123,0 0-90,11-56-151,-6 27-101,2-12 1,0-2-303,-4 11-1523,-1-12 1803,-5 0 0,2 21 0,-4-5 0</inkml:trace>
  <inkml:trace contextRef="#ctx0" brushRef="#br2" timeOffset="38594">6604 23203 16062,'-4'0'2626,"1"0"-2626,3 0 140,34-20-66,-18 15-29,25-15-34,-27 20 90,-2 0 128,3 0 264,11 14 213,9 20-600,-11-7 0,0 5-464,2 8 0,-2 0-3867,-5-7 0,-3-1 4225,-2 1 0,-2-5 0,-6-7 0,-3-6 0</inkml:trace>
  <inkml:trace contextRef="#ctx0" brushRef="#br2" timeOffset="38994">6915 24980 20117,'0'39'822,"0"-1"0,0 0 0,0 18 0,0-4-814,0-14 1,0-4-9,0-3 0,0-3-695,0 3-2654,0-9-5126,0-10 8475,-2-5 0,2-5 0,-2-2 0</inkml:trace>
  <inkml:trace contextRef="#ctx0" brushRef="#br2" timeOffset="39311">6811 25059 17641,'6'41'493,"0"1"0,-1 0 0,3 15 0,1-9-34,4-10-274,0-9-95,1-8 128,7-9 96,6-7-180,1-11-134,1-7-34,-6-8-2777,4-18-7020,-4-4 9232,-5 3 0,-9 13 0,-7 19 0</inkml:trace>
  <inkml:trace contextRef="#ctx0" brushRef="#br2" timeOffset="39862">8202 23167 21394,'1'54'677,"1"1"1,0-4 0,-1-2-636,-1-11 0,0 0-1697,0 0 0,0 0-3261,1-2 1,-2-1 4860,-5 19 1,5-37 0,-5-6 0</inkml:trace>
  <inkml:trace contextRef="#ctx0" brushRef="#br2" timeOffset="40111">8051 23549 19675,'6'55'636,"1"-1"1,-1-4-1,3-4-90,5-18 1,2-3-217,6 5-134,5-3-72,-10-23-96,13-24-1070,5-22 414,-17 20 1,-1-2-135,-1-3 1,-3 0-1441,-2-3 2202,-6 9 0,-3 10 0,-2 6 0</inkml:trace>
  <inkml:trace contextRef="#ctx0" brushRef="#br2" timeOffset="40478">8395 25582 20420,'13'-42'-236,"-1"0"1,-2-1 0,-2 2 235,-5 7 0,-2 2 0,-1-8 0,0 13 0</inkml:trace>
  <inkml:trace contextRef="#ctx0" brushRef="#br2" timeOffset="40764">8292 25161 20182,'15'-34'-226,"0"-1"1,0 1 0,10-20 0,-2 6 174,0 9 46,-2 3 473,-9 19-418,-8 13 453,0 4-167,-1 3 541,5 23-771,4 12-106,-4-3 0,1-1 0,2 5 0,-2-3 0</inkml:trace>
  <inkml:trace contextRef="#ctx0" brushRef="#br2" timeOffset="56314">12967 12961 9621,'6'8'5522,"-2"-1"-5214,-4-7 633,0 0-414,6 0 615,2 0-178,13 1-297,10 0-421,6 0-11,9-1 28,2 0-722,-9-2 0,12 0 0,7-2 1,-3 0-1,-7 1 481,-5 0 1,-6 1-1,7-2-16,6 0 1,9 0 0,3-1 0,-5 0 0,-9 1-560,0-3 1,-6 1 557,2-1 1,-1 1-231,-2 0 1,0 1 246,-2 0 1,-1 1-23,-3 0 0,0 1 2,-3 1 1,0 0 0,-4 1 0,0 0-160,7 1 1,-2 0 167,14 0 2441,8 0-2446,-21 0 1467,-2 0-1439,-2 1 763,5 2-645,-4 0 648,-4 2-548,-10-4 61,-7 2-89,-3-3-73,2 3-72,0-1-23,1-1 78,5 2 79,-3-3 22,0 2 140,-6-1 51,-4 0 549,-2 0-9993,-16-1-813,-2-6 8994,-15 0 1,16-1-1,4 2 1</inkml:trace>
  <inkml:trace contextRef="#ctx0" brushRef="#br2" timeOffset="59051">5227 22039 15412,'0'-4'3058,"0"2"-1450,0 2-1216,-10-19-17,7 13 263,-7-14 41,10 18 435,3 1-543,15 10-280,4 5 1,5 5-923,5 5 0,5 3 0,7 7 738,-11-9 0,3 4 0,4 2 0,4 3 0,1 1 1,2 1-1,1 1 0,1 0 0,0 0-246,-10-8 0,1 0 0,1 1 0,1 0 0,1 1 0,0 0 0,1 0 0,0 1 1,2 0-1,0 0 0,0 1 0,1 0 0,1 0 0,0 0 159,-5-4 0,1 1 1,0 0-1,2 1 0,0 0 1,1 0-1,0 1 0,1 0 1,0 0-1,0-1 1,1 1-1,-1 0 0,1 0 1,-1-1-1,0 0 0,-1 0 1,0 0-1,0-1 0,-2 0-116,2 0 0,0 0 0,-1 0 1,1 0-1,-1-1 0,0 1 0,0-1 1,-1 0-1,1 0 0,-1 0 0,0-1 1,1 0-1,-1 0 0,0 0 0,0-1 1,0 0-1,-1 0 106,4 1 0,0 1 0,1-1 0,-1-1 0,1 1 0,-1-1 0,0 0 0,0 0 0,0-1 0,-2 0 1,1-1-1,-2 0 0,-1-1 0,-1 0 0,-1-1-118,12 7 0,-2-2 0,-2-1 0,-1 0 0,-1-2 0,-1 1 0,0-1 0,1 1 0,-1-1 131,-1 0 1,0-1 0,-1 0-1,1 0 1,-1 0 0,-1 0 0,1-1-1,-1 1 1,-1-1-33,3 2 0,-2-1 0,0 0 0,0 0 0,-1-1 1,1 1-1,0 0 0,1 1 16,3 1 1,2 1 0,0 0 0,0 1-1,0-1 1,0-1 0,-2 0-1,-2-1 57,4 3 1,-2-2-1,0 0 1,-2-1-1,0 0 1,0-1-29,-3 0 0,1 0 1,-1 0-1,-2-1 1,-1-1-1,-4-2 57,12 5 1,-5-3 0,-4-2 420,-3-1 0,-5-4-514,9 2 1574,-2 0-1574,-31-16 2355,-9-17-2355,-2 1 3009,-2-15-3009,-4 4-276,3-2-1522,-7-9 1798,3 10 0,-1 2 0,-1-5 0,-5-4 0</inkml:trace>
  <inkml:trace contextRef="#ctx0" brushRef="#br2" timeOffset="59600">10160 21118 19379,'-36'40'211,"0"-1"0,0 0 1,-1 0-1,1 0 1,0 1-1,0-1 1,0 0-1,0 0 0,0 0 1,0 1-1,-1-1 1,1 0-1,-1 2 1,0-1-1,1 0 1,0-1-1,1-1 0,-1 1 1,1 1-1,-1-1 1,0 2-1,-1 0 1,0 2-438,2-3 1,0 1 0,-1 1 0,0 1 0,0 0 0,-1 1-1,0 0 1,0 0 0,1 0 0,-1 0 0,1-1 0,1 0-1,0-1 1,0-1 302,0 1 0,1-1 0,0 0 0,0-1 0,1 0 0,0 0 0,0-1 0,0 1 0,0-1 0,0 1 0,-1-1 0,1 1-104,-2 1 0,1 0 0,-1 0 1,1 1-1,-1-1 0,1 0 1,-1 0-1,0 0 0,0 0 1,1 0-1,-1 0 0,0 0 27,1-2 0,0 1 0,1-1 0,-1 0 0,1-1 0,-1 1 0,0 0 0,0 0 0,-1 1 0,0 1 0,-1 0 0,-1 1-23,4-5 1,-1 1-1,0 1 1,-1 1 0,0 0-1,-1 0 1,0 1 0,0-1-1,-1 1 1,1 0 0,-1 0-1,1 0 1,-1 0 0,1-1-1,0 0 1,1 0 22,-1 0 0,-1 1 0,1-1 0,0 0 0,0 0 0,0 0 0,0 0 0,0 0 0,0-1 0,0 1 0,0 0 0,1-1 0,-1 1 0,1-1 0,-1 0-62,-1 2 1,1 0 0,-1 0 0,0 1 0,0-1 0,0 0 0,0 0 0,1-1 0,-1 1 0,2-1 0,-1-1 0,2 0 0,-1-1 0,2-1 61,-7 8 0,0-1 0,1 0 0,-1-1 0,2 0 0,1-1 0,0-2 0,3-2 0,1-1 0,3-2 49,-8 9 1,4-4 0,2-2-1,2-2 1,0 0-50,0 0 0,2-2 0,1-2 0,3 0 568,-12 14 1,6-4-569,9-8 0,4-2 1701,2 5-1701,16-8 2544,15-19-2544,11-14 2562,2-6-2720,-2-5-1270,-2-9-1989,1-12 3239,-8 5 0,0-1 1,1-2-1,3-9 1</inkml:trace>
  <inkml:trace contextRef="#ctx0" brushRef="#br0" timeOffset="63753">16744 22923 12382,'23'-36'361,"0"-1"0,-1 1 0,1-1 1,6-8-1,-1 0 0,-1 7-168,-2 11 1,0 2 458,11-10 1,3 1-230,0 2 0,3 0-1392,-8 7 1,2-1-1,-1 3 1053,6-2 0,0 2 6,-1 3 0,0 3 230,-11 7 0,-1 2-208,3 1 0,0 0 11,0 1 0,1 0-20,1 2 1,1 1-26,0-1 1,2 0-12,15 2 1,2 0-49,-13 0 1,1 1-3,10 0 0,3 0 16,-2 2 1,-1 2 5,-11 2 1,-1 1 21,11 2 1,-1 2 8,-16 1 0,-1 2 112,11 9 0,2 4-56,2 0 0,0 2-90,0 1 1,-1 1 6,0-1 0,-3-1 27,-12-8 0,-2-2 0,2 3 0,0-1-12,-2-2 1,0 0 25,0 1 0,-1 1-76,-1-2 1,0 2 198,8 7 1,2 3-52,0 1 1,1 1-79,-1-1 1,0 0 546,-3-1 1,-2-2-525,-9-9 0,-1-1 216,9 6 0,2 1-216,2-2 0,3 0-17,9 5 0,1-1-31,-10-7 0,-1-1 6,-1-2 0,-1-1 42,10 5 50,1 0-6,-2 0-55,3 0-12,-2-1-36,-9-9 0,1 0-39,-8-3 0,0-1 19,11 0 1,3-1 2,1-3 0,0-2-22,-8 0 0,0-1 94,11 0 0,-2-2-92,-12-2 1,-1-1 19,11-5 0,2-3-64,-2-4 0,1-3 44,-9 3 1,2-1 0,-3 0-4,7-5 1,-2 0 3,-4 0 0,-1 0-4,-9 6 1,0 1 0,9-8 0,3 0 2,0-2 1,1-1-3,-7 5 1,1-1 0,-2 0-1,6-5 0,-3 0-158,0 2 1,-3 1 157,-9 6 0,0-1-3,0 1 0,1-1 1,0 1 1,1-1 0,9-9 1,2-1 0,2-1 0,1 1-3,0 0 0,-1 0 66,-2 3 1,-2 2-67,11-3 6,0 2-6,-4 6 0,3 3 0,-2 2 3,-9 4 0,0 1-3,21-5 2,-17 6 1,0 0-3,15-2 0,0 2-5,-2 3 10,-4 1 299,-1 4-302,-15 0 1,1 0 446,0 1 1,1 0-445,8 4 1,0 2-6,-8-2 0,-2 1 6,0 4 0,-2 1-1,11 8 85,-11-4 0,1 1-87,2 2 0,1 1 25,8 6 0,1-1-21,-8-2 1,-1-1 37,-1 0 0,0-1 73,12 13 22,-11-10 0,3 1 2,4 1 1,1 0-42,-6-4 0,2 1 0,-2-2-9,10 5 1,-1-3-6,-2 0 0,-2-3-12,-8-4 1,0-1-18,-1 0 1,1 0-58,0 0 1,2 0 51,13 4 0,4-1-11,1-2 0,4-2-472,-9-3 0,3 0 0,-3-1 433,10-1 0,-2-3 22,-1-1 0,-3-2-413,-16 0 1,-1-2 404,-1-1 0,0-2-5,-1-1 0,-1 0-9,0-3 0,-1-2 0,0 0 0,-1-1 2,25-12-2,-26 12 0,1-2 16,7-6 1,1-1-17,-8 5 0,-1 0-3,7-7 0,-1 0 5,11-8 40,-16 8 1,1-1-40,-1 0 0,0-1-4,6-4 1,-2 0 0,-8 7 0,-1 1-3,14-12 1220,-14 14-1209,1 2-11,-7 4 920,2 1-926,-5 6 519,-5 1-547,0 2-218,-4 0-975,-3 1-84,2 0 1,-2 1-1</inkml:trace>
  <inkml:trace contextRef="#ctx0" brushRef="#br0" timeOffset="64101">25022 22225 20420,'17'37'16,"0"-1"1,0-3 0,4-3-194,9-11 1,4-4-409,4 5 0,0 1-131,-1-1 1,-1 2 715,-3 0 0,-6 1 319,-3 16 1014,-13 5 454,-6 4-202,-16 2-178,-6 1-1051,-3-18 0,-3 1-584,2-1 1,0 0 227,-4 3 0,2-1 0,-2 4 0,10-15 0</inkml:trace>
  <inkml:trace contextRef="#ctx0" brushRef="#br2" timeOffset="67318">16771 23910 0,'13'-27'0,"-3"6"0</inkml:trace>
  <inkml:trace contextRef="#ctx0" brushRef="#br2" timeOffset="70053">16771 23910 17910,'25'-46'177,"0"1"0,0 0 0,-2 3 0,0 1 0,-6 9-25,-5 6 72,9-13-112,1-3-65,-5 15 1,0 1-14,9-14 38,1 3 29,-7 15 22,2-2 45,-2 3-67,2-3-45,-2 2 11,10-11-61,-4 10 39,10-8-45,-8 11 5,4 0 1,-2 0 11,14-7 89,-4 3-50,-15 9 0,-1 0-17,11-5-33,-3 2-6,-6 5 6,3 2 5,3-1-6,4 5 1,2 1 5,14 1 6,3 4-11,-1-2-1,-9 1 1,-15 1 27,-4-1 12,0 2 123,9 0 62,6 0-186,-1 6-44,5 0 12,-9 6 21,4 2-33,0-2 6,0 3-1,-3-3 7,8 7 38,-15-7-39,8 4-5,-17-7 27,2 0-33,-1 0 6,2 0-6,0 0 56,13 5 185,1 6-51,2 1-11,-3 2-72,-10-4-34,0 1-68,-1 0 46,14 9-39,1-2-7,-1 2 46,-7-5 49,-16-7 63,-1-1-23,-2-1-39,-1 1-6,1-1 17,6 8 39,6 3-39,0 1 39,2 0-28,-8-7-27,0 1-24,1-1 57,10 7-28,4 1-62,-2 0-33,-1-2-1,-9-8 29,1 0-23,1-1-5,-3 1 27,1-3 74,6 8 44,5 1-22,5 3-124,-6-6 63,-6-3-35,-5-6 6,10 5 45,3 1-72,-1-1 27,-3-3 6,-10-5-40,1-1 40,2 0-6,1 0-28,-2 0 29,16 3-1,5-1-34,2 1 35,1-3 27,-15-2 17,1 0 0,-2 0 0,16 2-45,5-5-33,0 1 27,-3-4-22,-15 0-5,0 0 5,-2 0-5,1-1 39,-3-1-34,18-2 1,4-3 7,-16 1 1,0 0-20,-7 0 0,-1 0 2,1 0 1,-3-1 3,13-2 5,15-3-3,-26 6 1,2-1-1,7-3 1,1 0 7,-10 1 1,-1 0-17,26-11 6,-19 3 0,1 0-6,-3 0 5,13-9 12,0-2-14,-17 9 0,-1-1 30,16-13-33,-6 0 0,-10 7-5,12-11-1,1-3 6,-15 16 0,1 0 0,14-11 0,-3 1 0,-12 12 6,0-2-6,-1-2-6,-1 1 6,1-3-6,6-9-5,5-4 6,-4 4 5,0 1-6,-10 13-84,13-10-112,3-3 171,-14 15 1,0 1 24,10-12-5,-4 8 11,-14 8 0,0 3 0,-2-3-39,13-7-118,3 1 106,13-6 51,-9 9 0,-4 3 6,-12 9 0,5-6-6,1 1 0,10-1 0,-8 4 5,1 4-5,-11 4 6,0 1-6,0 0 0,6 0 0,6 1 11,4 5-5,2 2-1,-11 1 1,-1 0-6,-7-1 5,9 2-5,2 4 6,1 0-6,-2-1 6,-10 0-6,1-2 5,-2 2 1,6 6 5,3 0 51,10 8-23,-7-7 28,2 2 0,-8-5-16,1 1 16,0 0 62,10 8 78,5-1-123,0 0-5,-2-5-29,-9-7 34,-1 0-33,1 0 16,11 6 34,2 4-1,0-1 35,-4 3 5,-12-10-28,-1 3-23,2-3 7,-2 2-29,5-1 34,10 6 50,7 4-45,-2-1 6,-5-1 39,-12-8 1,-2 0-1,2 0 73,11 8-39,7 0-129,-14-10 0,1-1 0,19 7-12,-3-4-10,-13-7 0,0 1-1,-3-1 19,17 2-52,0-6 0,-14-2 0,0-1 0,16-2 0,-5 0 0,-13-1 0,12-6 0,5-1 0,1-4 0,0 3 0,-13-1 0,2 2 0,1-5 0,0 2 0,1-4 0,12-7 0,-24 9 0,0-2 0,5-1 0,-1-1 0,14-11 0,-8 6 0,-13 10 0,5-1 0,-1 5 0,2 0 0,-10 6 0,-8 2 0,-8 0-97,-1 0 97,-22-2 0,15 2 0,-14-1 0</inkml:trace>
  <inkml:trace contextRef="#ctx0" brushRef="#br2" timeOffset="77370">24972 23206 18936,'-31'-26'1586,"0"1"1,3 2 0,8 6-1139,15 15-190,3 2-118,2 5-45,11 8-61,12 10-32,12 3 1,8 2 8,-8-7 0,3 0 1,0 1-470,0 0 0,1 1 1,-1-1 457,0 0 0,0 0 0,-5-1 3,-1 2 0,-5 0 19,-6-1 0,-3 2 51,1 24 213,-19-11 0,-9 3-1,-9-1 1,-5 1-211,-2 3 1,-1-3-210,4-11 0,-1-8-1357,-2-13 1491,35-31 0,8-9 0,-11 5 0,8 2 0,0-1 0</inkml:trace>
  <inkml:trace contextRef="#ctx0" brushRef="#br2" timeOffset="86492">18779 17990 23007,'5'-30'472,"1"-1"1,-1 2-1,1-1-125,-1-1 1,0 0-124,1-4 0,0 0-140,-2-2 0,1 0-31,0 4 1,-1 1 30,0-12-6,2-8-78,-4 8-689,3 0-728,-5 20-1742,1 8-258,-1 9 3417,0-5 0,0 6 0,0 0 0</inkml:trace>
  <inkml:trace contextRef="#ctx0" brushRef="#br2" timeOffset="86859">18549 17208 17148,'-4'5'1788,"1"-1"502,3-4-1713,13-9-246,4-3-163,15-9-135,1-1 1,-9 7 0,2 0-29,22-12-5,-2 4 6,-14 10 5,-14 11-5,-6 7 38,3 10-44,-5 9 0,2 13-56,-4-9 0,0 0-1915,3 16 1971,-1-13 0,-1-3 0,-3-7 0,2-3 0</inkml:trace>
  <inkml:trace contextRef="#ctx0" brushRef="#br2" timeOffset="87590">18793 17217 20285,'-6'41'1176,"-2"3"-1002,-5 3-463,7-19 1,0 1 403,1 4 0,1 3 86,2 2 1,0 5 0,0-3-85,1 10 1,0 1-525,1-6 0,-1 1 1,1-2 565,2 6 1,0-2-12,1-1 1,1 0 55,2-3 1,2 2-125,-2-7 1,0 1-1,0-2 12,1 5 1,-1 0-23,1 8 0,-1 0-14,-4-8 0,0-3-12,-1-4 1,0 0-42,0-1 0,0-2 3,-1 16-6,0-22-219,0-5-770,0-7-6449,0-8 7781,0-4 1,0-3 0,0-2 0</inkml:trace>
  <inkml:trace contextRef="#ctx0" brushRef="#br2" timeOffset="87939">18669 18405 17736,'3'52'1081,"-1"-24"1,1 1-634,3 0 0,0 0-231,1 3 0,1 1 124,0 0 1,1 0 145,3 8 1,3-1-292,-1-8 0,2-2-79,-2-4 1,1-3 484,9-1-205,-7-28-134,-2-12-95,3-14-76,-5-2 1,0-5-68,0 0 1,0 0-218,1 0 1,-2 1 159,-2 7 1,-2 4-284,0 3-2654,-5 5 2969,-1 1 0,-2 9 0,0 0 0</inkml:trace>
  <inkml:trace contextRef="#ctx0" brushRef="#br2" timeOffset="89358">18746 17960 20666,'3'7'2806,"10"-2"-2195,22-5-102,15 0-839,-18 0 0,3-1 459,3 0 0,4-1-45,3-1 0,5-1 1,1 1-432,3-1 0,1-1 1,3 1 385,-5 0 0,2 0 0,0 0 0,-3 1-301,5-1 0,-3 0 0,-2 1 278,-4 1 1,-2 0 0,-4 0 11,-3 1 0,-1 1 39,7 0 1,0 0-21,-3 0 1,-2 0-45,0 0 0,-3 0 201,-6 0 1,-1 0-200,22 0 34,-14 0 1055,11 3-1088,-16-1 1660,1 1-1632,-1-2 11,18-1-6,5 0-17,-27 0 1,-1 0-18,25-3 40,-18 1 56,17-5 101,0 2-110,-15 1 0,0 0-47,-8 0 0,-1 1-12,2 0 1,-1 0-28,13-2 22,-11 1 0,-1 0 17,17-1-17,-18 2 0,0 0-23,19 2 46,1 1-51,-3 0 5,-5 0-5,-13 0 23,7 0-23,-3 0 50,8-2-5,-14 2-40,-1-1 23,-5-1-28,2-1 0,2 0 0,-2-3 0,-1 3 40,-4-1-35,-2 2 40,0-1-39,-5 3 78,2-1-79,-5 1 62,0 0-207,-1 0-2391,4-2-2191,-5-3 4722,1-11 0,-4 7 0,0-4 0</inkml:trace>
  <inkml:trace contextRef="#ctx0" brushRef="#br2" timeOffset="89658">21760 17551 15221,'-5'-3'4711,"0"0"-3008,5 3-1575,-6 24-44,17-10-44,-1 19-29,23-15 28,7-3-34,-5-4 1,3 0-3,2 0 0,2 1 22,3 3 0,-2 2 48,-12-3 1,-5 2 738,1 21 352,-30-1-383,-12-3 1,-7 3-494,-2 3 1,-1-1-582,-2 1 0,-1-2 122,5-4 0,1-5-3016,-3-2 3187,-7-9 0,15-10 0,-4-4 0</inkml:trace>
  <inkml:trace contextRef="#ctx0" brushRef="#br2" timeOffset="90924">18813 18089 18688,'33'-30'297,"1"0"0,0 0 0,-1-1 0,11-5 0,-2 1 0,-3 7-213,-10 8 0,-1 5-34,1 3 1,0 2 38,10 0-14,-9 7 1,3 1-23,0 3 1,-1 2 63,11 8 1,-2 4-76,-9-2 0,-2 2-189,-1 6 0,-3 1 181,10 14 50,0 2-34,0 1 13,-13-12 0,1 1-44,1-1 1,2 0 5,5 5 0,1-1-19,-7-8 0,0-3-6,-1-2 0,0-4 50,13 3 28,2-5 34,4-3-8,-13-6 0,2 0 30,2-2 1,0 1-37,-1-1 0,-1-1-34,-1-1 1,-1-2 103,12-6-39,3-6 145,0-8-249,-11 4 1,2-2-24,4-4 1,0 0-428,0 0 1,0 0 440,-1-1 1,-2 1-17,-10 8 0,-2 1-3,0-1 1,0 1 2,1-1 0,-1 1-53,-1 1 1,1-1 52,-1 0 0,1 0-14,9-6 0,3 0 28,-1 1 0,1 0-11,-1 1 0,0 2-6,-4 4 0,-2 2 3,9 2 0,-2 4 12,-2 3-12,13 1 5,2 8-5,1 3 0,-6 7 492,-12 4-492,-2 3 0,1 4 5,-1 3-5,1 2 123,-9-8 0,2 1 0,2-1 0,1-1-53,0 0 0,1 0-113,-1-4 1,0-4 210,16 0-39,-1-4 28,1-7 22,-15-3 0,1-5-45,0-6 1,-1-5-88,9-5 1,-3-3-45,-7-2-1,-3-1-341,-1-3 1,-3 1 344,8-14-6,-2 1 374,-2 2-380,-10 15 1,1 1 0,13-11 10,8 4 224,-9 18-134,4 10 640,0 4-730,-2 0 1,4 1-1496,4-1 1,0-1-2617,-1 2 0,-2-1 4106,-3-3 0,-5 0 0,-10 0 0,-9-2 0</inkml:trace>
  <inkml:trace contextRef="#ctx0" brushRef="#br2" timeOffset="92225">18736 19939 19339,'30'10'1528,"-7"-3"-1040,-23-15-169,-9 4-129,-3 2 45,-10 2 136,-3 7-304,10 8-61,3 2-1,16 3 68,8-9 112,10-5 106,5-4 426,11-7-292,-11-15-324,-4-1-28,-14-11-23,-9 11 1,-9 2 10,-3 6 7,-9 6 72,1 4 61,2 10-190,9 3-5,1 8 5,8 0 40,9-1 5,2-5 78,8-6 63,-2-4 346,-1-6-347,-7-17-157,-1 0 6,-7-11-6,-4 11 39,-5 7 74,-4 7 223,-5 4-73,2 3-235,-3 13-403,9-3-761,-1 11-3077,9-12 4174,11-3 0,-7-5 0,7-1 0</inkml:trace>
  <inkml:trace contextRef="#ctx0" brushRef="#br2" timeOffset="94045">18739 19972 9722,'6'-1'980,"-2"-1"1490,-4 2-2431,24-5 174,-15 2 168,24-4 251,-23 6 80,3-1-107,-3 2 431,0 0 129,2 0-28,2 0-717,-1 0-50,-2 0-129,-1 0-6,7 0-140,-2 0-44,10 0 77,4 4-89,-5-1 12,7 2-40,-10-2 56,-2-1 6,-1-1 11,-4-1-11,-1 0 106,1 0-56,3 0-117,1 0 39,-2 0-12,-3-1-27,-3-2 55,0 0 46,1-2-51,0 4-51,2-2 29,-2 3-34,0-2 6,-4 2-1,1 0 1,3 0 11,1 0-12,2 0 29,1 0-29,-4 0 1,3 0 0,1 0 61,7 0 118,6 0-95,-2 0 89,1 0-89,-10 0 44,3 0 12,-1 0-1,1 0 23,0 0 196,12 0-78,6-2-196,2 0-29,0-1-5,-10 0-5,0 3 10,0-3-10,15 0-46,5-2 20,-16 2 1,-1-1 18,21-1-19,-20 1 1,-1 1 7,6 0 1,10-2 5,1 2-28,5 2 28,-18 0 1,0 0-40,-7 1 0,-1 0 28,0 0 0,-2 0 17,15 0-45,0 0 84,3 0-56,-12-1 0,2 0-28,1 0 0,1-1-191,-1 0 1,0 0 195,-1 1 1,-2 0 33,12 0 0,-12 1 1,2 0 4,1 0 1,0 0-267,2 0 1,0 0 246,-3 0 1,0 0 38,3 0 0,-1 0-30,18 0 19,-19 0 0,-2 0 31,8-1 136,10 0-75,-3 0-72,-3 1-11,-6 0 337,-16 0-315,0 0-34,-5 0 23,0 0 559,-5 0-487,0 0-106,-4 0-190,-3 0-1059,-4 0 1210,-3-7 0,0 6 0,0-6 0</inkml:trace>
  <inkml:trace contextRef="#ctx0" brushRef="#br2" timeOffset="589290">29812 18195 18919,'0'-7'1461,"0"2"-1002,0 5-235,0 0-162,-6 55 92,5-15 0,0 4-628,-1-7 1,0 1 0,0 1 620,2 2 1,0 1 0,0-2 95,0 6 1,0-2-82,0-1 1,0-1 105,0-6 0,0-1-346,0 20-29,8-48-64,-4-32 1,-2-17 69,2 0 0,0-5-345,-1 2 0,-2-3 0,0 1 446,-1-8 0,0 2 0,-2 1 0,-1 0 25,1 7 0,-3 0 632,-2-4 1,0 1-404,0 15 1,1 1-51,1 2 1,0 3-3,0 4 61,13 16 56,10 4-53,7 0 0,6-2-90,9-1 1,4-2-146,-7 0 1,2-2 0,-1 0 321,10-2 1,-2-1-354,-4-2 0,-3-1-151,7-6-456,-10 1-1135,-7 3-7242,-8-4 8984,-10 10 0,-4-1 0,-7 11 0</inkml:trace>
  <inkml:trace contextRef="#ctx0" brushRef="#br2" timeOffset="589507">30109 18240 16048,'41'5'-351,"0"0"0,0 0 0,8-1 0,-10 0 0,-19 3 0</inkml:trace>
  <inkml:trace contextRef="#ctx0" brushRef="#br2" timeOffset="589726">29721 18920 18866,'51'-16'-565,"0"1"0,0-1 1,-3 1-1,-2 0 1,-5-1 564,-4-7 0,-7 1 0,6-1 0,-2-3 0</inkml:trace>
  <inkml:trace contextRef="#ctx0" brushRef="#br2" timeOffset="590141">30520 18751 17686,'8'36'804,"0"-1"1,-1 0 0,-1-1-362,-2 10-135,0 2-191,-1 0-727,3 2 610,6-24 0,-5 0 0,2-26 0</inkml:trace>
  <inkml:trace contextRef="#ctx0" brushRef="#br2" timeOffset="590473">30798 18871 16820,'3'53'145,"0"-1"1,2-4 0,6-12-33,13-29-427,14-32 247,-7-3 36,-15 4 1,0 0 18,2-5 52,0 8 11,-4 8 949,-2 10 154,-6 34-812,-1 20-342,-3-22 0,-1 0-514,3 0 1,0-2-3346,5 0 3859,3-11 0,-5-8 0,-2-7 0</inkml:trace>
  <inkml:trace contextRef="#ctx0" brushRef="#br2" timeOffset="590639">31305 18965 18285,'2'40'-1639,"-1"1"1,0-1-1,0 13 1,0-14 0,0-30-1</inkml:trace>
  <inkml:trace contextRef="#ctx0" brushRef="#br2" timeOffset="590941">31750 18920 17916,'4'0'537,"-1"0"-212,-3 0 281,-84 44 234,52-12-245,-1-5 0,-5 6 1,9-1-50,17 3 1,9 0-447,5 2 1,6-2-101,16 12-196,22-26-908,-6-17-956,3-6-1643,-3-11 3703,5-18 0,-23 12 0,-1-7 0</inkml:trace>
  <inkml:trace contextRef="#ctx0" brushRef="#br2" timeOffset="591107">32014 19004 20979,'0'41'-314,"0"0"1,0 0-1,-1 15 1,2-9-8727,6-8 9040,4-21 0,-1-3 0,-1-15 0</inkml:trace>
  <inkml:trace contextRef="#ctx0" brushRef="#br2" timeOffset="591407">32332 19004 18655,'33'31'-76,"0"1"0,0-1 1,10 8-1,-11-4-316,-23-9 152,-16-8 324,-25 6 823,-8 7-451,15-12 1,2 0-132,-5 15-123,21-13-68,21-10-134,10-9-501,3-8 0,2-3 501,0-3 0,-2-1 0,19-7 0,-16-1 0</inkml:trace>
  <inkml:trace contextRef="#ctx0" brushRef="#br2" timeOffset="591857">32950 19007 8853,'3'0'3988,"0"0"-1921,-3 0-1748,12-7-129,-9 4 24,11-4 519,-14 6 219,3 1 17,-3 0 774,3 0 216,-2 10-1375,0 12-204,-1 17-77,0 15-407,0-23 1,0 1 139,2 0 1,1-1-37,-1 0 0,3-1-1524,11 14 1524,7-13 0,-8-17 0,-1-9 0</inkml:trace>
  <inkml:trace contextRef="#ctx0" brushRef="#br2" timeOffset="592790">37492 18026 18356,'-4'53'458,"0"-1"1,1 1 0,-1 0-1,0-1 1,0 2 0,0-2 0,0-3-1,1-2-251,2 1 0,2-3 1,-1-4-40,0-3 0,0-4-45,0 17 124,0-22-247,2-15-20,1-24-728,1-17 0,0-9 316,-1 2 1,0-4 0,0-3-238,0-12 1,0-4-1,0 2 669,-1 6 0,-1 1 0,1 1 22,-2 3 1,1 2 0,-1 3 172,0 3 0,0 2 289,2-3 1,3 2 190,5 7 0,5 3-244,7-1 0,6 5-283,0 7 1,2 4-256,6 4 0,2 2 166,-5 2 0,0 0-43,3 1 1,-1 0-17,1 0 0,0 0 535,8-1 0,-1 1-535,-13-2 0,-1 1 0,21-1 0,-34 0 0</inkml:trace>
  <inkml:trace contextRef="#ctx0" brushRef="#br2" timeOffset="592957">37595 18264 19328,'43'0'-745,"-1"1"1,0-1 0,1 1 0,0-1 0,-1 0 0,-2 0 634,13 0 0,-7-1 0,-11 0 0,-16 1 0</inkml:trace>
  <inkml:trace contextRef="#ctx0" brushRef="#br2" timeOffset="593125">37508 18820 17898,'52'-11'0,"0"-1"0,0 0 0,-10 3 0,0 0 0,-1-1 0</inkml:trace>
  <inkml:trace contextRef="#ctx0" brushRef="#br2" timeOffset="603494">38067 19458 13065,'11'-54'713,"1"0"1,-1 1 0,-1 3-1,0 1 1,-2 4 6,-1-2 0,-2 5-398,-2 11 0,0 2 182,-3-11 238,0 20-568,1 3 151,3-1-124,11-6 411,9-3-226,12-4-43,-8 11-287,-4 8-56,-14 7-2273,0 4 2273,-3-1 0,-2 2 0,-2 0 0</inkml:trace>
  <inkml:trace contextRef="#ctx0" brushRef="#br2" timeOffset="603680">38000 19022 20532,'41'-3'-70,"0"0"0,0 1 0,0-2 0,-1-1 0,-8 0 0,-4-5 0,-2 0 0</inkml:trace>
  <inkml:trace contextRef="#ctx0" brushRef="#br2" timeOffset="603893">38518 18866 18397,'0'41'-419,"0"0"1,0 1-1,0 14 1,0-8-9413,0-11 9780,0-15 1,0-5 0,0-15 0</inkml:trace>
  <inkml:trace contextRef="#ctx0" brushRef="#br2" timeOffset="604245">38755 18959 16924,'16'47'188,"-1"0"1,3-6 0,2-14-721,14-38 235,2-14 213,-10-2 79,-3-2-1,-2 7 6,-6 5 151,-3 8 980,-7 6-459,-2 17-55,-3 5-337,0 32-280,0-15-745,0 12 745,7-24 0,-5-12 0,6-4 0</inkml:trace>
  <inkml:trace contextRef="#ctx0" brushRef="#br2" timeOffset="604560">39273 19019 14790,'33'22'-2812,"-1"-1"1,1 0-1,-14-7 2812,-26-13 3686,-9 1-538,-8 4-1900,-6 1-105,2 5 985,-2 13-1523,13-6-241,3 7-117,13-11-45,7-4-107,7-5-50,10-4-45,7-2-2605,10-13 2605,-7-10 0,-6 4 0,-15-1 0</inkml:trace>
  <inkml:trace contextRef="#ctx0" brushRef="#br2" timeOffset="604729">39804 18664 19826,'-2'54'9,"0"1"1,0-1 0,0 0-1,0 0 1,0-2 0,1-5-1,-1-1 1,0-2 0,1 0 0,-1-1-1</inkml:trace>
  <inkml:trace contextRef="#ctx0" brushRef="#br2" timeOffset="608161">28578 21025 18498,'27'-28'292,"-1"-1"1,1 0 0,11-11 0,0 5-139,-6 13 0,-2 4-81,15-7-39,-12 13 16,-16 10 112,8 8 269,8 19 40,0 0-205,-12-4 0,-2 0 227,12 12-123,5 2-609,3-3 345,1-2-44,2-7-29,7-5-626,-7-10-2975,-2-4-1669,-17-8 5237,-13-1 0,-7 0 0,-3 2 0</inkml:trace>
  <inkml:trace contextRef="#ctx0" brushRef="#br2" timeOffset="608579">29360 20715 14869,'2'-3'3814,"0"0"-3125,-2 3-549,20 20 23,2-3-127,0 1 1,2 0-476,21 10 461,-19-14 1,1-1-23,2 1 0,1 1 3,12 3 0,0 0 48,-5 0 1,-3 2 164,-1 4 0,-5 2 702,2 15-84,-38-11 1,-10 2-628,1-3 1,-2 1-1018,-7 5 1,0 1 809,8-6 0,3-2 0,0 4 0,13-16 0</inkml:trace>
  <inkml:trace contextRef="#ctx0" brushRef="#br2" timeOffset="610079">28441 21621 17798,'1'29'599,"0"0"1,0 0-1,0-1 1,-1 16 133,0 8-55,0 4-227,-1-14 0,2 2-300,0-5 0,1-1-140,0 4 1,2-4-51,5 10 39,1-28 11,-3-15 67,1-5-44,11-17-213,13-8-121,-8 6 0,1 0 132,17-9 72,-3 10 63,-16 13 33,-6 4 45,-1 2 448,-2 20 34,-1 12-326,-4 7-33,-1 1-73,-5-16-95,0-7 0,1-6-2319,-1-5 2319,-1-5 0,0-1 0,-2-1 0</inkml:trace>
  <inkml:trace contextRef="#ctx0" brushRef="#br2" timeOffset="610579">29197 22553 19120,'17'-38'597,"0"-1"1,1-8-1,-2 0-79,-9 9 0,0 1-897,0-1 0,1 0 412,-2 2 1,-1 2 0,5-10 126,-4 12 1,0 0-156,0 3 1,1-1-3,1-3 0,0 0-3,3-13 164,-1 16-164,-5 14-6,2 4-44,-2 1 492,1 4-498,3-1-7,7 4-43,1 0-421,2 3-1007,-3 1-1323,-7 3 2857,-1 7 0,-4-5 0,-1 4 0</inkml:trace>
  <inkml:trace contextRef="#ctx0" brushRef="#br2" timeOffset="610795">29143 22012 14908,'0'5'4604,"0"-1"-3612,0-4-2707,107 0 1715,-56-15 0,-14 14 0,6 1 0,-11-3 0,-8-11 0</inkml:trace>
  <inkml:trace contextRef="#ctx0" brushRef="#br2" timeOffset="611831">31446 22418 21562,'44'-11'380,"-1"0"0,1 0 0,0 0 0,-1 3 1,1 0-1,2 1 0,0 1 0,-1 0-1636,10-1 0,0 1 0,0 0 0,1 2 1279,-7 1 1,1 0-1,0 1 1,-1 0-1,-2 1 1,1 0 0,-1 1 0,-1 0 0,2 0 71,4-1 1,1 1 0,0 0 0,-1 1-92,-3-1 0,-1 2 0,0-1 1,0 1 6,1 0 0,-1 0 0,0 1 1,-4 1 170,3 0 0,-4 1 0,-3 0-165,-1 2 0,-7 0 22,-4 0-39,-20-3 2464,-3-4-2498,-2 2 623,4-2-3659,1 0 3259,7-10 0,-7 8 1,1-7-1</inkml:trace>
  <inkml:trace contextRef="#ctx0" brushRef="#br2" timeOffset="612631">31446 20700 21528,'-47'-1'2549,"22"-2"-1972,50 0-118,27-2-291,-18 4 1,6-1-599,9 1 1,6 1-1,3 0 447,-7-1 0,3 1 0,0-1 0,1 1-528,0 1 1,1-1-1,-1 1 1,1 0 516,-10 0 1,1-1 0,-1 1 0,-1 0-1,-3 1-4,9 0 0,-2 1 0,-2 1-464,-1-1 0,-2 0 0,0 0 464,-4 0 0,-2 0 0,0 0-115,10 0 0,-3 0 113,-9-1 0,-2 0 657,22 0-601,-27-1 1628,-9-1-2811,-17 0-93,-3-2 1220,0-11 0,0 7 0,0-6 0</inkml:trace>
  <inkml:trace contextRef="#ctx0" brushRef="#br2" timeOffset="613980">31964 20733 16280,'31'-7'896,"-1"0"0,21-10-358,-32 1-100,-8 3-102,-9 4-112,-2 5-135,-3 1-44,-6 1-45,-6 2-62,-11 2 141,-2 14 33,5-1 95,8 12 123,11-4-61,3-2-28,7-1 151,21-2-213,15-10-123,4-5-56,-3-16 45,-20-9-28,-7-23-17,-19-1-252,-29 1 207,-4 18 0,-19 18 45,18 17 95,2 6 73,8 12-22,8 4 27,9 2 299,19 7-232,11-13-38,15 0-45,5-19-62,4-4 11,-4-13 40,2-21-73,-22-18-51,-21 16 1,-7 2-23,-19-16 0,2 27 0,-4 6-560,-21 4 566,1 5 16,0 8 46,10 11-1,8 6 84,14 31 39,21-24 1,5 1-105,1 0 1,5-1-138,8-2 1,5-5 156,21-1 230,-15-11 1,0-5-275,-7-11 0,-2-4-40,0-6 0,-4-4-22,-2-26-50,-31-3-51,-7 21 0,-16 6 1,0 8-40,1 8 39,5 5 62,3 23 123,13 16 70,14-8 0,5 1-9,13 20-38,19-10-29,-4-24 324,10-11-262,-14-31-134,-4-3-6,-19 3 0,-6-2-51,-6-16-44,-10-2 22,-8 6 40,-9 5 21,1 9-133,-10 11 178,13 21 51,4 12 17,16 16 6,14-1-12,8 0-62,6-8 18,14-6 185,-12-9-186,-2-13-50,-15-7-275,-13-8-559,-1 0-2034,-3 5 2868,3 4 0,6 5 0,3 4 0</inkml:trace>
  <inkml:trace contextRef="#ctx0" brushRef="#br2" timeOffset="615146">33374 20830 16734,'46'-29'997,"-3"4"-790,-20 17 174,11 2 61,-2 3-55,2 8-179,-10 16-96,-12 1 33,-6 10 29,-6-7-68,0 1 45,0 2 409,-15 16 375,-3 7-629,6-25 0,-1 0 130,-6 23-38,11-16-96,4-1-83,3-5 44,11 6-106,11-7-90,3-5-17,5-9-5,-9-11 6,-3-1-51,-2-3 61,-5-5-44,-4-5-135,-2-15-50,-3 5 157,-8 2-56,-4 10 17,-9 10 50,-2 7 5,-3 8 79,-8 28-20,20-15 1,2 3-12,-1 13 0,3 1-31,6-7 1,5-1-257,2 3 0,5-1 268,1-10 0,2 0 36,9 13 0,2 3-6,-1 0 0,1 3-19,-4-8 0,1 1 0,-2-1 8,4 8 0,-3-2 11,-2-2 1,-3-3 5,-4-10 0,-2-2 199,1 24 17,-3 0-71,-4-22 1,-2 0 42,-11 23-163,0-7-39,-11-17-56,1-21-67,-3-2-325,-1-6 282,-3-8-1071,2-8 1181,9-22 0,3-3 0,0 10 0,7-3 0,-1 0 0</inkml:trace>
  <inkml:trace contextRef="#ctx0" brushRef="#br2" timeOffset="615864">33996 20794 18492,'4'9'1519,"-1"7"-825,-3 14-61,0 10-34,0 11-483,0-22 0,0 1 449,0 18 1,0 1-721,-1-12 1,2-1 266,-1 11 0,3-1 6,3 7-46,3-10-27,3-13-45,-2-6 0,-3-14 67,11-18-678,7-22 0,2-4 516,-5 15 0,-1 0 106,8-15 0,-3 6 258,-3 22 908,-14 18-701,5 23-246,-4 0-124,-3-4 0,0 0-44,-1 4-56,-1 2-2062,-3-20 2056,-1-10 0,0-3 0,-1-4 0</inkml:trace>
  <inkml:trace contextRef="#ctx0" brushRef="#br2" timeOffset="616600">34554 21735 16532,'19'-19'2465,"-4"4"-1994,-7-3-130,-3 2-55,1-2 5,1-3-84,0-3-39,0-4-45,2-21-104,-4 19 1,-1-1-17,1 1 0,-1-1 0,-2-1 0,0 2-3,0-13 5,-2 0 1,0 3-1,0-8 1,0 10-6,0 2 6,0 10-6,0 9-6,0-1 6,0 0 0,1 0-6,3 3 6,1-4 0,2 9 0,-1-4 6,2 6 33,1 0 23,4 1 5,-1 1 23,5 0 10,2 0-94,1 1-6,-2-1 0,-8 4 0,-5 0 0</inkml:trace>
  <inkml:trace contextRef="#ctx0" brushRef="#br2" timeOffset="616798">34521 21176 14790,'0'6'5126,"0"0"-4029,0-6-571,0 0-526,92-18-3107,-46 4 3107,-4 4 0,7-3 0,-10 2 0,-8-2 0,0-2 0</inkml:trace>
  <inkml:trace contextRef="#ctx0" brushRef="#br2" timeOffset="619698">30266 23582 17322,'6'-3'2734,"-2"0"-2124,-4 3-319,71 0 34,-31 7-86,-3-2 0,6 1 0,-6 4 299,-7 7 0,-5 5-200,2 6 1,-4 2-224,-8-4 0,-6 1 36,-11 28-28,-14-13-351,-12 0 245,10-20 0,-4 1 128,-10 8 1,-2 1 86,1 1 1,0 1-15,-4 5 1,2 1-135,11-12 0,4-1 23,-2 15 57,18-23 172,19 0 224,24-8-392,-7-6 0,1-1-135,0-2 1,0-2-12,-1 0 1,-2 0-18,6-2-5,-8-1-145,-10-3-1466,-6-7 1611,-7-28 0,-4 23 0,-1-17 0</inkml:trace>
  <inkml:trace contextRef="#ctx0" brushRef="#br2" timeOffset="620381">31115 23329 18448,'5'50'627,"1"0"0,0-2 1,-2-2-270,-2-16 1,0 0-814,1 3 1,1 2 781,-3 1 1,1 2 212,1 15 1,1 2-21,-3-4 1,1-2-465,2 4 0,0-4-70,-2-17 0,0-5 79,6-3-65,-3-19 11,3-9-50,13-22-85,-4 5 1,3-2 28,0-2 0,1 0 312,4-2 1,0 1-285,14-6 61,-2 5 1,-7 10 211,2 8 365,-7 28-358,-3 6 28,-5 24 44,-6 1-644,-1 3 691,-4-3-97,-1-3-151,-3-11-701,0-6 685,-2-24 0,0 2 0,0-16 1</inkml:trace>
  <inkml:trace contextRef="#ctx0" brushRef="#br2" timeOffset="620897">31954 24629 20856,'36'-19'161,"-1"0"0,1 0 0,10-16 0,-11-7-141,-23 4 1,-8-4 0,-2 0-1133,-2-13 0,-3 1 1114,0 15 0,0 0 0,-2 2 1,-4-5 0,-2-1 102,3 5 1,-1-2 0,1-1-103,2 4 1,0-1 0,0 1-4,-2-18 0,2 2 50,3 8 1,1 5 128,2-6 102,5 1-57,3 5-23,9 2 40,6 3 45,4 3 486,3 2-352,14-1-157,-2 9-223,1 2 4,-11 13-44,-14 6 415,-1 4-415,-8 17 0,-1-12 0,-7 12 0</inkml:trace>
  <inkml:trace contextRef="#ctx0" brushRef="#br2" timeOffset="621115">31854 23880 21780,'50'-6'84,"0"0"0,0 1 0,-3-1 0,-2 1 0,-5-2-372,-4-2 0,-3-1 288,9-3 0,-2-1 0,5-2 0,1-2 0</inkml:trace>
  <inkml:trace contextRef="#ctx0" brushRef="#br2" timeOffset="624150">37488 20836 8662,'-2'-10'7266,"1"2"-6001,1 8 118,0 0-1220,1 2 241,0-1-51,0 3-118,-1-4 5960,0 3-6195,5-3 0,6 3 11,13-1 8,8-1 1,4 1-3,-4-1 0,1-1-462,16 1 0,2 0 445,-9-1 0,1 0 3,-1 0 0,1 1-3,0 0 0,0 1 2,-2 0 1,-1 1-6,-3 0 1,-1 1 5,7 1 0,0 0-3,-10 1 0,0-1 0,1 0 0,-2 0 0,6 0-6,-16-3 6,-7-2 894,-1 0-894,1 0 6,6 4-6,-3 0 0,6 3 0,0 0 0,-5 0 0,3-3 0,-8 0-11,1-3 17,-6 0 5,0-1-11,-7 0 0,2 0 0,0 1 6,4 0-6,2 0-532,8-1-4851,6 0-801,-1 0 6184,-3 0 0,-12 0 0,-5 0 0</inkml:trace>
  <inkml:trace contextRef="#ctx0" brushRef="#br2" timeOffset="625034">37492 22231 15939,'0'7'2632,"0"-2"-1668,0-5 783,0 0-1008,-2 15-184,5-10-12,5 11 40,11-13-62,9-1-124,13-1-178,10-1-152,-4 0 0,6 0-363,-12 0 0,2 0 0,1 0 309,10 0 0,3 0 0,-2 0-413,-9 0 0,-2 0 1,-1 0 399,14 0 0,-5 0 0,-21 0 0,-2 0 5,0 0 1,-1 0 11,18 7 22,-6 0-39,-11 5 0,-8 0 779,1-1-779,3 1 1314,-1 0-1314,1 0 6,4 1-6,-4-5-101,-3-1 0,-11-5-252,-8-2-2924,-3 0 0,0 0 0</inkml:trace>
  <inkml:trace contextRef="#ctx0" brushRef="#br2" timeOffset="626337">38006 22222 8954,'6'-6'6682,"-2"0"-5074,-4 6-724,0 0-721,-11 0 318,3 4 2,-9 4 340,5 14 129,6 3-762,0 1-16,9-5-73,8-12-40,7-5-55,9-2 44,9-10 34,-4-17 6,-8-14-85,-11-4 57,-19 4-56,-7 13 55,-10 8-55,-5 5-6,-13 7-6,7 12 6,2 7 67,16 11 130,12 4 27,4-1 11,6 1 17,18 3-112,9-12-128,4-2 94,-5-15 112,-15-22-167,-8 3-40,-3-18-5,-6 10 55,-15-5-100,-11 13 33,-5 2 6,-4 23 101,16 8 67,2 13 17,10 2 117,3 13-38,20-8-113,9-4-146,6-17 29,-1-12 56,-15-10-23,-3-5-56,-6-10 23,-2-16-40,-10 2-61,-3 2 5,-8 14-11,2 14 12,1 8 61,4 10 39,4 19 84,4 14-44,9-2-29,5-7-44,7-22-1,0-7 1,1-4 55,-2-11-21,-2-8-91,-5-24-122,-6-4 167,-8 2 0,-6 17 6,-6 18 0,-1 9 73,0 13 146,0 24-455,7 5-1024,1-6 1260,26-19 0,-13-20 0,14-3 0</inkml:trace>
  <inkml:trace contextRef="#ctx0" brushRef="#br2" timeOffset="627732">39073 22499 14006,'11'13'2543,"-1"-2"-1860,-1 0-201,-1-4 436,9 3-385,7 1-202,16-1-225,-6-3-56,2-6 29,-10-5 16,-4-6-11,-2-9 151,-8-20-218,-6-6 0,-14 18 0,-4 0-17,-9-10 5,-18 15 1,6 16 402,-10 21 343,7 22-665,20-10 1,4 1-383,0 23-858,32-18 1154,20-24 0,-12-9 0,4 0 0</inkml:trace>
  <inkml:trace contextRef="#ctx0" brushRef="#br2" timeOffset="628735">40386 21931 22083,'36'-29'980,"-6"6"-932,-7 0 0,2-4-6,4-3 0,2 1 0,3 0 0,2 1-645,0 0 1,1 2 632,-3 6 1,0 4 70,11 6 324,-7 6-190,-3 12-14,-12 10 1,-1 6 24,3 8 0,0 5-41,-2-4 1,0 2 0,1-1-634,5 9 0,0-3 534,1-2 1,1-5-12,-9-14 1,0-2 16,24 10-23,-4-9 218,-14-12 1,1-3-218,22-6-79,-3-6-5,-10-11 128,-18-1-364,0-6 965,-3 0-2471,-1-7-2448,3-8 4184,-10 10 0,0 2 0,2-4 0,-2-5 0</inkml:trace>
  <inkml:trace contextRef="#ctx0" brushRef="#br2" timeOffset="629351">40500 21515 9419,'-8'-1'6229,"2"-1"-4045,6 2-1350,0 0-251,-4-36-68,12 15 76,1-10 0,6-2-76,8 10 0,4 2-184,8-4 0,1 2-189,-7 5 1,0 3 8,-1 5 1,-2 3 139,4 3 6,2 5-12,-5 10 315,14 27-360,-17-8 1,0 4-90,1 0 1,1 1-609,0 3 1,0-2 546,-6-11 0,1-1-54,0-2 0,0-2 43,23 10-77,-13-17 1,2-5 3,-1-6 0,1-5-18,6-7 1,-1-5-107,-10 2 1,-3-3-116,-4-5 0,-4 0-472,0-6-409,-4 4 267,-3 4-8984,14 1 9530,-10 7 0,6 2 1,-14 6-1</inkml:trace>
  <inkml:trace contextRef="#ctx0" brushRef="#br2" timeOffset="630000">41689 21145 22071,'-31'2'220,"6"5"-69,35 11-67,16 12-62,0-9 1,2-1-23,0 0 0,1-1-363,4 0 1,0 0 261,-6-4 1,0 0-32,7 6 0,-1 0 82,12 11 126,-20-14 0,-4 2 176,-8 13 370,-19 3 41,-9-9 1,-5-1-331,1-3 1,0 0-6,-8 2 0,0-1 243,-10 13-331,18-12 1,1 3-208,4-3 1,2 1-34,-7 23 332,13-10-1055,6-19-1977,6-6 2700,9-7 0,-6-4 0,5-3 0</inkml:trace>
  <inkml:trace contextRef="#ctx0" brushRef="#br2" timeOffset="631404">42485 20757 9004,'0'5'6935,"0"-1"-6896,0-4 123,-3 0 964,2 0 840,-2 10-958,3 16-829,0 2 1,0 4-116,0-1 0,0 2-210,0 8 0,0 0 297,0-5 1,0-1 72,0 0 0,0 0 56,0 0 0,0 2 109,1 7 1,0 1-99,-1-5 0,0-2-238,1-1 1,-1-2-21,0 8-33,0-26-117,2-11 61,1-2 112,7-9-51,11-18-44,1 1 258,9-15-622,-6 12 45,2 2 190,-3 3 112,-1 8 50,-6 3 174,2 6 230,-8 9-34,2 10 358,-5 37-403,-1-2-389,-3-15 0,0 1 333,3 17-132,-3-23 1,0-1-619,6 10-2112,0-7 2599,6-37 0,-9 0 0,2-9 0</inkml:trace>
  <inkml:trace contextRef="#ctx0" brushRef="#br2" timeOffset="631838">43096 22051 20294,'21'-38'18,"-1"-1"0,0 1 0,-1 3 0,-1 0 0,-3 1 1,-4-8 1,-4 0-1,-2-7 1,-1-3-16,-1 9 0,-1-2 0,-1 1-690,-3-9 0,-1 3 686,1 2 0,0 4 0,-4-8 0,4 9 611,0 8-611,2 8 412,0 6 103,14-3-229,8 4-219,8 2 122,5 7-189,-10 8-807,13 1 807,-7 4 0,-3-2 0,-13 1 0</inkml:trace>
  <inkml:trace contextRef="#ctx0" brushRef="#br2" timeOffset="632035">43043 21392 20829,'54'11'-110,"1"-1"1,-1 1 0,-10-2 0,1 1-1,-3-1 1,-7-1 0,15 4 0,-22-4 0,-1 0-1</inkml:trace>
  <inkml:trace contextRef="#ctx0" brushRef="#br2" timeOffset="633151">38859 23708 15664,'7'-3'2812,"-1"0"-1921,-6 3 1214,0 0-749,71-13-1124,-43 11 1,2 2-187,7 1 1,5 2 0,-5 2-171,-5 4 0,-4 4 146,-3 7 1,-5 4-18,-5 14-5,-7 3 0,-8 1-84,-16-11 0,-7 0 81,-8 1 1,-4 0-663,1-4 0,-2-1 1,0 0 700,-10 3 1,3-1 27,4-4 1,4-1 159,2 4 296,13 4 243,18-6-90,38-3-455,6-12-162,-8-8 0,3-3-511,-6-1 0,0-1 472,0-1 0,1-1-17,-2-1 0,0-1-98,2-3 0,-2-3 98,-4-3 0,-1-1 0,9-1 0,-14-4 0</inkml:trace>
  <inkml:trace contextRef="#ctx0" brushRef="#br2" timeOffset="633685">39768 23519 19092,'-2'54'1337,"1"0"0,0-12 1,-1 2-1,1-1-1125,0-5 1,-1-1 0,1 1-679,0 3 0,0 0 0,0-2 597,1 2 1,0-2-79,0-4 1,0-1-21,0-4 1,0-3 535,2 11-609,1-15 373,10-19-277,13-43-84,5 1-268,-12 5 1,1-1 160,-3 9 1,1 2 389,5-5 1,1 1-312,17-9 123,2 7 162,-18 29-26,-9 19-35,-6 14 17,-1 11-29,-1 7-21,-3 1-68,0-3 398,-3 4-2744,1-22-2684,0-5 4963,1-20 0,-1-6 0,-1 0 0</inkml:trace>
  <inkml:trace contextRef="#ctx0" brushRef="#br2" timeOffset="634151">40409 24746 16349,'32'-34'253,"0"0"0,0-1 0,0-5 1,-2-2-1,-8 1-150,-11-10 1,-6 0-79,3-2 0,-3-1-22,-4-3 0,-5 2 0,0 12 0,-2 1-3,-2 0 0,-1 0 0,0 2 0,-1 0 2,1-6 1,2 0 92,2 8 1,1 2 105,1 3 1,5 1 1666,19-14-1593,-1 29 22,19-3 544,6 10-729,-17 7 0,1 0-110,5 0 1,0 1-266,18 2 317,-5 7 1,-33-6-1,1 6 1</inkml:trace>
  <inkml:trace contextRef="#ctx0" brushRef="#br2" timeOffset="634385">40429 24018 16555,'0'3'5539,"0"0"-3590,0-3-1557,84 23-392,-41-18-271,-9 3 0,7 1 0,-5-3-1560,17-6 1831,-22-2 0,-1 0 0,4 1 0,-2-3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0:57:06.366"/>
    </inkml:context>
    <inkml:brush xml:id="br0">
      <inkml:brushProperty name="width" value="0.05292" units="cm"/>
      <inkml:brushProperty name="height" value="0.05292" units="cm"/>
      <inkml:brushProperty name="color" value="#FF0000"/>
    </inkml:brush>
    <inkml:brush xml:id="br1">
      <inkml:brushProperty name="width" value="0.09071" units="cm"/>
      <inkml:brushProperty name="height" value="0.09071" units="cm"/>
      <inkml:brushProperty name="color" value="#FF0000"/>
    </inkml:brush>
    <inkml:brush xml:id="br2">
      <inkml:brushProperty name="width" value="0.09071" units="cm"/>
      <inkml:brushProperty name="height" value="0.09071" units="cm"/>
      <inkml:brushProperty name="color" value="#92D050"/>
    </inkml:brush>
  </inkml:definitions>
  <inkml:trace contextRef="#ctx0" brushRef="#br0">10971 8336 24575,'13'-4'0,"4"-3"0,6-5 0,-2-1 0,-4-2 0,-6 3 0,-2-2 0,0-1 0,1-4 0,0-1 0,0-1 0,-3-6 0,-3-3 0,-1-5 0,-3-3 0,0 7 0,1 0 0,-1 8 0,1-2 0,2-1 0,1-5 0,5-7 0,0 4 0,3-2 0,-1 10 0,-2 8 0,-1 6 0,-3 5 0,-1 5 0,-4 1 0,3 0 0,3 1 0,-2-1 0,1 0 0,-3-2 0,-1 2 0,0-1 0</inkml:trace>
  <inkml:trace contextRef="#ctx0" brushRef="#br0" timeOffset="1334">11055 7920 24575,'14'2'0,"3"0"0,-2-1 0,0 0 0,-8 0 0,1 0 0,-1-1 0,3 1 0,2-1 0,1 1 0,0-1 0,-2 0 0,-1 0 0,-3 0 0,-2 0 0,-2 1 0,2 0 0,1 1 0,1-1 0,-4-2 0,-3 0 0,-1-2 0</inkml:trace>
  <inkml:trace contextRef="#ctx0" brushRef="#br0" timeOffset="132636">47205 22291 24575,'-6'30'0,"0"-1"0,0 1 0,-1 0 0,0 3 0,-1 0 0,2-2 0,0 2 0,1 7 0,1 1 0,1-3 0,0-1 0,1 7 0,0-1 0,0-11 0,0-3 0,-1 18 0,2-14 0,0-12 0,0-5 0,1-11 0,-1-2 0,1-3 0</inkml:trace>
  <inkml:trace contextRef="#ctx0" brushRef="#br0" timeOffset="149902">14978 12882 24575,'38'0'0,"-1"0"0,5 0 0,8 1 0,4 1 0,3-1 0,-9 0 0,1 1 0,3-1 0,2 1 0,2 0 0,3-1-984,-10 1 1,3-1 0,1 0 0,2 0 0,1 0 0,1 0 0,1 0 0,0 1 0,0-1 0,0 1 943,-7 0 0,1-1 0,1 1 0,-1 0 0,1 0 0,1 0 0,-1 0 0,1 0 0,0 0 0,0 1 0,1-1 0,0 0 40,-1 0 0,0-1 0,2 1 0,-1 0 0,1 0 0,0 0 0,1-1 0,-1 1 0,-1 0 0,1 0 0,-2 0 0,1 0 0,-2 0 0,4 1 0,0-1 0,0 1 0,-1-1 0,0 1 0,0 0 0,-2-1 0,1 1 0,-1 0 0,-1-1 0,-1 1 0,5 0 0,1 0 0,-1-1 0,-1 1 0,-1 0 0,-1 0 0,-2 0 0,-1 0 0,-3-1 0,5 1 0,-1 1 0,-3-1 0,-2 0 0,-2 0 0,-4 0 891,16 0 0,-6 0 0,-6 0-891,-7 0 0,-11-1 1589,-20-1-1589,-3-1 0,2 0 0,7 1 6049,28 1-6049,-5 1 0,7 1 0,-3-1 0,5 0 0,2 0-1127,-2 0 1,3-1 0,1 1-1,2 0 1127,-3-1 0,1 1 0,2 0 0,-1 0 0,-2-1 0,5 0 0,0 0 0,-1 0 0,-3 0-158,9 0 1,-2 1 0,-8-1 157,-10 0 0,-11-2 0,-14 0 0,-10-1 0,4-1 0,7-3 4372,3-1-4372,16-2 0,22-1 0,-22 5 0,2 0 303,-1-1 0,0 1-303,-1 2 0,-2 0 0,10-1 0,-11 1 0,-9 2 0,-16 0 0,-4 0 0</inkml:trace>
  <inkml:trace contextRef="#ctx0" brushRef="#br1" timeOffset="193963">9642 22863 9766,'0'7'7158,"0"-2"-6122,0-5 220,0 0 1191,-22 8-823,12-6-800,-14 6-63,18-7-217,6 0-57,-3 1 12,3-1 464,-2 3-582,2-2-62,0 2-129,0-2 6,0-1-140,8-1 108,14 0-164,14-3 0,8-3 0,-3 0 0,5-1 0,2-1-609,-1 0 0,4-1 1,0-1-1,-1 1 609,-6 1 0,0-1 0,-1 1 0,1 0 0,-1 0 0,0 0 0,-1 0 0,-3 1-145,13-1 0,-2 0 145,-10 3 0,1-1 0,-2 1 0,12-2 0,-3 1 0,-2 1 0,-4 0 0,-10 0 0,-5 1 0,-1 1 0,-5-1 0,-5 1 0,-6 1 2344,0 1-2344,-3 1 381,-4 0-381,3 0 0,-2 0 0,3 0 0,-1 0 0,4 0-1704,6 0 1704,5-4 0,-6 3 0,-3-3 0</inkml:trace>
  <inkml:trace contextRef="#ctx0" brushRef="#br1" timeOffset="194762">9365 21500 20212,'-4'-5'2958,"1"1"-1659,3 4-515,28 0-139,9 0-379,-1 0 0,4 0-455,0 0 1,5 0 344,5 0 1,4 0 0,2 0-344,-11 0 0,1 0 0,1 0 0,1 0 210,-2 0 1,3 0-1,-1 0 1,0 0 0,-2-1-544,0 1 0,-1-1 1,-2 0-1,-1 0 535,8-1 0,-2 0 0,-6 0 1,-6 0 1,-4-1 42,-2-1 0,-3 1 478,2 0 28,-8-2-615,-18 2 174,-3-1-1927,0-2-8028,-3-7 8388,-5 5 0,3-2 0,-2 9 0</inkml:trace>
  <inkml:trace contextRef="#ctx0" brushRef="#br1" timeOffset="196129">10127 22812 22464,'10'39'1988,"16"-8"-1932,19-8-22,-1-12 50,-2-21-34,-19-7 23,-7-33 16,-13 21 1,-4 0 22,-10-4 0,-5 1 34,-12-11 123,-19 20-118,16 19-67,-4 18-50,12 15 84,5 16-51,19-4-62,13-7 1,10-19-6,4-7-67,2-4 61,-2-4 6,-4-4 11,-5-17 57,-9-12 27,-7-4-62,-14 2-33,-5 19-84,-18 6 68,6 20 27,0 20 62,14 2-34,14 8-39,13-18 0,6-4-6,11-10-50,1-3 51,-3-5-1,0-9 0,-13-14 79,-3 1 39,-15-8-73,-7 16-11,-7 3-28,-5 7-50,-7 9 50,6 25 45,4-2-40,10 19 29,15-18-34,10-4-50,12-9-18,10-8 68,4-5 6,11-22-112,-21-12 106,-2-6 89,-27-3-10,-14 18 38,-8 7-61,-7 4 6,-11 7-17,5 15-40,2 2 79,10 14 34,14-4-113,3-2-5,3-4-44,0-8-57,0-3 17,4-5-39,-1-8 11,1-4 11,-2-8-106,-2-4-96,-4 1-453,-5 6-3092,-14 7-5983,-2 10 9402,-8 15 0,17-7 0,2 6 0</inkml:trace>
  <inkml:trace contextRef="#ctx0" brushRef="#br1" timeOffset="197329">9859 25648 25147,'-7'0'3209,"1"0"-3058,6 0-95,7 0 52,17 0-108,24-4-593,-8-1 0,8-1 0,3-1 593,-5 0 0,3 0 0,1-1 0,3 0 0,-1 0 0,3-1 0,2 1 0,-1-1 0,-3 0-613,4 0 1,-1 0-1,-1 0 1,-2 1 612,-4 0 0,0 1 0,-3 0 0,-4 1 0,7-2 0,-6 1 0,-8 2 0,-3 1 0,12-1 0,-17 1 0,-16 4 925,-5-1-925,-6 1 3304,0 0-3304,3-2-1284,1-2-8547,7-24 8949,-6 7 0,2-7 0,-7 18 1</inkml:trace>
  <inkml:trace contextRef="#ctx0" brushRef="#br1" timeOffset="198080">9642 24553 18828,'-4'-1'6279,"1"-1"-5393,3 2-511,8 2 79,13-2-23,19 1-171,10 0 1,8-2-625,-10-1 1,3-1-1,3-1 376,-3 1 1,3-1 0,0 0 0,-1-1-405,-8 1 1,-1 0-1,-1-1 1,-1 0 398,11-1 1,-1 0-1,-5 1-1,-3 1 0,-4 2-16,-6 0 1,-3 1 48,19 1-5,-16 0 0,-11 0 184,-7 0 985,-7 0-1203,-1 0 1887,-5 0-1887,2 0 73,3 0-73,2 0 0,7 0-393,-5 0-979,3 0-1681,-4-4 3053,0-9 0,-4 6 0,-3-5 0</inkml:trace>
  <inkml:trace contextRef="#ctx0" brushRef="#br1" timeOffset="198748">10100 24433 15070,'0'5'3142,"0"-1"-2077,0-4-802,35 4-44,-21-3-12,26 3 750,-35-5-570,-2-1-219,-6-1-79,-5 0 40,-17 1-6,0 12 45,-1 13 136,12 15-170,22-4-44,6-3-90,10-20-17,1-4 17,-3-5 78,-1-20-240,-10-16 44,-11-21 174,-12 7 67,-9 9 79,1 26 291,2 7-112,3 5 195,-3 18-200,8 8-376,1 5-157,7-1-1176,8-13 1333,11 2 0,-8-9 0,6 0 0</inkml:trace>
  <inkml:trace contextRef="#ctx0" brushRef="#br1" timeOffset="200614">9224 20751 18112,'-34'0'414,"-1"0"1,2 1 0,5 2-287,10 5 68,-6 6-16,-3 5-68,-3 5 44,-2 6 18,9-4 0,-2 3-4,2 6 1,0 2-54,-1 0 1,2 1-375,3 3 1,3-1 376,5-9 1,2 0 44,-1 1 1,2 1-10,0 0 1,2 1-34,-2 15 1,1 2-175,4 2 0,0 2 107,1-10 0,0 1 0,2-1-34,2 8 1,2-4-269,1-3 0,1-3 296,1-14 1,1 0-98,4 9 1,2 2 158,0 2 0,1 1 39,5 9 1,1 0-63,-3-12 1,-1-1-46,1-3 1,-1-3 67,9 14 266,-9-17 0,2 2-269,0-1 0,1 1-56,5 5 1,0 0 14,-5-10 1,-1-2-64,17 17 96,-10-16-67,2-2 591,1 0-524,2 1 202,1-1-247,-7-5 0,1 0-11,3 0 0,-1 1 2,1 0 1,0 0-15,-2 0 1,-1-2 39,10 8-5,-2-1-1,1-1-16,-11-7 0,0 1-29,1 1 1,1 0-4,6 4 1,1-1-18,-8-4 1,0-2 322,23 10-291,-12-11-29,3-3 50,0 0-49,-7-4 0,2 1 10,2 1 1,0-1-12,3 1 1,0-1-264,0 0 1,-1-1 276,-8-3 1,-1 0-14,1-1 0,1-1-4,1-1 1,1 0 0,13-1 1,1 0 55,2 0 0,0-1-28,1 0 0,-2 0-275,-3-1 1,-3 0 268,-11-2 0,-2 0 0,1-2 1,-1-1-24,1-1 1,0-1 19,-2-1 1,1 0-20,0-1 0,0-1-1,9-5 1,2 0 22,-1-1 1,2-2-26,-8 2 0,2-1 0,-2 0-107,6-4 0,-2-1 109,0-3 1,-3 0 0,-9 4 0,-1-1-45,8-15 0,-1-4 45,-2-3 0,-3-6-2,-5 6 1,-2-3 0,-2 0-232,-5 9 1,-1 0-1,-2-1 230,-3-1 0,-1-1 0,-1 2 0,-1-6 0,-2 0-19,-1 2 1,0-2-1,-2 0 15,-4-2 0,-3-1 1,0-1-38,0 4 1,0-2-1,-1-1 1,-1 1-36,-3-1 0,-3 1 1,0 0-1,1 2 51,-2-5 1,0 3 0,-2-1 20,2 6 0,-1 0 0,-1 0 0,0 3-180,-4-2 1,-2 2-1,-1 0 184,2 5 0,-1-2 0,-2 1 0,0 1 0,-2 1 0,-2 1 0,1 1 0,0 1-201,-3-2 1,1 3 0,-1 0 200,-1 0 0,0 1 0,2 3 16,-4-3 1,2 3-17,-3-1 0,-1 2-96,2 1 0,-1 0 109,2 3 0,-3-1 0,0 1-11,-3-1 0,-1 0 0,-2 0-298,4 3 0,-4 0 0,1 1 1,1 1 306,-7-1 0,2 2 0,0 2-11,-1 2 0,0 3 0,0 2-150,7 2 1,0 4-1,-3 3-16,3 3 0,-2 4 0,-4 2 1,-1 2-1,0 3 166,3 0 0,-2 3 0,-1 1 0,-1 2 0,1 0 0,2-1 0,2-2 0,-2-1 0,3-2 0,1-1 0,1 1 0,-1 3 0,-2 6 0,0 0 0,0 0 0,0 0 0,0-1 0</inkml:trace>
  <inkml:trace contextRef="#ctx0" brushRef="#br1" timeOffset="201998">9455 23699 16108,'-43'33'323,"0"0"1,0-1 0,4-2 0,0-1 0,7 1 460,2 9 0,6 2-59,-2 7 0,2 3-1097,7-16 1,2 1-1,0 0 521,2 1 1,0 0-1,2 0 27,1 6 1,0 2 22,2-3 1,1 4-1,0 1 6,1 3 1,1 2-1,1 0-95,-1-1 0,1 1 1,0 0-187,2-2 0,0 0 0,1-3 199,1 5 0,0-3-53,0 2 1,0-1 1,1-1 1,0 0-20,2-1 1,0-1-185,2-2 0,1 1 220,1-6 1,1 1 0,1 0 22,0-1 0,0 0 0,2 0-30,3 7 0,1 2 0,1-4-23,2 8 0,1-4-23,2-5 0,1-4-5,-4-12 0,1-1 443,9 11 0,4 1-424,2 0 1,2 1-5,-6-9 1,2 1 0,-2-2-71,9 7 0,0-4 80,-1-4 0,0-3-14,-7-7 0,0-3-6,1 0 1,1-1-12,1 0 0,2-2 240,-1-3 0,3 0 1,0-2-246,4 0 1,1 0-1,0-2-9,0 1 1,0-1-1,2-1-3,-4-1 1,3-1-1,0-1 1,-5 0-320,13-1 1,-1 1 311,-8-2 1,2 1 0,0-1 15,1-1 0,1 0 0,0-3-230,4-3 1,0-3 0,3-2 247,-6 0 0,2-1 0,1-2 0,-4-1-13,7-5 1,-3-1-1,-2-3-165,-3 0 0,-1-2 1,-4-1 144,3-7 1,-3 0 25,-2-2 0,0-1-28,-13 12 0,-1-2 0,1-3-2,0 0 1,0-4 0,1 0 0,-3 2 1,2-4 0,-2 1 0,1-2 0,-2 3 0,0-2 0,-1-1 0,-2 3 9,-1-1 0,-3 2 1,-1 0-8,5-17 1,-3 0-3,-2 0 0,-3 0 3,-3-1 0,-2-1-122,-2 1 1,-3-3 118,-1 15 0,-1-3 0,-1-2 0,-2 0-90,-1-3 0,-3 0 1,0-2-1,0-2-96,0 2 1,-1-2 0,0-2 0,0 2 0,-1 2 183,-2-3 1,-1 2-1,0 2 1,0 0-12,0 3 1,-1 0-1,1 2 1,0 3-135,0 2 1,0 4-1,-1 0 119,-6-16 0,-2 0 283,3 4 1,-4-1-273,-1 6 0,-2-2 1,-3 0-89,-3-1 1,-1 1-1,-4 0-230,0 5 1,-4-1-1,-1 1 1,1 4 334,6 5 0,-1 2 0,0 3 0,-1 1 0,-3 2 0,-1 2 0,0 3 0,0 3 209,-5 3 0,0 4 0,-4 4-222,0 4 1,-4 4 0,-3 2 0,-1 3 0,1 2-143,8-1 0,-1 2 0,1 2 0,-1 2 0,0 0 0,-2 1-603,2 1 0,-2 0 1,-1 2-1,0 1 1,1 0-1,0 2 1,2 0 757,2 2 0,0 1 0,0 1 0,2 1 0,1 0 0,3-2 0,4-2 0,-4 4 0,4-2 0,4-1 0,0 0 0,-3 4 0,0 0 0,1 0 0</inkml:trace>
  <inkml:trace contextRef="#ctx0" brushRef="#br1" timeOffset="202948">10233 24484 20313,'18'25'529,"-1"-1"0,5 6-153,4-47 145,-19-10-162,-3-3-152,-4-2-22,-12 0-101,-4 4 218,-28 4 488,0 11-354,-5 24-279,17 8-22,16 17-18,12-4 118,10 8-223,13-9-80,6-5 96,1-16-28,-5-16-11,-13-8-56,-1-9 61,-4-8 96,-1-12 291,-17 12 482,-7 5-482,-3 28-197,0 12-184,15 6-1276,3 8 1276,7-4 0,1-7 0,2-5 0</inkml:trace>
  <inkml:trace contextRef="#ctx0" brushRef="#br1" timeOffset="205748">2009 22962 9677,'3'4'8065,"0"-2"-7908,-3-2-387,0 4 230,0-3 4661,0 3-4728,0-17 123,2-1-51,7-17 1,5-2-1,11-8-2,-10 18 0,2-2 0,9-13 0,4-2-1,2-2 1,1 0-415,-1 1 1,0 1 408,-3 6 0,-2 3-3,5-1-141,-4 10 142,-4 7-79,-4 8 44,-1 4 91,10 2 83,9 18-84,-12-2 1,0 1-1,-3 3 1,-1 1 33,0 3 0,0 0 140,11 12 424,-11-8 0,1 1-455,2 1 0,2 0-33,8 10 0,1 0-116,-7-10 1,2-1 19,10 5 1,1-4-231,-15-13 1,0-3 195,8 5 1,3-3-3,-1-7 0,1-4-20,3 1 1,0-2-6,9-6 0,-1-2-193,-10 0 0,-4-2 193,-3-4 0,-4-2 8,7-9 22,6-13-30,-21 14 0,-1 0 0,0-1 0,0 0 30,10-23 434,-11 13-462,-3 4-5,-2 7-56,-3 9 250,-4 7-194,2 25 0,-6-15 0,4 17 0</inkml:trace>
  <inkml:trace contextRef="#ctx0" brushRef="#br1" timeOffset="206151">3877 22361 20044,'24'16'22,"0"0"1,21 16-17,-8-9-1,1 1-5,6-1 0,0-2-39,1-2-90,-18-8 1,1 2 32,15 14 287,-6 0 1225,-20 4 416,-16-3 324,-16 24-1879,8-24 1,-1 0-598,-2 8 1,1-2-2380,-4 18 2699,27-4 0,-11-32 0,12 1 0</inkml:trace>
  <inkml:trace contextRef="#ctx0" brushRef="#br1" timeOffset="207099">2313 25311 21937,'-6'20'270,"2"-16"-203,8-31 101,11-18-96,7-1 1,8-5-418,-5 14 0,3 0 1,1-1 345,-2 5 1,2-2-1,1 1 1,-2 3-286,4-3 1,-2 3 0,1 4 285,9-5 1,-2 9-3,-1 9 157,-6 9 213,-7 17 223,6 30-369,-12-9 0,0 5-58,-3-4 0,1 2 1,0-1-46,5 9 0,-1 0 5,1-1 0,0-4 17,-5-12 0,0-3 652,8 8 1,2-2-709,1-5 0,1-2-45,1 0 0,1-3-26,-1-7 1,0-4-11,18-5 0,0-2-1,3-8 29,-4-7 22,-3-10-26,-15-2 1,-1-2-31,-8 6 0,-1 0 3,5-8 0,-1-1 2,-4 5 1,-2 1-6,5-8 0,1-3-50,-11 23-762,4-2 812,4-2 0,-6 5 0,-1-1 0</inkml:trace>
  <inkml:trace contextRef="#ctx0" brushRef="#br1" timeOffset="207450">3696 24605 14387,'6'0'5977,"-2"0"-4706,-4 0-1271,81 46-966,-38-30 0,5-1 750,-8 0 1,5 3-1,0 0 1,-3-3-56,-1-4 1,-2-2 0,-1 0 270,16 4 0,-7 1 409,-4 9 1232,-27 2 0,-8 5-277,-10 10 0,-6 3-894,-1-4 0,-3 2 1,-1-1-890,-6 12 0,-2-1 214,0-2 1,4-3-1365,9-16 1,2-3 1695,2 2 0,2-1 0,2 1 0,0-2 0</inkml:trace>
  <inkml:trace contextRef="#ctx0" brushRef="#br1" timeOffset="210820">7483 22583 17451,'-2'-28'1490,"5"-10"-1019,15-4-334,-3 11 0,2-1-101,1 5 1,1 0-21,1 0 1,1 2 17,10-5 11,-1 7-45,-2 7 106,5 8 387,0 11 224,12 24-465,-9 2-344,-15-6 0,-1 1 159,13 14 118,4 1 62,3-3-23,-11-13 0,2-1-42,0-4 0,1-3-93,-2 0 1,0-2 78,23 0-44,-20-12 94,14-6-173,-1-14-731,-19 7 0,-2-4 756,-6-10 0,-3 0 1,4 0-1,-12-3 0</inkml:trace>
  <inkml:trace contextRef="#ctx0" brushRef="#br1" timeOffset="211218">8312 22075 14678,'0'-3'4610,"0"0"-4072,0 3-482,10 12-17,6 0 12,17 13 21,8-1-298,-17-10 0,2-1 226,2 1 0,2 0-64,16 7 0,3 1-300,-1 0 0,0 1 315,-14-3 0,0 1 1,-5 3 1243,3 9 1,-8 1-535,-10-5 0,-7 0-196,-9 1 0,-5-2 106,-7 15-316,0-14 0,0 1-255,3-3 0,0-1-1076,0 2 1,2-1-2095,2 3 3170,5-17 0,2-11 0,0-2 0</inkml:trace>
  <inkml:trace contextRef="#ctx0" brushRef="#br1" timeOffset="213150">10250 22535 14807,'10'-31'921,"-1"0"1,4-18-407,-22 49-280,-7 7 533,-8-2-354,4 3-94,2-4-23,8-4-191,3 0-55,2 0-51,3-9-45,1-9 45,1-8 5,0 3-5,0 3 34,1 10-40,1-2 6,0 1 6,1-2 39,-2 4-40,0 5 23,-1 1-9859,0 3 9324,-6-2 0,5 2 1,-5 0-1</inkml:trace>
  <inkml:trace contextRef="#ctx0" brushRef="#br1" timeOffset="213868">10220 22761 13877,'11'-29'751,"0"4"-354,-11 14 12,1 2-145,-1-2 167,0-3-156,2-4-270,-2-1 46,2-2-51,-1 8 11,0-2 22,0 3-21,-1-9 77,0-2-83,0-10 5,0 5 28,0-5-39,0 7 51,-1-7-51,-3-2 310,-2 7 1,-2-2 204,-3-4 1,-2-1-407,1-1 0,-1 1-274,-2-1 0,0 1 210,-6-15-1,0 2 7,4 6-46,-4-11-10,6 12 44,2-8-27,7 19 44,3 5-11,1 9 44,-1-5 354,1 4-393,0 1 107,2 8 78,0 6-1880,0 2 0,0 0 0</inkml:trace>
  <inkml:trace contextRef="#ctx0" brushRef="#br1" timeOffset="214184">9853 21675 13194,'0'5'2650,"0"-1"-1833,0-4-593,57-26 51,-15 4-191,-4 4 0,0 0 212,1-5 52,-18 11 296,-3 4 0,-5 4-33,4 5-320,-3 7-89,9 5-102,4 6-100,11 6 0,-11-10 0,0 0 0,4 3 0,3-1 0</inkml:trace>
  <inkml:trace contextRef="#ctx0" brushRef="#br1" timeOffset="216451">11741 21762 15339,'0'-7'2694,"0"2"-2330,0 5 3933,0 0-4073,3 0-101,2 0 258,23 4-118,-1 3 0,4 2-98,3 0 1,2 1-546,10 7 0,2 0 503,-5 0 0,0 0-22,2 2 0,2 1-40,0-1 1,1 1-3,0 1 0,0-1-17,-2-2 0,1 0-5,-7-3 1,1 0-1,0-1-19,-5-2 1,0 0 0,0-1 6,15 5 1,-2-2-24,-13-3 1,-5-2 31,-2-1-34,-10-2 45,-6-2 0,-5-1-6,-3 0-6,2-1 1018,-4-1-1051,4 0 45,-4 0-39,4 0-1,-5-1 57,1 1-959,-3 0-2268,4 0 3165,2-14 0,0 9 0,-2-9 0</inkml:trace>
  <inkml:trace contextRef="#ctx0" brushRef="#br1" timeOffset="216955">12870 21368 18459,'-37'37'1267,"0"1"0,8-8 1,0 3-1,1 1-823,-2 9 0,0 2 1,1 0-1349,2-5 0,0 0 0,0-1 1044,-1 3 0,0-1 1,1-2 35,-1 3 0,0-1-14,4-5 1,-1 2 0,2-3-51,-2 3 0,0 0 11,-4 8 0,1-2 498,8-12 1,2-2-552,4-4 0,0-2 42,-11 21 488,8-14-533,6-16-27,-6 4-1127,4-6-2744,-7-1-2823,5-4 6654,-7-3 0,11-2 0,-3 0 0</inkml:trace>
  <inkml:trace contextRef="#ctx0" brushRef="#br2" timeOffset="222186">10340 21714 14891,'4'7'3338,"-1"-2"-3517,-3-5 89,0 0-867,79 9 464,-27 0 521,-3-1 0,-3 2 1249,-10 9-100,-29 4 245,-8 7 39,-12 5-620,-6 4-415,-7 0-278,10-12 1,1-1-149,-2 9-157,2 5-414,12-15 397,4-11 12,6 0 89,0-10-28,9 2 90,-6-1-40,4 5 91,-6 13 44,-2 0 11,-2 14 11,-4-6 6,0 3-61,0-3-46,0-1-5,0-4-369,0-1 15,3-10-385,4-2 184,3-10 292,4-2 196,-4 0 112,3 5 145,-4 9-128,4 10-314,-4 0-1210,-1 1-4061,-5-13 5523,-13-2 0,7-6 0,-9-3 0</inkml:trace>
  <inkml:trace contextRef="#ctx0" brushRef="#br2" timeOffset="222536">10371 22604 17227,'33'35'496,"1"0"1,-3-4-1,-4-4-310,-11-9-74,15-4-73,14-6-17,-15-12 1,0-3-23,21-2 45,-8-11 95,-22 12 218,-4 4-100,-2 3-141,0 1-117,0-2 0,17-30 0,-19 22 0,9-22 0</inkml:trace>
  <inkml:trace contextRef="#ctx0" brushRef="#br2" timeOffset="223154">10798 21825 11379,'0'-6'4661,"0"0"-4759,10-30 0,4-11-1795,-5 19 1,1-2 1266,3-11 1,1-5 0,0 2-2106,1 1 1,-2 3 2537,0 0 1,0 1 295,-2 6 1,-1 1 1404,4-16 3685,-4 21-3860,-7 16-661,-2 16 1141,-1 7-1432,6 4 976,5-5-1043,25-4-250,-10-19 1,0-5-65,1 4 0,-1-3-265,3-12 0,-5-4 195,-7 6 0,-2 0 30,-1-1 1,-1 0 33,-2 1 1,0-1 2,0-5 0,0-1 101,-2 5 0,0 1 462,7-25-263,-4 22 50,-2 11 12,-2 3 256,5-9-554,2-7-58,0 2 0,-1-3-20,-2 6 0,-1 0 14,4-9 1,0-1 2,-2 1 0,-1 2 0,8-13 61,-9 17 1,0 1 123,7-2-62,-2 8 0,2-2-48,2-1 1,1-2-57,4-6 1,-1-1-261,-6 9 1,-2-1 240,2-22 0,-15 33 0,-3-1 0</inkml:trace>
  <inkml:trace contextRef="#ctx0" brushRef="#br2" timeOffset="223456">11537 19699 20862,'47'-22'-325,"-1"1"0,1-1 0,-4 2 1,0 0-1,-3 1 227,7-3 0,-4 2-164,-14 5 0,-2 3 306,3-2 1,-5 3 799,-12 6 819,-13 40-915,-7-3 0,0 5-659,3-1 1,2 3 0,0 0-1215,-5 14 0,5 1 1125,8-15 0,3 0 0,-1-5 0,2 6 0,13 0 0</inkml:trace>
  <inkml:trace contextRef="#ctx0" brushRef="#br1" timeOffset="235708">7844 25582 17473,'-2'7'2919,"1"-2"-2987,1-5-167,0 0 454,-2-28 150,22-16-131,-3 2 0,1-3-205,5 5 1,2 2-423,4-5 0,-1 3 406,-6 10 0,1 2 2,9-7 1,1 3-29,-4 10 1,1 2 16,3-2 1,0 6 69,-4 18 1,-2 6 16,13 13-187,-19-1 0,-2 3 226,13 16 118,3 2 7,2-1 127,1-3 51,4-6-183,-13-14 1,0-3-159,17 0-94,-17-6 1,-1-2 36,7-6 454,4-12-4671,-12-14 4178,-18-11 0,-4-3 0,2 3 0,-11 7 0,1 1 0</inkml:trace>
  <inkml:trace contextRef="#ctx0" brushRef="#br1" timeOffset="236007">8666 24839 17152,'52'5'39,"0"0"0,-3 0 1,-3 3-38,-17 1 1,-1 4 17,11 6-1,0 4 673,-6 4 0,-3 4 238,-1-1 0,-4 2-313,-9 2 0,-7 2-57,-7-8 0,-4 1-194,-2 1 1,-2 0-126,-1 0 0,-1 1 19,-5 6 0,0 0-1854,5-9 1,1-2-4411,-7 22 6053,12-29 0,2-16 0,0-3 0</inkml:trace>
  <inkml:trace contextRef="#ctx0" brushRef="#br1" timeOffset="238340">12125 24388 13961,'32'-32'244,"-1"1"1,1-1-1,-1 1 1,9-9 0,-1 1-1,-2 6 84,-1 7 0,0 4 344,13-6 0,0 4-412,-14 10 1,0 2-20,8-1 0,-3 3 1450,7 12-1075,-17 11 0,1 6-218,1 6 0,0 4-206,-3-2 0,2 3 0,-2 0-399,8 7 0,-2 0 366,3-2 1,0-4-17,-10-11 0,1-2 143,14 1 0,2-3-169,-10-5 1,1-3-18,10 1 1,3-3 59,1-9 0,-2-4-118,-11 2 0,0-3-14,9-4 0,-1-1-26,-18 1 1,-2-1 473,17-11-476,-8 4-626,-5-3 626,-7-8 0,-8 14 0,-7-5 0</inkml:trace>
  <inkml:trace contextRef="#ctx0" brushRef="#br1" timeOffset="238709">13866 23669 16499,'-1'-7'4005,"-1"2"-3664,2 5 258,0 0-168,43 36-265,-12-17 0,5 1-858,6 2 1,5 1 0,-1-1 691,-7-5 0,-1-3 0,1 0-23,3-1 1,1-2 0,-2-1-43,0 1 1,-2-1 147,-2-1 0,-3 2-83,16 12 978,-32 0 0,-7 6 293,-14 9 1,-7 3-892,0 0 1,-3 0-476,-10 6 1,-2-2 94,8-15 0,2-1-78,-7 19 630,11-10-10383,15-14 9100,3-12 0,1-7 1,-3-5-1</inkml:trace>
  <inkml:trace contextRef="#ctx0" brushRef="#br1" timeOffset="239346">12402 25462 17943,'31'-39'322,"0"0"0,0 1 0,-2 2 0,3-1 0,-1 1 0,-3 3-132,8-5 1,-2 3-625,-2 3 0,1 0 0,-2 3 563,-2 4 0,0 5 565,3 4 0,1 5-53,-4 6 0,-1 7-280,10 13 1,-1 8-77,5 9 1,-2 3-563,-3 2 0,0-1 487,5 1 1,0-3-82,-9-10 0,3-4-75,0-4 1,4-2 0,2-2 53,2-3 0,2-3 1,1-1-60,-4-1 0,2-2 0,0-1 0,-3-1-89,5-4 1,-3-1 0,-1-2 39,-4-1 0,-2-1 0,-3-2 0,-3-2 0,-3-2 0,2-4 0,0 0-240,12-12-872,-18 13 0,-2-1-2764,6-10 3876,3-10 0,-17 20 0,1-3 0</inkml:trace>
  <inkml:trace contextRef="#ctx0" brushRef="#br1" timeOffset="239658">14144 24617 19193,'41'33'30,"0"0"0,0 1 0,-2-8 0,3 0 0,0-2 0,-3-6-30,9-2 0,0-5-21,-6 0 0,3 0 1,-3 0 997,0-3 1,-3 2-1001,3 4 1,-4 5 503,-13 1 1,-4 4-437,0 9 0,-5 3-45,-10-5 0,-4 0 42,-4 4 1,-2-2-1897,-13 21 2048,1-18 0,-2-2 0,-4 2 0,-3 5 0</inkml:trace>
  <inkml:trace contextRef="#ctx0" brushRef="#br2" timeOffset="243477">10140 24653 16415,'5'24'2705,"3"11"-2557,-4-8 1,0 4-454,4 7 0,1 4 1,1 2 671,2 4 1,0 2 0,2 1-575,-1-4 0,1 1 1,0 1-1,-1-4 321,3 4 0,-1-2 0,0-2-58,-2-7 0,0-1 0,-1-4 237,-1-5 1,0-4-250,5 17-38,-4-13 44,-1-8 565,-5-11-553,-1-4 1889,-4-5-2971,-1 0-2940,0-6 3960,-3-5 0,3 2 0,-3-1 0</inkml:trace>
  <inkml:trace contextRef="#ctx0" brushRef="#br2" timeOffset="243843">10120 25414 8892,'-6'-2'7792,"2"1"-4392,4 1-1721,49 79-1074,-31-55 1,1 1-388,5 8 0,3 5 1,-3-6 50,12 6-68,-11-18-49,-13-16 206,4-4 112,6-20 13,11-12-310,-4-6-55,1 0-34,-13 15-39,0 7-45,-6 4-572,13 4 572,1 5 0,-5 2 0,-4 1 0</inkml:trace>
  <inkml:trace contextRef="#ctx0" brushRef="#br1" timeOffset="249110">2019 20914 17972,'14'-2'1854,"-3"1"-516,-10 1 925,-1 0-2263,6 0 6,6 0 33,29 0-34,-11-1 1,2-1-3,9 2 0,0 0-131,-5-2 0,-3 1 123,20 1 5,-28 0 39,-10 0-5,-8 7 201,-4 17-118,-23 26-97,6-12 0,-3 3 5,-3-5 0,-1 1-126,-1 1 0,0-1 143,7-11 0,0-1 58,-2 7 1,1-1 56,-3 22-104,10-24 1,1-3-21,7 3 18,12-12-46,9-14 492,12-2-407,10-1-32,-10-7 1,2-4-45,-2-1 0,0-1-137,5-6 0,-3-1-1053,9-9-2162,-16 8-3182,-17 9 6520,0 0 0,-6 5 0,-1 2 0</inkml:trace>
  <inkml:trace contextRef="#ctx0" brushRef="#br1" timeOffset="249661">3299 21449 18246,'-11'-50'93,"0"-1"0,0 1 0,-1 1 0,-2 0 0,0 2 234,-1 6 0,0 2 0,0 2-717,-4-7 1,2 3 534,3 6 1,4 2 89,3-4 500,4-9-550,23 0-179,-2 4 11,19 8-17,-3 16-96,0 4-356,-1 5-5032,8 4 5484,-18 5 0,0 1 0,-18 0 0</inkml:trace>
  <inkml:trace contextRef="#ctx0" brushRef="#br1" timeOffset="249829">3152 20977 20218,'42'-6'-789,"1"0"0,-1 0 0,1 0 0,16-1 0,-8 1 0,-4-5 0</inkml:trace>
  <inkml:trace contextRef="#ctx0" brushRef="#br1" timeOffset="250144">3676 21236 14174,'36'-25'-268,"-1"1"1,1-1 0,10-6 0,-18 2 625,-42 3 633,-19 13 527,-6 11-482,-13 10-1187,10 6-9477,2 7 9303,18-4 325,13-6 0,7-8 0,1-2 0</inkml:trace>
  <inkml:trace contextRef="#ctx0" brushRef="#br1" timeOffset="250477">3917 20466 17456,'9'44'372,"1"0"1,-1 0-1,1 0 1,-1 0 0,4 9-1,0 1 1,-1-2-1,1-6-372,-1-4 0,0-5 0,1-1-839,6 15 0,1-5 237,-7-18 0,1-4-3688,8 11 4381,-9-13 1,-7-13 0,-4-6-1</inkml:trace>
  <inkml:trace contextRef="#ctx0" brushRef="#br1" timeOffset="250644">3890 20929 19115,'0'-5'274,"0"1"-324,0 4-942,91-38-7146,-40 21 8138,-9 2 0,8-3 0,-9 4 0,-4 4 0,-1 2 0</inkml:trace>
  <inkml:trace contextRef="#ctx0" brushRef="#br1" timeOffset="250944">4368 21127 16107,'52'5'-68,"1"-1"1,-10 3 0,-7-8-157,-14-27 224,-16 4 230,-7-7 335,-25 5-223,3 5 84,-19 10-152,15 11-274,4 4-476,5 4-1020,6 4-3651,5 1 5147,4 0 0,3-8 0,0 0 0</inkml:trace>
  <inkml:trace contextRef="#ctx0" brushRef="#br1" timeOffset="251460">4826 20926 17487,'17'52'209,"-1"0"0,-2-5 1,1-16-391,1-33-116,-2-14 67,-1-11 118,0 1 67,-2 5 45,-1 7 800,0 7 450,-2 13-1043,8 14-465,1 1-1943,2 2-7630,-1-13 9481,-7-5 0,-5-3 0,-3-2 1</inkml:trace>
  <inkml:trace contextRef="#ctx0" brushRef="#br1" timeOffset="251779">5317 21031 11978,'34'-43'913,"-1"0"0,-4 6 0,-13 9-341,-29 18 587,-9 9-319,-1 5-100,-1 9 694,-9 23-838,17-11 1,3 2-505,-1 4 0,2 0-388,-2 16-494,19-16-1075,11-22-2353,11-5-1495,20-9 5713,-13-8 0,-1-1 0,5 3 0,5-15 0</inkml:trace>
  <inkml:trace contextRef="#ctx0" brushRef="#br1" timeOffset="252028">5575 20902 14292,'-10'0'4918,"3"0"-4537,7 0-264,0 0-273,-13 52-393,49-28 204,-14 10 0,2 0 275,11-19 0,3-5-44,-1 3 0,-5 2 293,3 13 903,-14 21-836,-15 6-1109,-16-19 1,-8-2 862,-1-5 0,-3-3 0,-15 6 0,7-16 0</inkml:trace>
  <inkml:trace contextRef="#ctx0" brushRef="#br1" timeOffset="253228">7256 20529 12528,'6'52'346,"1"0"0,0 0 0,0 0 0,-1 0 0,2-9 0,0 3 0,0 2 0,2 1 0,0 2 0,0 1 1,1 0-1,0 2 0,0-1 0,1 0-540,0-4 0,0 1 0,0 1 1,1 1-1,0 0 0,1 0 1,0 1-1,0 0 0,-1-1 0,1 2 1,0-1-1,0-1 238,-1-1 1,0 0 0,1 1 0,-1-1 0,0 1 0,0 0-1,1 0 1,0 0 0,-1 0 0,1 0 0,0-1 0,0 0-1,1 0-81,0 4 1,1-1 0,1 1 0,-1 0-1,1 0 1,0 0 0,0-1 0,0-1-1,-1 0 1,0-2 0,0-1 0,-1-1 104,1 3 0,0-3 1,-1-2-1,0 0 1,0-1-1,-1 0 1,1 0-1,0 2 1,0 2 45,-1-3 1,1 0-1,0 2 1,0 0-1,0 1 1,0 0 0,-1 0-1,1 0 1,-1 0-1,0-1 1,0-1-5,1 7 0,0-1 0,-1-1 1,0 1-1,0-1 0,-1 0 0,1 0 1,0 0-1,-1 1-124,0-4 1,-1 1 0,1 0 0,0 1 0,-1-1 0,0 0 0,0-1-1,0-1 1,-1-1 0,0-2 17,1 7 1,-1-2 0,0 0 0,-1-2 0,0-2 0,0-2 0,-1-2-21,2 11 1,-1-3-1,-1-3 1,1-3-137,1 1 1,0-4 0,1-1-415,3 7 1,0-1-424,0 0 1,1 0-793,0-2 0,-1 0 1981,2 10 1,-1-4 0,0-1 0,-8-22 0,0 1-1</inkml:trace>
  <inkml:trace contextRef="#ctx0" brushRef="#br1" timeOffset="253963">7663 20261 13976,'47'-8'260,"-1"1"0,1-1 0,-1 0 0,1 1 0,-1-1 0,6 0 0,-1-1 0,0 1 0,0 0 0,3 1-948,0-1 1,1 1 0,2 0-1,0 0 1,-1 0 0,-1 0 751,-4 0 0,-2 1 1,0 0-1,0 0 1,2 0-1,3-1-26,-8 2 0,2-1 0,1 0 0,1 1 0,2-1 0,-1 0 0,1-1 0,-1 1 0,0 0-29,1-1 0,0 0 1,-1-1-1,2 1 1,-1 0-1,0-1 0,0 1 1,0-1-1,0 1-123,0-1 0,-1 1 0,1 0 0,0 0 0,0 0 0,0-1 0,-1 1 0,-1-1 0,0 1 76,3-2 0,0 0 0,-1 0 0,0 0 0,-1 0 1,-1-1-1,-2 1 0,-1 0-116,9-2 0,-2-1 0,-2 1 0,-1 0 1,0-1-48,-2-1 1,1 1-1,-2-1 1,0 0-1,0 0-215,6-2 0,-1-1 1,-1 0-1,-1 0-122,-3 0 0,0 0 1,-1-1-1,0 0 477,-2-1 0,1-1 1,-2 1-1,-4 2 1,9-4-1,-5 1 1,-3 1-1,0 0 1</inkml:trace>
  <inkml:trace contextRef="#ctx0" brushRef="#br1" timeOffset="254012">12085 19335 7123,'0'0'0</inkml:trace>
  <inkml:trace contextRef="#ctx0" brushRef="#br1" timeOffset="254711">12546 19214 12713,'2'7'2228,"0"-2"-2261,-2-5 162,0 0 257,0 16 275,0-6-5,0 14-220,0-8-234,0 4-62,0 28-121,-1-10 1,2 7 105,-1 4 0,2 7 0,0 0-761,0-13 1,0 0 0,1 2 0,0 1 754,1 0 0,0 3 0,1 1 0,0 0 0,0-1 13,1-2 0,0 0 0,0 0 0,2 1 0,0 5-45,-1-7 1,2 2-1,0 3 1,0 0 0,1 2-1,0 0 1,0 1-1,1-1-49,-1-4 1,0 0 0,0 0-1,1 0 1,0 1 0,-1 1-1,2 0 1,-1 1 0,0 1-235,0-1 0,1 0 0,-1 2 0,1 1 1,0 1-1,0-1 0,0 1 0,0-1 1,0-2-1,0 0 0,-1-2 225,1 2 1,0-1 0,0 0 0,-1-2 0,1 0 0,-1-1 0,1 0 0,-1 0 0,0 1-168,1 3 1,-1 1-1,1 0 1,-1 0 0,1-1-1,-2-1 1,1-2 0,-2-1 252,1 2 1,0-3 0,-2-1 0,1-1 0,-1 0 0,0 1-190,1 1 0,-1 0 0,-1 0 0,1 0 1,0-1-1,-1 1 173,1 1 1,-1-1 0,0 1 0,0-1 0,0 0 0,1 1-10,-1-1 1,0 1 0,0-1 0,0 1-1,1-1 1,-1 1-34,0-2 0,-1 0 0,1 0 0,0 0 0,0 2 0,1 1 15,-1-4 0,1 3 0,1 1 0,0 0 0,0 1 0,0-1 1,0-2-1,-1-1-45,2 3 0,-2-1 0,1-2 0,0 0 0,0 0 0,1 3-8,0 1 0,0 1 0,1 2 1,1 0-1,-1-1 0,0-2 0,-1-3-9,1 1 0,0-3 1,-1-1-1,1 0 1,0 3 3,1 2 0,0 1 0,0 3 0,0-1 0,0-2 0,-1-2-13,0-2 0,-1-3 0,-1 0 0,0 0 0,1 1 76,1 7 0,1 2 1,-1 1-1,0-2 0,-2-2-94,0-2 0,-2-1 1,-1-2-1,0 0-166,2 10 0,-1-1 0,0 0-40,-1-3 1,-1 1 0,0-3-262,-1-3 1,0-2 0,-1-2-1147,-1 3 0,-1-1-2119,0-1 1,0 0 3748,-1-1 0,0-4 0,0 4 0,0-6 0</inkml:trace>
  <inkml:trace contextRef="#ctx0" brushRef="#br1" timeOffset="255395">8960 27008 21770,'50'7'85,"0"0"1,0 0 0,0 0-1,0 0 1,-3-1 0,0-1-1,2 0 1,0-1 0,0 0 0,2-2-633,-3-2 1,1 0 0,1-2 0,1 0 0,0-1 0,0 0 0,1-1 617,-3 1 1,-1-1-1,1 0 1,0-1-1,1 0 1,2-1-1,0 0 1,3-1-72,-5-1 0,2 0 1,1-1-1,2 0 1,0-1-1,1 0 1,1 0-1,-1-1 0,0 1 1,-1-1-1,0 1 24,-2 0 0,0 0 0,-1 0 0,1 0 0,0 0 0,-1-1 0,1 1 0,-1-1 0,0 1 0,0 0 0,-1-1-54,4 0 0,0 0 0,0 0 0,0-1 0,-1 1 0,0 0 0,-1 0 0,0 0 0,-2 1 1,-2 0 29,11-2 0,-1 1 0,-1-1 0,-2 2 0,-3 0 0,-3 0 0,-4 2-169,14-1 1,-8 1 0,-3 1-106,6-1 0,-4 2-50,-8 3 1,0 1 323,2 1 0,-3 0 0,5 1 0,3 0 0</inkml:trace>
  <inkml:trace contextRef="#ctx0" brushRef="#br1" timeOffset="258713">15735 23786 19798,'53'-8'276,"1"0"0,-3-1 1,-6 4-109,3 9 296,-8 8 456,-11 9 60,-14 12-465,-10 10-325,-13 6-123,0-21 1,-2 2 122,-9 14 0,-2 1-67,5-10 1,1 0-227,-4 9 1,3-1 315,6 8 79,8 3 27,36-18-266,-9-19 0,3-3-53,2-7 0,2-3-59,1-3 1,-2-4-906,9-7-2509,-3-9 3473,2-18 0,-19 16 0,-1-3 0</inkml:trace>
  <inkml:trace contextRef="#ctx0" brushRef="#br1" timeOffset="259198">16710 24620 14034,'8'3'4868,"-2"0"-4554,-6-3 402,0 0-660,38-67-1292,-23 21 1249,-2 12 0,2-5 0,-4 3 12,-7-2 1,-3 1-10,0-1 1,-2-3-1,-3 4 0,-2-1 1,-1-1 19,-1-14 0,-1 0-33,-2 1 0,1 2 14,2 11 0,2 4-12,5-4 74,2 6-46,10 0-27,6 3-6,12-1-457,-5 15 1,3 1 456,17-2 0,-4 2 0,-20 14 0</inkml:trace>
  <inkml:trace contextRef="#ctx0" brushRef="#br1" timeOffset="259364">16784 24147 12570,'38'-5'-878,"1"0"1,-1 0-1,8-1 1,-9 1-1,-21 1 1</inkml:trace>
  <inkml:trace contextRef="#ctx0" brushRef="#br1" timeOffset="259647">17215 24325 19563,'39'-4'-202,"-1"0"0,-4 0 1,-9-4 201,-20-22 263,-26-2 230,-19 14-320,10 13 1,-2 5-62,-22 13-112,11 11-95,25 0-857,9-7-1238,5-6-7641,28-34 9624,-7-5 0,10-4 0,-15 10 0</inkml:trace>
  <inkml:trace contextRef="#ctx0" brushRef="#br1" timeOffset="259848">17486 23624 19951,'0'45'358,"0"-1"1,0 1-1,0 0 1,2 0-1,0 1 1,1-2-1,0-2-358,0 1 0,0-2 0,1-2-891,5 17 1,2-5-45,-3-22 0,1-4-3176,4 14-2696,-4-19 6807,-12-15 0,1-6 0,-5-4 0</inkml:trace>
  <inkml:trace contextRef="#ctx0" brushRef="#br1" timeOffset="260230">17382 24042 21190,'40'0'-2080,"-1"0"1,0 0 0,16 1 0,-4 2-201,-21 1 0,-3 1 1587,25 12 1230,-23-3 1,-2 3 3602,12 14-858,-7 1-2261,-17-7-114,-13-7-31,-1-1-31,1-1 111,7 7-598,8-7-134,3-2-112,4-8-89,-7-9-23,0-7-280,-4-7 44,-6-9 29,-2-4-414,-10-10 307,-20 13 314,3 3-5,-17 17 5,16 14-7991,2 12 7991,11-3 0,4 3 0,6-14 0</inkml:trace>
  <inkml:trace contextRef="#ctx0" brushRef="#br1" timeOffset="260513">18158 24096 18941,'35'25'64,"0"0"1,0 0-1,16 4 1,-5-13-267,-6-34 62,-2-12 106,-15 6 34,-4 7 348,-7 8 1365,-4 7-1074,-1 23-1765,11 3 1126,12 7 0,-9-12 0,2-13 0</inkml:trace>
  <inkml:trace contextRef="#ctx0" brushRef="#br1" timeOffset="260800">18873 24111 14298,'28'-26'-528,"-1"0"0,1 0 0,14-12 0,-18 6 2109,-41 18-276,0 0 131,-18 23-137,6 12-330,1 12-241,4 11-201,6 0-208,8 1-179,5-4-77,5-8-847,17-2 784,9-26 0,4-4 0,-1 9 0,23-18 0</inkml:trace>
  <inkml:trace contextRef="#ctx0" brushRef="#br1" timeOffset="261064">19291 23946 19863,'-15'37'0,"1"0"0,0 1 0,-5 13 0,14-8 306,25-23 1,10-5-764,6-1 1,3 0 302,7 4 0,0 1 218,-10-6 1,-4 2 568,8 23 414,-51 4-753,-4-16 0,-6 0-1136,-17 6 1,-7 0 841,0-3 0,-5 1 0,4-3 0,5-3 0,1-2 0,-7 3 0,0 1 0</inkml:trace>
  <inkml:trace contextRef="#ctx0" brushRef="#br1" timeOffset="272300">575 24526 24727,'45'-17'0,"0"-1"0,1 0 0,-1 1 0,1-1 0,-1 0 0,0 1 0,6-3 0,0 0 0,0 0 0,-1 1 0,1-1 0</inkml:trace>
  <inkml:trace contextRef="#ctx0" brushRef="#br1" timeOffset="272482">388 24177 18683,'-2'7'1473,"0"-2"-1467,2-5 39,109-16-1605,-76 10 0,1-1 1144,17-2 0,8-2 0,-5-1 416,-14 1 0,-3 0 0,-4 1 0,-1 0 0,-3 1 0,0-1 0,0 0 0</inkml:trace>
  <inkml:trace contextRef="#ctx0" brushRef="#br1" timeOffset="272851">729 23651 17832,'-4'-8'1238,"1"1"-667,3 7 370,0 0-370,58 5-437,-14 10-738,4-5 0,3 2 606,-12 2 1,1 1 0,2-3 1,5-1 0,0 0-86,2-2 0,0-1 0,1 2 48,5 3 1,0 2-1,-4-1 238,4 2 1,-8 4 453,-17 5 1,-11 5 60,-15-1 1,-6 1-141,-5 7 1,-4 1-56,-1 3 0,-2 2-239,-2-4 1,-2 3 0,1 0-210,5-4 1,1 0 0,0 0-175,-6 17 0,2-3-364,7-13 0,7-8-2848,21-9 3310,25-17 0,-16-6 0,11-5 0</inkml:trace>
  <inkml:trace contextRef="#ctx0" brushRef="#br1" timeOffset="273852">20855 22902 19283,'-2'3'2385,"0"0"-435,2-3-601,60-4-911,-25 3-298,8-1 0,3 0-90,-10 2 1,-2 0-96,19 0-294,-21 0 0,-2 0-3190,-3 0 3529,-13-17 0,-9 12 0,-5-12 0</inkml:trace>
  <inkml:trace contextRef="#ctx0" brushRef="#br1" timeOffset="274018">20748 22577 16796,'47'0'-107,"1"-1"0,-1 1 0,0 0 0,-5-1 0,-3 1 0,-4-1 0,-2 1 0,0 0 0</inkml:trace>
  <inkml:trace contextRef="#ctx0" brushRef="#br1" timeOffset="274302">21353 22258 24816,'38'31'-205,"1"-1"1,-1 1 0,1-1-1,-1 1 1,1 1 0,-1 0-1,-1-2 1,4-5 101,2-5 1,4-5 0,-1-1 0,-3-1-1254,0 2 0,-3 0 1,-1 0 1355,-3 0 0,-2 1 0,-2 2 353,7 8 0,-10 7 832,-17 2 0,-8 7 0,-8 0-481,-15 7 0,-11 0 0,0 1-704,10-12 0,-1 0 0,0 0 0,-4-2-185,-5 1 0,-3-1 1,-1-1-1,4-5 185,-7 6 0,5-5-1726,-7 7-6771,19-19 8497,20-23 0,0 3 0,2-5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1:17:59.486"/>
    </inkml:context>
    <inkml:brush xml:id="br0">
      <inkml:brushProperty name="width" value="0.05292" units="cm"/>
      <inkml:brushProperty name="height" value="0.05292" units="cm"/>
      <inkml:brushProperty name="color" value="#FF0000"/>
    </inkml:brush>
  </inkml:definitions>
  <inkml:trace contextRef="#ctx0" brushRef="#br0">46804 7681 24575,'0'0'0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1:18:44.646"/>
    </inkml:context>
    <inkml:brush xml:id="br0">
      <inkml:brushProperty name="width" value="0.05292" units="cm"/>
      <inkml:brushProperty name="height" value="0.05292" units="cm"/>
      <inkml:brushProperty name="color" value="#FF0000"/>
    </inkml:brush>
  </inkml:definitions>
  <inkml:trace contextRef="#ctx0" brushRef="#br0">29759 12884 24575,'39'-3'0,"-11"2"0,4 0 0,17-1 0,8 0-1776,-15 2 0,5 0 0,1 0 0,0 1 1776,0 0 0,1 0 0,0 1 0,3 0 0,-2 0 0,3 0 0,1 1 0,-1 0 0,-2-1 0,6 2 0,-3-1 0,0 1 0,0-1 0,-2 1 0,1 0 0,-1 0 0,-1 0-201,-3 0 1,0 0 0,-1-1 0,-1 1 200,8 0 0,-3-1 0,2 1-8,-9-1 0,0 1 0,0-1 0,-2-1 8,3 1 0,-1-2 0,0 1 0,6 1 0,0 0 0,1-1 0,2 1 0,1 0 0,-1 1 0,-2-2 0,0 1 0,2 0 0,-9-1 0,3 0 0,-2 0 0,-2 0 0,0-1 0,-3 0 0,1 0 0,3 0 0,0-1 0,-1 1 0,-4-1 0,-2 0 0,2 0 0,5 1 0,2 0 0,2-1 36,-1 0 1,4 0-1,0 0 1,-1 0-37,-2 0 0,-2 0 0,2 0 0,2 0 0,-1-1 0,2 1 0,2-1 0,-1 0 0,-1 0 0,-4 1 0,-1-1 0,-1 0 0,0 0 0,0 1 0,6-1 0,-1 0 0,-1 0 0,-1 0 698,9 0 0,-1 0 1,-8 0-699,-13 0 0,-5 1 489,10-1 1,-38 0 0,-2 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1:19:36.994"/>
    </inkml:context>
    <inkml:brush xml:id="br0">
      <inkml:brushProperty name="width" value="0.09071" units="cm"/>
      <inkml:brushProperty name="height" value="0.09071" units="cm"/>
      <inkml:brushProperty name="color" value="#FF0000"/>
    </inkml:brush>
    <inkml:brush xml:id="br1">
      <inkml:brushProperty name="width" value="0.09071" units="cm"/>
      <inkml:brushProperty name="height" value="0.09071" units="cm"/>
    </inkml:brush>
    <inkml:brush xml:id="br2">
      <inkml:brushProperty name="width" value="0.09071" units="cm"/>
      <inkml:brushProperty name="height" value="0.09071" units="cm"/>
      <inkml:brushProperty name="color" value="#00B0F0"/>
    </inkml:brush>
    <inkml:brush xml:id="br3">
      <inkml:brushProperty name="width" value="0.09071" units="cm"/>
      <inkml:brushProperty name="height" value="0.09071" units="cm"/>
      <inkml:brushProperty name="color" value="#00B050"/>
    </inkml:brush>
  </inkml:definitions>
  <inkml:trace contextRef="#ctx0" brushRef="#br0">14254 14134 16331,'9'-15'633,"-1"0"-197,-3 10-38,1-2 179,4-3-252,4-2-197,0-4 80,2-2-23,-4 0-28,3-4 28,-3-2 352,4-18-27,-6-2-334,-4 14 1,-1 0-88,-1-14 12,-2 1-23,-2 15 12,0-1-6,0 1 67,0-15 0,0-2-100,0-4 5,0 4 11,0 14-17,0-2 6,0 1 91,0-14 4,4-4-90,-1 17 1,0 0 33,4-17 40,1 0-1,-3 20-5,2 0-11,1 6 78,2-5 72,2 5-167,-3 4-17,-2 7-28,-3 9-11,-1 2-39,0 1 38,4 1 74,7 0-28,8 0-85,3 0-5,-2 0-392,-7 0-1451,-5 0-1669,-2 0 3512,-8 7 0,1-6 0,-5 6 0</inkml:trace>
  <inkml:trace contextRef="#ctx0" brushRef="#br0" timeOffset="517">14217 13373 18487,'33'-9'3148,"9"0"-2504,10 4-324,-5 2-91,5 2-78,-15 1-67,3 0-22,-3 0-23,8 0 73,-9 0-106,-6 0-1,-14 0-5,-13 0-4946,-2-12 4946,-1 4 0,0-6 0,0 9 0</inkml:trace>
  <inkml:trace contextRef="#ctx0" brushRef="#br1" timeOffset="23223">33264 8732 20733,'42'-3'188,"1"0"1,-1 0 0,0 0 0,14-1-1,1-1 1,-4 0-77,-10 1 0,-3-2 0,1 1-429,2 0 1,0 0 0,2 0 341,-3 1 0,3 0 1,0 0-1,-1 1-12,9 1 0,-1-1 0,0 1-11,4 0 0,1-1 0,-5 2-305,0 1 1,-5 0-1023,-14 0 1,-5-3 1511,5-16 0,-15 11 0,-4-10 0</inkml:trace>
  <inkml:trace contextRef="#ctx0" brushRef="#br1" timeOffset="24139">33358 6178 18464,'-40'22'1389,"1"-1"1,4-2-1,9-4-1148,20-9 409,21-2 106,16 2-451,-1-2 0,4 0-1325,12 0 1,9 1 1146,-11-2 1,5 1 0,4 0 0,2 0 0,-1 0-100,-6-1 1,1-1 0,0 1 0,1 0 0,-1-1 0,1 1-388,0 0 0,0 0 1,1 0-1,-2 0 0,0-1 1,-2 1 358,14 0 0,-1 0 0,-5 0 0,-7-1-82,1-1 1,-8 1-498,-9 1 0,-2 1-2921,22 4 3500,-15 7 0,-17-8 0,-13 3 0</inkml:trace>
  <inkml:trace contextRef="#ctx0" brushRef="#br1" timeOffset="24957">33598 13256 20868,'51'-3'120,"0"0"0,-1-1 1,1 1-1,-1 0 1,1 0-1,0 0 0,5 0 1,0 0-1,0 0 1,-1 0-1,-2 0 1,-3 0-761,9-2 0,-3 1 1,-2-1-1,-1 1 532,-7 1 0,-1 1 0,-3 0 1,-4 0-949,7 1 0,-6 0 1301,-6 0 1,-5 2 0,0-1 0,-12 0-1</inkml:trace>
  <inkml:trace contextRef="#ctx0" brushRef="#br1" timeOffset="25459">33735 11950 23882,'47'-5'124,"0"0"1,1 1-1,-1-1 1,0-1 0,1 1-1,2 0 1,-1-1 0,-2 0-291,2 0 1,-3-1 0,1 1 0,3 0-97,0 1 1,3 1 0,1 0 0,-2 0 0,-6 0 0,3-1 0,-6 0 0,-1 1 0,13 4 0,-1-1 0</inkml:trace>
  <inkml:trace contextRef="#ctx0" brushRef="#br1" timeOffset="26781">38956 4346 16342,'0'7'3014,"0"-2"-2113,0-5 1138,0 0-600,53 0-1120,-9 1 1,7 0-1040,-10 1 1,5 0 0,2 1 0,-2-1 730,10 1 0,-1 0 1,0 0-12,-10 1 0,0 1 0,0 0 0,-3-1-97,1 0 0,-3-1 0,0 1-452,1 0 0,0 1 0,0-1 549,5-1 0,1 0 0,-4 0 0,-6 1 0,-2-1 0,0-1 0,0 0 0</inkml:trace>
  <inkml:trace contextRef="#ctx0" brushRef="#br1" timeOffset="27506">38935 5995 18302,'0'3'3439,"0"0"-2966,32-2 1,18-2-934,-12 0 1,2-1 0,4 1 471,6 0 1,6 0 0,2 1-1,-1-1-849,-11 1 0,0-1 1,1 0-1,-2 0 0,-1 0-608,1 0 0,-1 1 0,-1 0 0,-2 0 1445,5 0 0,-1 0 0,-9 0 0,3 0 0,-18 0 0</inkml:trace>
  <inkml:trace contextRef="#ctx0" brushRef="#br1" timeOffset="28542">38935 8257 14773,'0'5'3607,"0"-1"40,0-4-1664,69 8-1485,-22-6 1,5 0-1163,-9 2 0,3-1 0,1 0 686,1-1 0,0 0 1,-3-1-23,7 0 0,-2 1 0,0 0 0,-3 0-289,-4 0 0,0-1 289,7 1 0,-3-1 0,-2 1 0,6-2 0</inkml:trace>
  <inkml:trace contextRef="#ctx0" brushRef="#br1" timeOffset="29208">39053 9394 20447,'51'-2'180,"1"0"0,-1 0 0,1 0 0,0 1 0,1-1 0,-1 1 0,-2 0 0,-4 0-180,0-1 0,-3 1 0,-3 0-25,2 0 0,0 2-1280,-4-1 0,3 0 0,0 0 1153,-3 0 0,0 0 1,-1 0-1,10 0 0,-4 0 1,-13 0-1,1 0 1</inkml:trace>
  <inkml:trace contextRef="#ctx0" brushRef="#br1" timeOffset="30874">39073 11926 8035,'3'9'9830,"0"-3"-8765,-3-6 1410,0 0-727,110-4-1479,-75 3 0,2 0-752,2 0 1,7 0 0,1 0 0,-4 0 517,-4 0 1,-2 1-1,0-1-35,3 1 0,0 0 0,0 0-34,-1 1 1,0 0-1,-1 1-511,0 1 0,0 1 0,1 1 545,1 2 0,2 1 0,-5 0 0,-4-1 0,-2 0 0,-2 1 0,1 0 0</inkml:trace>
  <inkml:trace contextRef="#ctx0" brushRef="#br1" timeOffset="31775">39103 13084 21327,'46'-6'345,"1"-1"1,-1 0 0,1 0-1,-1 1 1,1-1 0,-2 1 0,-1 0-346,2-3 0,-3 1 0,4 0-1743,2 2 0,3 0 0,1 0 0,-2 1 1743,-7 1 0,-1 0 0,-1 1 0,0 0 0,8-1 0,-1 0 0,-5 1 0,-6 3 0,0-1 0</inkml:trace>
  <inkml:trace contextRef="#ctx0" brushRef="#br1" timeOffset="32625">39216 14633 21388,'43'-9'512,"-1"-1"1,0 0-1,1 0 1,3-1 0,0 1-1,-1 2-479,-3 2 1,0 2 0,-2 1-1402,7 0 0,-3 1 1368,-1 1 0,-1-1-65,-3 2 1,1-1-4353,8 1 0,-1 0 4417,-16 0 0,-2 0 0,2 0 0,-5 0 0,-11 0 0</inkml:trace>
  <inkml:trace contextRef="#ctx0" brushRef="#br1" timeOffset="33107">39343 15244 20533,'48'-1'179,"0"1"0,0-1 0,0 1 0,0-1 1,-1 1-1,0 0 0,0-1 0,0 1 1,0 1-180,1-1 0,1 1 0,-1 1 0,-2-1 0,-4 0 0,4 0 0,-5-1 0,-1 1 0,12 3 0,0 0 0</inkml:trace>
  <inkml:trace contextRef="#ctx0" brushRef="#br1" timeOffset="52447">26473 9559 22548,'24'-9'3070,"21"-3"-2617,-4 3 1,4 0-1528,0 0 1,1 1 1133,-6 2 0,2 0 0,0 0-24,12-1 0,2 1-117,-14 2 0,4 1 0,1-1 0,-1 1 82,0 1 0,0 0 1,0 0-1,-1 0 0,0 0 1,0 0-1,-1 0 1,-2 1 0,5 0 0,-2 1 0,-6 0 0,-8 0 1,-6 0 678,9 0-619,-15 0-12,-12 0-44,-4 0-399,-3 0 393,-3 6 0,2-4 0,-2 5 0</inkml:trace>
  <inkml:trace contextRef="#ctx0" brushRef="#br1" timeOffset="52982">26566 10149 21573,'49'-1'424,"0"1"1,0-1-1,0 0 1,0 1-1,4-1 1,2-1-1,1 0 1,-2 0 0,-2 0-1492,5-1 1,-3-1-1,0 0 1,0 0 1147,2 0 0,1 1 0,-2 0 0,-3 0 12,-3 2 1,-4 0-1,0 1-26,-3-1 0,-2 1 1,0 1 530,9-2 0,-3 2-531,-2 0 0,-4 0 708,9 3-2803,-13-1 2028,-33 0 0,-3-3 0,-8 0 0</inkml:trace>
  <inkml:trace contextRef="#ctx0" brushRef="#br2" timeOffset="56898">26349 9111 14640,'-39'30'85,"1"1"0,-1-1 0,-4 7 0,1 1 1,5 1 156,13-7 1,4 0 0,-1 3-774,-5 10 0,0 4 0,2 0 678,4-7 1,2-1-1,2 1-9,1 2 1,3 0-1,2-2 61,1 9 0,3-1-51,2 1 1,1 0-37,1 2 0,1 0 44,1-1 1,2 1-56,3-2 0,4 2 1,2-7 1,3 3 0,1-3-47,5 6 0,3-1-28,-3-8 0,2 0 0,2-2 14,2-4 1,3-2 0,-2-2-21,8 6 1,2-1-52,-6-8 1,3 0 0,-2-2 50,6 0 1,3-2-5,-3-4 1,4 0 0,1-1-1,3 1 1,1-2 0,2 1-1,-3-4 0,1 1 1,2-1-1,-3-2 17,5 1 1,-2-2-1,0-1-318,0-4 0,-1 0 0,-2-3 414,6-2 1,-2-3-37,3 1 1,1-2 217,0-4 0,2-4-291,-4-2 1,3-4-1,0-2-13,-13 1 1,1-1 0,-1-3 0,2-1-8,-2 0 0,1-1 1,1-1-1,-2 0 0,-1 0-158,1-2 1,-2 0 0,-2 0 0,0-1 156,-2 1 0,0-2 1,-3 1-1,-1 0 3,-2 0 0,-2 0 0,1-1 91,9-11 0,2-3 0,-1-1-83,-10 9 1,0-1-1,-1-1 1,0 1 3,0 0 1,1-1 0,-2 0 0,-1 1 148,6-11 1,-2 1-1,-4 2-106,1-5 0,-4 2 0,0-1 0,-2-1-3,-2 2 0,-1-2-31,-3 0 0,-2-1-8,0 2 0,-3-3 63,-4 3 0,-1-3 0,-2-1-77,0 0 1,0-1 0,-4-1 0,-3 5 0,-3-3 1,-2 2-1,0 1 143,0-2 0,-2 1 0,-3 3-147,-6 2 0,-4 2 0,-1 5 17,-6-3 0,-6 4-110,-3 4 0,-7 1 1,-3 2 94,10 9 0,-2 1 0,-2 0 1,-3 2-1,-2 2-14,1 1 0,-4 1 0,-3 1 0,0 1 0,-2 1 0,2 0 0,1 1-189,4 1 1,1 0 0,1 1 0,-1 1 0,1 1 0,-1 1 0,-1 1 199,-5 2 0,-1 1 0,-1 1 0,0 2 1,1 1-1,2 1 0,3 0-280,-5 4 0,3 1 0,2 2 1,0 1-1,1 1 240,-1 2 1,1 1 0,1 2 0,-1 1-1,2 0-133,0 1 1,1 0 0,0 1-1,0 1 1,0 2-305,2 0 0,-1 0 0,0 2 0,1 1 0,0 2 0,3 1 428,1 3 1,2 2-1,1 2 1,1 0 0,1-2-1,1-3 1,-8 2-1,0-3 1,3 0 0,5 1-1,5 11 1,0 0-1,-1 0 1</inkml:trace>
  <inkml:trace contextRef="#ctx0" brushRef="#br2" timeOffset="57982">32251 6458 14430,'-35'43'363,"0"0"0,0 1 1,0-1-1,2-3 0,1 0 1,1 0-1,3 3-85,4 4 1,2 1 0,3 3 0,1 2-992,4-9 0,2 3 0,0 1 0,2 1 0,-1 0 0,0-1 778,0 0 0,1 0 1,-1 0-1,1 1 0,1 0 1,0 0-124,2 3 0,0 1 0,1 1 0,0-1 0,3-2 0,1-4 168,3 2 1,3-3-1,0-1 1,1-2 64,-1 11 0,2-2 0,2-2-73,1-9 1,3-1 0,2 0-147,5 9 1,3 1-1,4 1 83,-4-10 0,3 0 1,2 0-1,3 0-21,-1-2 0,4 1 0,1 0 0,0-1 0,1-2-8,-2-3 0,-1-2 0,2-1 0,0-1 1,2-2 2,3-1 0,2-1 1,1-2-1,0-2 1,0-3 26,8 0 1,0-4 0,0-3-1,2 0 7,-6-2 0,0-1 0,1-2 0,0 0 0,1 0 42,2-1 0,-1-1 1,1-1-1,1 0 1,3-1-62,-8-1 1,2 0 0,1 0 0,1-2 0,0 1 0,0-2 0,-1 0-105,-1-2 1,1-1 0,0-1 0,0 0 0,-1 0-1,0-1 1,-1 1 76,6 1 1,0-1 0,0 1 0,-2-1 0,0 0 0,-2-2 6,4-3 0,0 0 0,-3-2 0,-2 0 0,-4 1 86,1-2 1,-5 1-1,0-3-83,7-6 0,1-3 1,0-2-11,-9 3 1,1-2-1,0-2 0,1-2 22,-2-1 0,1-2 0,0-1 0,-1-1 0,-1 1-22,4-5 1,0 1-1,-2-1 1,-1-1-1,-9 6 0,0 0 0,-1-2 0,-1-1 1,-2-2-50,-3-1 1,-1-3 0,-1-2 0,-2-1-1,0 1 1,-1 2 48,1-3 0,-2 1 0,-1 1 1,0-2-1,1-3-1,0-2 0,0-4 0,1-1 0,-2 0 0,0 0 0,-3 4-12,-2 2 1,-1 3 0,-2 0 0,-1 0 0,0-2-82,-1 2 1,0-1-1,-1-1 1,0 0 0,-1 1-1,0 2 73,0-2 0,-1 2 0,1 1 0,-2-1 0,0 0-4,0-5 1,0-2-1,-1 1 1,-1 1-1,-1 4-44,-4-9 1,-1 4 0,-2 2 86,-2 1 1,-2 1 0,-4 3-328,-2 7 0,-4 2 0,-6 0-51,-2 2 1,-6-1-1,-4-1 1,-3 2 0,-2 2 161,5 6 1,-3 2 0,-1 0 0,-3 1 0,-1 2 0,-1-1 0,-2 2 13,4 1 1,-2 1 0,-2 1 0,0 0-1,-2 0 1,0 2 0,0 0 0,2 1-1,0 1 17,-2 0 0,1 1 0,0 1 0,0 1 0,0 1 0,1 1 0,-1 1 0,1 3-785,-5 1 1,-2 3-1,0 1 1,2 2-1,1 1 1,2 1-1,3 0 696,0 3 1,3 0 0,3 2 0,0 0 0,0 1 239,-12 5 0,1 1 0,2 0 0,5-2 0,9-3 0,4-1 0,2 0 0,-5 3 0,1-1 1</inkml:trace>
  <inkml:trace contextRef="#ctx0" brushRef="#br2" timeOffset="58899">32956 11517 13882,'-27'38'190,"-1"-1"1,0 1-1,0 0 1,0 1-1,0 1 1,1 2-1,1 4 73,7-5 0,0 4 0,0 2 1,2 1-1,2 0 0,0 1-631,2 1 0,1 1 0,1 0 0,1 2 0,3 0 0,1 2 527,2-8 1,1 2 0,1 1-1,1 1 1,1-1 0,2 0-1,1 0 1,2-2-4,2 2 0,2 0 0,1 0 0,2-2 0,2-1 0,0-1 0,1-3-109,4 5 0,1-2 0,2-2 1,1-2-1,1-2-15,5 3 0,1-1 0,0-4 1,1-3-87,2-2 0,0-3 0,6 0 74,-5-6 1,3 1-1,4 1 1,1 0 0,2-1-1,1-1 35,-2-2 0,1-1 0,2-1 1,1-1-1,1 0 0,1 0 1,1-1-96,-4-1 1,2-1 0,1-1 0,1 1 0,0-1 0,1-1 0,-2 0 0,0-2 0,-1 0 63,5 1 0,0-1 0,-1-1 0,0-1 0,-1-1 0,-1-2 0,0-2-8,4-3 1,0-2 0,0-1 0,-2-3 0,-2 0 0,-2-1-1,5-2 1,-3-2 0,-1-1 0,-1-1-160,0-2 0,-2-1 1,0-1-1,-1-1 144,-3 1 1,-1-1-1,0-1 1,-1-1-60,4-6 0,0-1 0,0-2 0,-4 1 73,4-3 0,-3 1 0,0-4-14,-6 3 0,1-2 1,0-2-1,-3 0-69,4-7 0,-2-2 1,-2-2 67,-9 8 0,0-2 0,-1-1 0,-2-1-9,0-6 1,-1-2 0,-2-1-1,-3-1 14,-1-3 1,-2-1 0,-3-1 0,-4-1-40,-3 9 1,-1 1-1,-3-2 1,-3-1-1,-4-1-171,-4 2 0,-2-1 0,-4-2 1,-2-1-1,-3 0 0,-1 2 1,-2 1-95,0 4 1,-1 2 0,-2 0-1,-2 0 1,-1 1 0,-2 0 0,-1 1-1,-2 0 238,2 4 0,-2 1 0,-1-1 0,-2 0 0,-1 1 0,-1 1 0,0 1 0,0 1 0,0 2 0,2 1-6,-5-1 1,0 2-1,0 1 1,0 1 0,0 2-1,-1 2 1,0 2-1,0 1 30,-7 1 0,0 2 0,-1 2 1,0 2-1,0 3 0,2 2 1,2 3 28,-5 3 0,3 4 0,0 3 0,-1 4 0,-4 2 8,13-1 0,-3 4 0,-3 2 0,0 1 0,-1 1 0,1 0 0,2-1 0,4-1 0,4-2 0,-12 3 0,6-3 0,2 0 0,-3 4 0,1 4 0,0-1 0,0 1 0,0 0 0,1-1 0,-1 1 0</inkml:trace>
  <inkml:trace contextRef="#ctx0" brushRef="#br2" timeOffset="60083">38337 4229 13015,'-29'41'466,"0"1"1,0-1-1,0 0 1,0 1-1,0-1 1,0 1 0,0-1-1,0-1 1,4 0-1,5-1-1363,0 12 0,6-1 0,3-1 1115,3-9 0,2-2 1,1 4 94,2 3 1,0 4-1,1 1 1,0-3-128,0 4 1,1-3 0,0 4-68,1-3 0,1 2 1,1 0-1,1 1 67,2-1 0,1 0 0,2-1 1,0-2-107,1 4 0,1-3 0,2 2-31,0-4 0,0 3 0,2-2 0,1-3-8,1-2 0,2-4 1,1-1-16,0 0 0,2-1 0,2-1 105,0-2 1,2-1-1,4 0-113,2-3 0,3 1 1,2-1-1,2-3-7,3-1 0,3-3 1,1-1-1,3-1-291,2-2 0,2-2 1,3 0-1,-1-2 0,-1-2 280,3 0 0,-1-2 0,-1-2 0,1-2 2,-9-3 0,1-2 1,0-1-1,-1-1 1,-3-1-432,13-3 0,-2-2 0,-2-1 429,-2-1 0,0-1 0,-1-3 227,1-1 1,0-2 0,1-4-228,-4-2 0,1-3 0,-1-1 0,-2 1-209,3-2 1,-3 0 0,1-3 209,-4 3 1,1-3-1,0-1 1,-3-1-4,-3-1 1,-2-2-1,-1 0 1,-2 1 1,3-2 0,-3 0 0,2-1-2,-3 2 1,0-2 0,1 0-1,-4 2 372,0-1 1,-2 3 0,0-3-436,0-1 1,0-3 0,0-1-1,0-1-151,0-5 1,-1-1-1,-1-3 1,-1-4-181,-5 6 0,-1-4 0,-1-2 0,0-1 0,-2 0 0,-1 2 178,1-3 1,-1 2 0,-2 0 0,-2-1-1,-2-1 8,-3 5 0,-2-2 0,-1 0 0,-2 0 0,-1 2 0,-2 3-181,-2-7 0,-1 4 1,-4 1-1,-3 1-175,-5-4 1,-4 0 0,-3 2 0,-1 4 565,-4 2 0,-2 4 0,-3 1 10,2 7 1,-2 0 0,-4 3 0,-6 6-10,4 8 0,-6 4 0,-2 4 0,-3 2 0,-2 1 0,1 2-467,7 2 0,-2 1 1,0 2-1,-2 1 0,0 2 1,-1 0-1,0 0 0,0 1 423,0-1 0,-3 2 0,0 0 1,-1 1-1,1 1 0,0 0 1,1 0-1,2 0 0,3 0 0,-9 2 1,2 1-1,2-1 0,3 2 1,2 0-1,2 0 0,2 6 0,-1-1 1,0 0-1,1 1 0</inkml:trace>
  <inkml:trace contextRef="#ctx0" brushRef="#br2" timeOffset="61032">38885 7754 17645,'-42'25'284,"0"-1"1,-1 1 0,1-1 0,-1 6 0,1 1 0,1 4 0,2 6 24,9 0 0,1 6 0,1 3 0,2 2 0,1-1 0,2-2-1334,-1-1 1,3-2 0,1 1 0,0 0 0,1 4 1096,3-7 0,0 4 0,0 0 0,1 2 0,1-1 0,1-1 1,3-1 86,1 7 0,2 0 0,3-2 0,1-1 0,0-1 50,1 3 1,1-1 0,2-1-1,4 1-184,1-5 1,4 2 0,1 0 0,2-3 0,1-4-9,7 6 0,3-5 0,4-3-54,7 2 0,4-2 0,2-5 41,-6-8 0,2-3 0,4-3 3,-1-4 1,5-1 0,2-2 0,3 0 0,0-3 11,-3-2 1,1-2-1,2-1 1,1-1 0,0 0-1,0 0-3,-3-1 0,1 2 0,1-1 0,0-1 0,0 0 0,-1-2 0,-1-1-9,5-3 1,1-1-1,-2-1 1,0-1 0,-3-1-1,-2-1-6,5 1 1,-4-1-1,-2-2 1,-1-5 16,1-4 0,-1-4 0,-2-2 1,-2-3-149,-5 2 0,-3-3 0,0-1 0,1-2 129,-1 0 0,0-1 0,1-2 0,-2-2 0,-1 0-1,-1-3 1,-2-2 0,-1-1 0,-1 0 0,-2 1 65,1-5 1,-1 0 0,-2 0 0,-2-1-102,1-3 1,-2-2 0,-1 0-1,-4 1-18,-4 3 1,-2 1-1,-2 0 1,0-1-47,-1-4 0,1-2 0,-2 1 1,-2-2 8,-1 11 0,-1-1 0,0 1 0,-2-2 1,-1 0-285,-3-5 1,-2-3 0,-1 1 0,0 1 0,0 4 243,0 3 0,1 3 0,-2 2 1,-1-1 51,-3-2 0,-2-1 0,-1 2 0,0 7 149,-8-2 0,-5 7-826,-7 6 1,-8 2 0,-2 4 175,2 4 1,-1 3 0,-4 3-139,7 2 1,-2 0 0,-3 2 0,-3 3-1,-2 5 719,9 3 0,-4 5 0,-2 2 0,-3 3 0,1 0 0,0 1 0,3 0 0,3-3 0,4-2 0,-12 1 0,7-3 0,1 0 0,-5 4 0,5 3 0,1 0 0,-1 0 0,0 0 0,0 0 0,0 0 0,0 0 0</inkml:trace>
  <inkml:trace contextRef="#ctx0" brushRef="#br2" timeOffset="62066">39029 11244 16263,'-45'19'403,"0"1"0,0 0 0,0 0 1,0 5-1,-1 1 0,2 5 1,2 6-175,10 1 1,1 5-1,2 5 1,1 1 0,2 0-1,1-3-1136,1 0 0,1-2 0,2 1 0,1 1 0,0 2 984,0 1 1,-1 3 0,1 1-1,1 1 1,3-1 0,4-3 8,3-1 0,3-1 0,3-1 1,1-1-1,1 0 81,1 4 1,1-1 0,3 0 0,1 1-142,3-3 1,1 2 0,3 0 0,0-2 0,2-3-10,6 8 0,2-3 0,3-2-72,-3-9 0,3 0 0,1-1 0,0-4 55,3-2 0,1-4 0,2-1 0,1 0 0,3-1 0,0-1-163,0-2 0,1-1 0,4-1 163,2-1 0,3-2 0,3 0 0,0-1 1,3-1 1,0-2-1,1-1 1,0 0-1,1-1 0,0 1 1,0-2-1,0-1 178,-3-3 1,1 0-1,-1-2 1,-4-1-180,0 0 0,-3-2 0,2-2 2,0-3 1,2-2 0,1-1 0,0 0 18,0-2 1,-1 0-1,1-1 1,2-2-22,-4 0 0,1-3 0,1 0 0,-1-1 0,-2 0 35,0 0 0,-2-1 0,-2 0 0,-1 0-48,10-7 0,-2-2 0,-5 1-26,2-4 0,-5-2-143,0-1 0,-1-2 131,-2-1 1,-1-2 411,-2-2 0,-2 0-364,-1-2 0,0-3-1,-5 3 0,0-5 1,-2-2-37,-8 8 1,-1-1 0,0-1 0,-2 0-363,1-3 1,0 0-1,-2-1 1,-2-1 273,-1-2 0,-1-2 1,-3 0-1,-3 1-50,-3 5 0,-3 1 1,-2-1-1,-4-3-51,0 4 0,-2-3 1,-2-1-1,-2-1 0,-2 1 1,-1 2 64,-1 3 1,-2 1 0,-1 1-1,-2 1 1,-2-1 0,-4 1-67,-3-1 0,-4-1 1,-2 0-1,-3 0 0,0 3 1,-1 2-1,1 4 206,0 3 1,1 2 0,-2 3 0,0 2-1,-1 2 1,-2 2-187,-4 0 0,-3 3 1,-1 1-1,0 3 1,1 3-1,1 3-37,0 2 1,1 4 0,1 3 0,-1 3-1,-4 3-814,9 1 0,-3 2 0,-2 3 1,-1 1-1,0 2 0,0 0 0,1 1 1,2 1 1060,2 0 0,0 1 0,0 1 0,1 1 0,0 0 0,1 0 0,1 0 0,0-1 0,-2-1 0,0 1 0,1-1 0,1 0 0,1 0 0,1-1 0,3 1 0,-7 7 0,0 1 0,0-1 0,0 1 0</inkml:trace>
  <inkml:trace contextRef="#ctx0" brushRef="#br2" timeOffset="62999">39053 13960 12112,'-47'15'701,"0"1"1,1-1-1,-5 7 1,0 2-1,8 1-463,10 0 0,4 3-14,-8 12 0,2 4 8,13-6 1,4 1-65,1 7 0,2 1-3,2 3 1,1 6 36,7-10 1,0 5 0,3 4 0,1 0-313,1-4 1,3 1 0,0 2-1,2 1 1,1 0 230,0-5 0,2 2 1,0 1-1,1-1 1,1-1-1,0-2-390,1 2 1,0 0 0,1-2 0,2-3 0,2-1 291,4 0 1,2-1 0,2-4 0,1-4-11,1-3 0,2-6 1,5 2-78,2-2 1,5 2 0,4-1 0,3 0 0,1-2 104,0-4 0,1-2 0,3-1 0,1 0 0,2-2 0,1 1-136,-7-3 0,3 0 0,1-1 0,0 0 0,2 0 0,-2-2 0,0 0 0,-2-2 100,1 0 1,0-1 0,-1-1-1,-1 0 1,0-2 0,-1-2-1,-1 0-45,3-3 1,0-1 0,-1-1 0,-2-1 0,-2-2-1,-3 1 44,12-3 0,-5-2 0,-1-2 237,-6-1 0,0-2 0,-2 0-226,-5-1 0,-1 0 0,1-3-15,0-3 0,2-3 0,0-2 0,-2-3 0,3-3 0,0-3 0,-2-3 0,0-3 66,-4 1 0,2-2 0,-3-3 0,-2-3 0,-5-2-66,-6 1 0,-4-4 0,-3-2 0,-3-1 0,-3 1 0,-2 1-15,-2-3 1,-3 2-1,-3-1 1,-5 0 0,-6-2-44,0 13 1,-4-2 0,-2-1 0,-3-1-1,-2 0 1,-2 1 0,-1 0 0,-1 3-1,0 2-91,-2-1 1,-3 2-1,0 3 1,-2 0-1,-1 1 1,-2 0 0,0 1-1,-2-2 101,4 5 1,-2-2 0,-1 1 0,-2-1 0,0 1 0,-1 0 0,1 2 0,-1 1 0,2 1 0,0 2-5,-8-4 1,0 2 0,1 2 0,0 1 0,0 2-1,-1 2 1,1 2 49,2 3 0,-1 2 1,0 1-1,0 1 1,1 3-1,1 2 1,1 2-190,-5 1 0,2 5 1,1 1-1,0 3 1,-1 1 0,-2 1 1,0 1 0,-1 3 0,0 1-1,1 1-164,-3 1 1,1 1-1,0 3 1,-2 2-1,-3 3-581,15-3 1,-3 2 0,-1 2 0,-1 2 0,0 1 0,0 0 0,0 1 0,0 0 0,2 0 931,-3 2 0,0 1 0,0 1 1,1 0-1,0 0 0,1 0 1,1-1-1,0 0 0,-2 0 1,1 0-1,0-1 0,0 0 0,3 0 1,1-1-1,3-1 0,2 2 1,0 0-1,0 0 0,0-1 1,0 1-1</inkml:trace>
  <inkml:trace contextRef="#ctx0" brushRef="#br3" timeOffset="87090">27048 9373 8237,'3'0'5635,"0"0"-5383,-3 0-207,-6 4-45,5-3 5,-5 4 158,6-3 727,0 2-44,0 3-465,-2 4-84,-2 7 218,0 4-291,-3-1-101,5 2-56,1-6 6,1 6 34,4-1 5,3-2-40,5-4-4,2-8 10,3-2 51,-1-3 156,3-4 209,-7-12-253,-6-1-45,-3-9-79,-3 3-66,0-1 5,-6 1 0,-6-2-11,-7 9-45,2 1-6,1 10-72,6 2 22,0 8 5,4 7 46,2 10-1,8-2 6,5-2 0,6-9 0,4-5 11,-1-1 40,0-4-51,-1-1 106,1-9 62,-6-13 6,-3-11-62,-11-2 61,-7 5 51,-4 14 185,-16 6-286,1 5-117,-7 17-6,12 2 0,8 15-6,11-2-56,3 1 62,1-2 140,22 2-89,-3-11 22,20-2-34,3-12-28,-12-10 79,4-5 27,-21-11 96,-6-17 11,-24-5-167,-2 0 111,-17 11-17,4 17-39,2 10-78,3 2-34,3 4 0,6 8 5,4 16-5,8 17 6,10 0-1,10 0 46,11-20-18,4-5-33,4-7 51,7-4 50,-8-21 61,-5-15-112,-15-7-50,-14-5 6,-7 15 0,-7 4-6,-6 8-34,-9 5-84,9 7 23,-2 4 56,13 6 0,4 3 28,3 5-29,3 1-27,1-3-50,7 2 150,12-8-33,-2 1 0,7-7 0,-12-8 34,-2-1 22,-5-7 11,-2 1-67,-3 2 151,-2 4-151,-1 5-134,-4 3 11,0 5-819,2 7-2060,2 7 3002,3 2 0,0-8 0,0-5 0</inkml:trace>
  <inkml:trace contextRef="#ctx0" brushRef="#br3" timeOffset="88474">33892 6446 14741,'45'-2'-69,"-1"0"1,1 0 0,-4 0-1,-2-1 1,-7-5-30,-9-10 0,-5-5 255,-2-5 0,-4-2 420,-4-25 117,-19 27 1,-5 3 240,-18-3-223,-21 17-264,17 15 14,-8 23-406,15 15 6,15-9 1,6 2-24,12 1 1,5-2 16,9 19 5,18-14 242,-6-24-264,0-8 22,-3-4 46,3-22-62,-13-15-40,-1-7 1,-20-4-1,-9 20 7,-29 5 100,-7 14-28,22 11 0,1 5-40,-8 8-44,19 16 51,14-13 16,12-3 6,8-6 39,25-6-79,7-19 18,-4-6-51,-10-17-34,-21 0-39,-8 0-44,-3-2-1,-19-3 90,-19 16 199,7 16 0,-3 6 36,-23 16-149,27 1 1,4 4-59,-1 18-11,11 1-829,8-5 840,33-7 0,-20-12 0,18-5 0</inkml:trace>
  <inkml:trace contextRef="#ctx0" brushRef="#br3" timeOffset="89807">34247 11923 13211,'-2'-38'3814,"0"7"-2884,-4 31-180,-3 4-357,-9 9 72,-7 22-308,8 12-152,2-2 34,19-8 62,31-25-90,-2-5-11,20-17-179,-17-9-256,-20-5 1,-4-5 162,-1 0 1,-6-1 237,-13-4 1,-6 1 257,-12-9-39,0 28 0,-3 6 280,-13 5-202,16 15 1,1 8-197,7 3 0,3 5 14,-2 12 0,7 3-39,11-8 0,6-1-197,2-5 0,5-5 223,23 0-63,4-14 74,-2-4-79,-2-13-23,-8-8-195,-8-30 111,-10 7-61,-6-17 45,-13 23 67,-8 4 445,-8 9-244,-16 9 146,6 21-95,3 14-106,14 3-51,15 1 6,14-19-45,5-4 62,11-5-169,5-18-262,-12 2-2063,-15-5-2827,-19 9 5259,-11 11 0,8 0 0,8 0 0</inkml:trace>
  <inkml:trace contextRef="#ctx0" brushRef="#br3" timeOffset="91008">39283 4313 17940,'-2'49'498,"-1"0"1,7-6-1,9-12-235,41-39-174,-7-4-33,-14-15 45,-20 3-11,-8 0-34,-2 0 501,-12 0 143,-12 12-541,-14 15-92,3 13-11,4 16 6,19-2-6,3 0-12,6-5 57,18-6 90,10-10-123,15-22-131,-7-5-4,-10-20 22,-16 4-61,-6-11 229,-2 13 264,-15 5-297,-1 27 89,-13 15-95,8 11-84,5 4-56,7-5-157,17-3-224,6-12-767,12-3-723,-12-13 1927,-4-7 0,-10 4 0,-2-3 0</inkml:trace>
  <inkml:trace contextRef="#ctx0" brushRef="#br3" timeOffset="92174">39260 8404 19378,'50'-24'3,"0"0"0,1 0 1,-6 3-1,-1 0 1,-14 1 7,-17-9 34,-9 5 22,-17 9 224,-34 6-81,13 18 0,-2 5-53,-1-4 0,0 4-164,3 8 1,4 3 174,-2 14-90,14-1-44,8-5 22,15 2 11,25-15 17,-1-3-28,18-13-11,-15-12-6,7-17-257,-10-18 6,-16 15 0,-3-2 27,-4 1 0,-6 2 152,-25-9 178,3 15 202,-17 23 23,16 9 145,1 15-397,11-3-1,29-2-83,3-15-29,23-17-5,-13-5-33,-5-12-51,-6-1 22,-6-13 225,-8 13 213,-28 3-376,-2 28-270,-1 8 1,-2 5 191,-4 11 1,3 1 0,-3 4 0,-5 5-1</inkml:trace>
  <inkml:trace contextRef="#ctx0" brushRef="#br3" timeOffset="93225">39624 11965 18593,'-24'-23'2118,"5"4"-1676,17 19-61,-1 0-118,1 6-33,0 3 0,0 6 28,2 10-158,17-8-38,11-1-62,6-15-118,0-12-184,-16-8-460,-9-20 286,-20 2 392,-28 4 145,-3 14-213,13 20 0,0 7 488,-8 11-51,7 15-44,7 3-50,12 9-124,20-16 29,29-8-96,3-31-42,-12-2 0,-3-4-390,8-24-142,-17 9 0,-3-2 366,1-22 771,-30 5-429,-11 24-134,-24 36-526,5 22 407,17 1 1,3 2 0,-3 4 0,0 8-1</inkml:trace>
  <inkml:trace contextRef="#ctx0" brushRef="#br3" timeOffset="94409">39557 14486 8326,'0'8'8828,"0"-1"-7960,0-7 533,0 0-858,-6 31-330,12-21 39,0 23 0,13-30-56,3-2-34,-4-1 90,4-5-185,-11-6-56,0-1-11,-10 1 23,-20 6 10,2 8 141,-17 9 128,10 7 7,3 8-90,6 1 27,6 9-196,5-13 18,14-1 27,6-18-50,13-3 22,1-9-56,8-19-17,-16-11-5,-1-11 11,-27 14 6,-10 11 83,-13 17 7,-4 3-63,-3 8 258,-12 21 174,11 11-364,6 4-34,17-7-33,26-18 5,28-9-20,-13-13 1,1-4-37,3-5 1,-2-4 16,8-21 78,-27-2 236,-25 21 190,-11 10 0,-12 6-134,-2 5-185,5 3-734,8 3 549,19-10 0,2 7 0,14-11 0</inkml:trace>
  <inkml:trace contextRef="#ctx0" brushRef="#br0" timeOffset="107646">22078 10320 16527,'2'-16'806,"1"2"73,2 4-554,-1 3-67,5-6-61,-2 3 43,15-18 1,13-9-146,3 0-173,-14 17 0,0 1 195,12-3-33,2 1 0,-1 1-6,-12 9 1,2-1-37,-1 1 0,1 0 3,8 0 0,0 0-1,18-2-4,-4 7 60,-17 5-16,0 1-50,-2 1 296,10 12-302,1 6 11,-2 5-5,-7 2-28,-10-7 50,-2 4-45,-2-2 90,7 11-34,-1-2 50,6 9-61,-6-11 62,0-2 33,-4-8-33,2 0-12,4-1 107,16 6-64,-15-13 0,1-1-57,-1 1 0,0-1-25,2-2 1,-1-2 61,13 0-29,1-2-32,3 0-12,-13-3 0,3 0-34,1 1 0,0-1-8,1 1 0,-1-2-11,-2 0 0,-2 0 36,12-5-33,-3-5 33,-2-4 67,-2-2-22,-4-2 45,10-9-110,-20 11 1,-1-1 0,6-3 0,-2-1-20,14-14 5,-7 7-5,-14 14-162,5 1-3378,3-2 3540,7-6 0,-14 8 0,-3 2 0</inkml:trace>
  <inkml:trace contextRef="#ctx0" brushRef="#br0" timeOffset="108113">24167 9785 15900,'-6'0'3848,"2"0"-3148,4 0-191,-2 32-67,33 3-380,-18-10 0,3 2-380,13-3 1,5-4 323,-4-3 0,0-2-4,3 1 1,2 0 0,1 0 0,1-1-3,0 0 0,0-1-34,-2-1 1,0 1-74,7 3 1,-2 0 106,9 6 14,-22-9 0,-6 2 509,-9 5 122,-8 6-18,-12 5-269,-7-3 1,-2 3-323,-4 4 1,-1 1-1734,-5 6 0,1 1 1642,5-8 0,4-4 0,-2 6 0,12-22 0</inkml:trace>
  <inkml:trace contextRef="#ctx0" brushRef="#br0" timeOffset="123099">29073 9496 8584,'4'0'5394,"-1"0"-5114,-3 0-274,6 0 44,-2 0 230,7-1 454,-4-4 34,3-4-561,-3-2-39,3-4-67,-2-1-62,5-2-6,4-5-21,15-13 46,-12 17 1,1-1-34,4-5 1,0 1-26,14-11 5,-7 7 23,-13 13-22,5-1 5,-3 4 6,5 1-12,-2 5 1,-5 5 0,-2 1-1,-2 0 6,1 5 29,0 2-1,8 10 67,2 1-50,-1-1-5,-1-3-46,-8-7 34,13 0-33,7-3 0,13 2-1,-9-1-5,-1-1 6,-13 1-1,1-2 1,0 1 5,0-1-5,-1 0 67,14-1-23,5-1-16,1-1-29,-3 0 34,-13-5 57,11-6 256,-1-7 186,5-6-89,-4-7-315,-11 4-78,-1-5-56,-6 5 45,1-2-45,2-1 0,7-12 17,1 0-12,-2 1 1,-7 8 0,-8 9-1,2-8-5,4-3-5,3-5-1,-5 10 6,-2 7 0,-5 10 0,1 1 0,-2 1 0,2 1-11,-1 1 16,5-2-38,2 6 27,5 0 6,-3 6 39,-2 6-33,-3 3 0,12 14 5,8 3-9,-13-9 1,-1 0-3,18 10 12,-7-3 27,-10-9-39,-3-4 45,0-1-40,4-5 6,4-3 68,0-2 33,1-8-11,-8-1-6,0-7 17,-1 1-56,7-4-45,-5 3-537,-2-1-1032,-7 3 1558,-8-2 0,-2 7 0,-2-1 0</inkml:trace>
  <inkml:trace contextRef="#ctx0" brushRef="#br0" timeOffset="123550">31489 8401 13782,'-3'-2'3170,"0"1"-2974,3 1-89,16 9 44,16 11-117,8 4-18,-15-8 1,0-1-17,15 9 3,-11-8 0,2 0-3,0 0 0,-1 0 0,0-1 0,-1-1 0,14 9 5,-24-7 253,-11 1 319,-5 4 135,-6 4-135,-8 4 162,-17 18-672,11-24 0,0 1-1246,0 2 0,0-1-8652,-9 5 9710,7-15 1,10-14 0,-1-1 0</inkml:trace>
  <inkml:trace contextRef="#ctx0" brushRef="#br0" timeOffset="125571">29360 10122 14997,'36'0'353,"-1"0"0,0 0 0,-4 0-224,4-2-28,5 1 5,4-2 40,-11 1 0,3 2-34,-1-1 0,2 2-59,8 6 0,0 4 8,-4 1 1,-3 3-17,-9 1 0,-3 2 16,3 7 1,-3 2-9,-8-5 0,-1 2 17,3 9 0,-1 2 62,-3 2 0,-3 1-62,-3-5 0,-2 0-164,-1 1 1,-2-1 205,0 18-24,-2-15 1,1 2-27,-1-2 0,0 2-9,2 9 0,2 0-25,1-3 0,1-2-23,-1-9 1,1-2-3,2-1 0,1-3 8,8 10 8,-2-10 1,2 1-17,3-1 0,2 1-3,9 8 0,1 0-286,-5-10 0,-1-1 288,2 0 1,0-3-3,14 6 119,-11-10 1,3 0-140,1 0 0,3-1 20,9 4 0,-1-1-240,-9-7 0,-2 0 240,-4-2 0,-2-1 0,9 0 5,0-2-7,-2-5 0,10-2 1,-4 0 3,-1 1 1,1-1-5,5 0 0,4-1 1,-6 0 172,-13 0 0,-5 0-171,18 0 40,-2 0-29,-1 6 266,-16 1 0,0 4-286,-1 7 1,-2 2 8,8 14 6,-8 7-6,-21 7 0,-3-15 114,-1 0 1,-1 2-109,0 12-1,0 0-5,0-7 0,0-16-5,3-3 5,4-1-56,3-4 56,4-1-6,0-3 6,9 0 0,6-3-34,1-2 34,2-2 0,-7-3-33,14 1-12,1-1 34,9 0 16,-15-1-5,-7 1-5,-12 1 5,-3 1 5,-2 0-5,-2-1 0,-1 0-1741,0-1 1741,-4-12 0,0 8 0,-3-9 0</inkml:trace>
  <inkml:trace contextRef="#ctx0" brushRef="#br0" timeOffset="126067">32301 11746 16784,'-1'33'24,"1"0"1,0-3-1,4-3-18,14 8 5,11 1-5,4 1-1,0-5-5,-8-9 0,4 4-28,-3-1 73,-3 3 112,-11-6 240,-9-2 35,-3-2-12,-9 4-45,-3 1-39,-5-3 1,-3 1-130,1 2 0,-1 2-140,-4 5 0,1 0-67,6-6 0,2-1-274,-8 16-998,9-19 1272,-7 1 0,10-12 0,-4 0 0</inkml:trace>
  <inkml:trace contextRef="#ctx0" brushRef="#br0" timeOffset="135570">35951 6906 11436,'29'-43'198,"0"0"0,-2 4 0,-4 6 3,-5 14 1007,6-5-906,-3 6 110,-2 3-71,-5 8 92,-6 7-113,-1 2 333,3 5-261,6 12-275,7 9-72,10 10 0,4-2 28,-8-8 16,0-6 1,-6-10 16,14-5-50,6-2-17,1-8-39,-1-7 6,-12-7 0,0-6-6,-2-1 84,8-12 201,-4-5-187,-13 13 0,-1-1-59,6-16-27,-2 0-12,-8 13 5,3 5 29,-1 0-29,9-4 1,-2 3 5,8-2-5,-9 11-6,-1 5 11,-7 7-5,9-8-1,1 2 34,3 1 370,-3 5-157,-6 15-61,-1 4-96,-3 9-22,15 6-1,8-5-38,-11-12 0,1-2-22,18-3 44,-1-15 28,-15-7 196,10-21-152,-20 18 1,0-1-50,18-19-40,-6 5-34,-13 17 29,-1 0-23,-1 5-5,-2 1 5,1 3 0,4 0 0,1 5-901,6-5 890,-1-1 0,-10 3 0,-4-1 0</inkml:trace>
  <inkml:trace contextRef="#ctx0" brushRef="#br0" timeOffset="136020">37672 5754 14006,'-2'-7'3775,"1"2"-3579,1 5 129,0 0-235,24 52-6,-4-28-54,0 8 1,4 0-6,2-14 1,3-4-144,-1-1 0,0 1-36,4 3 0,-2 0 362,7 10 55,-19-5 28,-21-1 113,-9 1-29,-8 3-123,-9 8-202,7-8 1,-1 1-477,-1 2 1,-1 1-1264,2-3 0,0-1 1689,-16 16 0,25-29 0,5-5 0</inkml:trace>
  <inkml:trace contextRef="#ctx0" brushRef="#br0" timeOffset="137486">35373 8431 17238,'38'13'506,"0"1"0,6 0 0,-3-7-350,-12-12 1,-1-3-115,12-1 0,0-2-11,-5 0 0,-2-2-12,1 1 1,-1 0-20,14 0 45,-17 6 0,1 1-43,-2 2 1,0 2-3,6-1 0,0 2 51,14 7-51,-5 7 0,-16 7 28,1 8-23,-4 4 1,-9-5 0,0 3 30,0 4 0,-1 2-290,1-1 0,-1 0 284,0 0 1,-1-2 3,8 9-29,4-2-199,3-5 233,3-6-39,3-3 0,-10-14 0,3-2 19,1-3 1,1-2-23,0 1 1,-1-2 2,27-3-6,-16-7 6,1-4-6,0-8 23,-13 3 0,-1-1-14,-1 1 0,0 1 288,2-3 1,-1 2-320,8-3 272,-13 7-239,-10 8 1,-2 1 0,0 2-1,12 20 29,9 17-34,-15-16 0,2 2 2,1 4 1,0-1-3,10 11 6,2-2-6,0-7 6,18-5-4,-22-17 1,1-3-20,1-1 1,0-3-1,-1-5 0,-1-2-50,11-12-40,-3-4 68,-1 2 39,-7 4-5,-5 5 5,-5 5 112,-1 4-107,-1 8 51,1 4-56,-1 6-537,8-4 537,9-4 0,-14-4 0,3-3 0</inkml:trace>
  <inkml:trace contextRef="#ctx0" brushRef="#br0" timeOffset="137869">37759 8648 8802,'0'-4'8761,"0"2"-7865,0 2-818,0 18-16,0-2-29,12 31-83,21-4-306,-6-14 1,4-2 192,-3-3 1,1-3 97,1-1 1,-2-2 64,2 9 1075,-10 16 460,-26-14 0,-6 1-793,-1 2 1,-4 0-697,-12 3 0,-4-1 197,3-8 1,0-1-269,-7 7 0,1 0-768,12-9 1,1 2 708,-5 9 1,5-1 0,10-9 0,2 3 0</inkml:trace>
  <inkml:trace contextRef="#ctx0" brushRef="#br0" timeOffset="139587">35787 12317 12696,'6'0'2318,"-2"0"-620,-4 0-769,49-16-546,-21 1 1,3-2-236,12-2 1,2-2-544,-3-4 0,-2 0 445,-9 7 1,0-1-18,7-4 1,2 1 106,-7 6 1,1 2-116,1 0 1,-2 2 80,7 5-28,-13 20-38,-12 6-7,2 12-27,1 5 366,-4-6 1,1 1-351,3 3 1,2 0-23,-1 0 0,0 0-134,2-2 1,0-4 139,11 8 33,3-5 28,2-6-62,-10-14 1,2-2 2,4-2 1,1-4-4,-1 0 1,1-3-132,-1-3 0,0-3 131,13-11 1,-2-2-6,-4-1 45,-5 4-40,-8 3-5,5 1 287,-5 6-298,7 0 11,-9 5 0,2 1 305,-4 0-344,24 0 58,-17 0 1,1 0-20,0 0 0,0 0-9,2-1 1,-1 0 3,10-4-1,-2-5 0,-5-2 1,-5-2-1,-7 2 6,-1 2 0,-11 3-5,-2 3-63,-6 4 68,0 3 34,1 8-28,4 8-6,3 27 0,6 4 0,-7-21 0,1-2-482,6 8-1557,-3-17 2039,-1-26 0,-6 6 0,0-9 0</inkml:trace>
  <inkml:trace contextRef="#ctx0" brushRef="#br0" timeOffset="139937">37983 11998 14062,'7'0'2918,"-1"0"-2677,-6 0-207,0 0-29,36 46 1,-11-25-3,9 12 0,3 3 2,-13-19 1,-3 1 372,1 7 0,-3 1 720,3 17 22,-25 5 22,-15-7-453,-12 3-535,12-22 1,-2 2-113,-7 6 0,0 4-42,-2 13 0,1-1 0,8-19 0,1 0 0,4 4 0,-1-1 0</inkml:trace>
  <inkml:trace contextRef="#ctx0" brushRef="#br0" timeOffset="141105">35744 13641 9055,'-2'3'7225,"0"0"-5578,2-3-448,9 2-841,10-1-44,13 2 112,13-6-51,9-4-599,-25 2 0,2-1 325,3-2 0,0-1-76,2 1 0,1 1-103,14-2 0,3 2 100,-4 1 1,2 3-7,-14 4 1,0 2 0,-2 1-11,3 4 0,-5 4 22,-7 5 0,-6 5 5,-1 23 9,-10-8 0,-1 4-6,0 6 1,-1 1-6,1 0 0,1 0-318,0-1 0,1-3 292,-1-13 1,2-2 22,7 9 0,3-1 5,-5-12 1,2 0-34,3 5 0,4-3-3,1-10 1,2-5 7,3-3 1,2-4-1,10-3 1,2-5 61,-9-2 0,-1-2-65,1-4 1,-3-1 42,10-6 108,8-2-153,-14 9 639,4 3-634,-18 16 29,-5 9 16,-4 12 493,-1 7-548,2 4 5,-1 2 0,2-1 0,-4-16 0,1-1 0,8 10 0,12 2 0,-5-23 0,7-5 5,5-6-2,-7-4 0,2-2 2,-1-3 1,0-1-6,5-1 0,-1 1 0,10-7 6,-20 8 27,-20 7-27,-1 0 44,-2 7-44,6 5 0,3 10 5,19 18-11,-6-9-232,-8-10 0,0-2-356,10 3-918,-1-7-1816,-1-8 3322,3-16 0,-15 6 0,1-9 0</inkml:trace>
  <inkml:trace contextRef="#ctx0" brushRef="#br0" timeOffset="141471">38157 14182 10898,'-2'-3'7897,"0"0"-6026,2 3-1810,-16 38-55,12-14 11,-3 3 0,2 1 22,17 4-39,7 1-6,0-10 1,3-1-35,15 12 6,-13-12 1,1-1-475,12 5 424,-4-1 33,-7-1 51,-8 2 286,-10 1 1271,-15 25-832,-11-18 1,-4 1-606,3 1 0,-3 0-517,-7 2 1,-3-3 326,6-5 0,-1-1 70,-8 8 0,1-1 0,-3 4 0,15-17 0,1-1 0</inkml:trace>
  <inkml:trace contextRef="#ctx0" brushRef="#br0" timeOffset="147823">41332 5113 17324,'37'-30'11,"0"1"0,0-1 0,0 0 1,0 0-1,0 0 0,8-7 1,-2 0-1,-1 3 0,-1 5 6,0 5 0,-1 4 0,-2 4 149,-3 0 0,0 5 91,4 0 1,-1 8 255,-10 12 1,-1 9-215,3 11 1,-3 6-213,-10 2 0,-2 3-327,-1 6 1,1 0 281,-3-14 0,1-1 14,3-3 0,1-1-28,0-2 0,2-3 51,2-3 1,2-3-47,23 6 31,-8-14 1,4-8-34,1-13 0,1-6-434,2 4 0,-2-3 406,-2-11 0,-5-2-1,-12 8 1,-2 0 0,2-1 0,-2 1 42,11-5 648,1 4-693,-16 28-224,2 9-1797,-6 7 2246,5 6 1,-10-13-1,-1 0 1</inkml:trace>
  <inkml:trace contextRef="#ctx0" brushRef="#br0" timeOffset="148189">42966 4683 18716,'21'-10'1922,"1"8"-1698,-4 25-73,8 5-87,0-7 1,6 0-65,8 4 0,2-1-700,1-1 0,1-1 372,2 0 1,-3-1 52,-14-8 1,-4 3 92,-3 10 0,-5 3 384,-2 20-29,-17-13 1,-10 2-66,-6-6 0,-6-1 1,-3 2-264,-2 0 1,-2 2 0,-2 0-1,4-3 1,1-2 0,2-3-1,-1 1 1,-1 2 0,0 0 0,-1-1-1</inkml:trace>
  <inkml:trace contextRef="#ctx0" brushRef="#br0" timeOffset="149224">41402 6413 14325,'0'5'1642,"0"-1"-1597,0-4-51,141-104-1991,-108 82 0,2 1 2005,6-6 0,8-7 1,-1 1-1,-7 8 20,-8 11 0,-4 6 940,3 1 1,-3 7 179,8 36-776,-17-3 1,-3 3-244,-6 2 0,-2 2 91,1 3 0,3-3-162,1-12 1,2-4-6,2 0 1,4-3-15,1-2 0,3-3-11,3-3 0,2-2 11,-1-4 0,3-2-60,17-2 1,2-6 149,-2-9 0,0-3-54,0 4 1,-2-2 884,-7-6 0,-5-1-865,4-1 0,5 1-1702,1 9 1607,4 2 0,-20 7 0,-11 1 0</inkml:trace>
  <inkml:trace contextRef="#ctx0" brushRef="#br0" timeOffset="149590">42923 5998 20498,'33'38'262,"1"0"0,-1 0 0,-1-3 0,1 0 0,-3-7-240,-4-8 1,1-4-20,17 5 0,4-1-281,-2-3 1,1 1 98,2 4 0,-3 1 179,-13-8 0,-8 3 459,-12 26 168,-39-3-352,6-16 0,-3 1-1325,-6 2 0,-1 0 1050,-1 0 0,1 2-300,3 3 1,0 1 299,0 9 0,4-3 0,-2 6 0,4 2 0</inkml:trace>
  <inkml:trace contextRef="#ctx0" brushRef="#br0" timeOffset="150323">41586 8359 16260,'38'-28'9,"0"1"0,0-1 1,0 1-1,9-6 1,-1 0-1,-2 7-9,6 3 0,-2 7 916,-8 5 1,-2 8-747,3 12 1,-5 9-23,-13 0 1,-4 5 161,-5 12 1,-4 1-177,0-6 0,0-1-30,1-2 0,3-1-9,0-1 0,4-2 187,10-1 1,6-5-278,7-6 1,1-5-6,0-4 0,2-5 18,-7-7 1,2-3 0,-4-2 316,-5-2 1,-2-1-333,7-3 0,-3 0 58,-1 0 40,-12 12 171,0 12-2031,0-1 1768,16 3 1,-14-6 0,3-1-1</inkml:trace>
  <inkml:trace contextRef="#ctx0" brushRef="#br0" timeOffset="150656">42923 7989 13586,'0'-5'3400,"0"1"-2202,0 4-1186,56 29 21,-20-11-33,5 3 0,4 1-193,-5-5 0,-3 0-357,-8-4 1,-1 0 238,9 2 1,-5 3 223,-1 20 1946,-33 12-794,-20 1-934,-1-21 0,-4-2 191,0-6 0,-2 0-219,-8 8 1,1 1-4027,5-3 0,3-1 3923,0-2 0,4-1 0,-2 3 0,20-20 0</inkml:trace>
  <inkml:trace contextRef="#ctx0" brushRef="#br0" timeOffset="151190">41586 9517 19318,'46'-24'0,"0"0"1,0 0 0,1 0-1,-1 0 1,6-3 0,1-1-1,-4 3 1,-6 3-1,-1 2 0,-5 4 273,-6 3 0,-1 2-222,13-1 506,-14 28 193,-4 33-565,-14-21 0,1 1-228,3 8 1,1 0 126,1-10 0,2-2 28,3-1 0,2-2-3,1-2 1,3-3 146,16-2 0,4-5-214,3-5 0,0-6-42,1-2 0,-2-5-280,-3-5 0,-5-5 280,-16 2 0,-4-1 0,18-18-33,-11 6-639,-5 3-3768,-5 11-5391,-4 4 9796,-5 10 0,-5 1 0,-4 0 1</inkml:trace>
  <inkml:trace contextRef="#ctx0" brushRef="#br0" timeOffset="151508">43036 9075 15440,'-3'-2'3837,"0"1"-2610,3 1-970,46 65-198,-15-42 0,6-1-279,0 7 0,4 4 0,2-4-23,-4-10 1,1-4-1,-2-2 162,7 4 0,-4-2 81,-11-2 0,-7 2 267,-9 10 108,-22 8 191,-18 9 263,-8-2 0,-3 1-1244,5-7 1,-1 1 414,5-5 0,0 2 0,2-1-1051,0 6 1,4 2 1050,-1 9 0,3-1 0,-1 4 0,12-23 0,0 0 0</inkml:trace>
  <inkml:trace contextRef="#ctx0" brushRef="#br0" timeOffset="152157">41750 11830 21730,'50'0'327,"1"1"0,-9 1 0,-2-5-316,-6-10 0,0-5 0,0 1-735,16-2 1,-2 3 756,-16 6 1,0 2-17,7 3 0,-4 6 428,-4 21-377,-5 18-68,-17-14 0,0 3 137,5 12 0,4 1-31,4-5 1,4-3-71,11 2 1,3-6-200,-4-11 1,1-6 165,4-9 0,-1-7-1,-12-2 1,-1-3-73,10-8 0,-2-3-252,-11 5 0,0-2-513,4-4 1,-2-1 834,5-9 0,-15 14 0,-3 0 0</inkml:trace>
  <inkml:trace contextRef="#ctx0" brushRef="#br0" timeOffset="152491">42779 11680 19748,'48'25'386,"1"0"0,-4-2 1,-3 0-387,-17-8 0,-1 0 5,11 3 1,2-1-331,-2-1 0,-1 0 216,-1-2 0,-3-1 109,10 10 274,-29-4 1473,-32 27-1012,-5-4-732,1-11 1,-2 1-10,-2 2 1,1 1-900,8-9 0,2 2 905,-2 9 0,3-2 0,8-7 0,5-3 0</inkml:trace>
  <inkml:trace contextRef="#ctx0" brushRef="#br0" timeOffset="153026">41669 13238 16005,'45'-34'6,"0"0"0,0 1 1,-1-1-1,-2 4 1,-1-1-1,-1 2 1,-2 3 30,1 1 0,-2 3 1,-1 2 211,7-1 0,-2 4 1428,-1 4 1,-3 9-1173,-4 24-79,-19 26-85,-4 6-81,-2-24 0,1-1-151,1-1 0,3 1 76,11 4 0,6-2 14,6-9 0,4-4-59,11 2 0,1-7-98,-9-11 0,-2-6-37,-3-1 1,-3-5-1,7-16 201,-20 9 1,0 2-252,16-5 166,6 2-3207,-8 20 3086,6 12 0,-21-5 0,-1 3 0</inkml:trace>
  <inkml:trace contextRef="#ctx0" brushRef="#br0" timeOffset="153344">43020 12783 21741,'29'38'231,"1"-1"1,12-2 0,4-7-260,0-12 0,2-6-906,4-1 0,-1-1 598,-16-2 0,-3 0 302,1 1 1,-6 6 184,0 28 241,-35-5 0,-9 2-294,-2-1 0,-5 0-391,0-9 1,-4 0 0,2 0-260,-5 10 1,1 0 551,5-7 0,1 3 0,2-4 0,2-3 0,2-1 0,-1 3 0,-1-1 0</inkml:trace>
  <inkml:trace contextRef="#ctx0" brushRef="#br0" timeOffset="153925">42147 14690 17999,'37'-25'310,"0"-1"1,-1 0 0,1 0 0,5-3 0,0 2 0,-4 11 111,-1 14 1,-5 9-30,8 22-208,-27-2 0,-3 3 39,-2-3 0,-1 0 476,4 12 1,4 1-460,4-5 0,3-2-163,-1-1 0,1-3-11,5-10 1,1-6 38,19-6 6,4-12 115,2-10-205,-18-3 1,0-5-23,-3 0 0,-1-2-437,3-2 0,-2 1-1686,9-10 2123,-10 13 0,-21 16 0,0 0 0</inkml:trace>
  <inkml:trace contextRef="#ctx0" brushRef="#br0" timeOffset="154274">43183 14405 14006,'0'-5'6156,"0"1"-4639,0 4-1209,49 30-246,-13-14-458,5 4 1,3 0 395,-12-12 0,0-3-39,3 2 0,0-2-278,1-1 1,0 1-114,6 2 1,-4 3 476,-14 5 1,-3 4 820,10 18-406,-36-10 0,-10 2 221,-16 9 1,-5 1-558,7-8 0,-1 0-450,-9 10 1,1-1-5,16-14 1,2-1 327,-8 13 0,4-2 0,3-5 0,-9 15 0</inkml:trace>
  <inkml:trace contextRef="#ctx0" brushRef="#br0" timeOffset="154807">42094 16044 18767,'-2'5'1048,"0"-1"-583,2-4 83,113-51-1872,-87 37 0,0-2 1385,19-6 1,7-4 0,-8 3 53,-18 6 0,-3 2 586,6 0 1,0 2 178,22 0-502,-17 19 0,-1 5-25,16 15-367,-22-3 1,0 2 170,-5-5 0,1-2-48,1 0 0,2-3-34,0-1 1,2-3-51,1-3 1,1-1-1,-1-3 0,0-1-8,8-5 0,0-3-15,-7-4 1,-2-1 3,24-8 1407,-26-5-1413,-17 16-936,0 2 936,10 4 0,-9 1 0,6 0 0</inkml:trace>
  <inkml:trace contextRef="#ctx0" brushRef="#br0" timeOffset="155092">43294 15596 23861,'15'52'41,"0"0"0,2-4 1,5-7-42,4-22 0,3-5-365,4 0 1,1-2 341,2-2 1,2-1-73,13-1 0,-1 1 140,-13 3 0,-3 1 162,1-1 0,-7 4 67,-17 31-221,-20-21 1,-7 1-390,-6 11 0,-5 4 0,-1 1 114,-3 2 0,-1 1 0,1-2 0,5-6 0,1-1 0,1-2 1,-4 5-1,-1 1 0</inkml:trace>
  <inkml:trace contextRef="#ctx0" brushRef="#br0" timeOffset="172681">22917 7820 9481,'-8'0'6951,"2"0"-6190,6 0 695,0 0-968,-6-4-73,5 2 77,-5-4 52,6 5-52,0-3 359,10-4-172,30-16-570,-4 3 0,6-2-96,-6 2 0,3-1 0,-2 0-323,-3 2 0,-1 0 0,-1 1 313,13-9 0,-4 2-3,3-2 168,-11 11 448,-17 46-415,-15 11 1,-5 7-93,-1 3 0,-1 3-452,0-9 1,-1 2-1,0-3 343,2 3 0,0-2-892,1 2 1,3-3 891,16 4 0,-11-7 0,13-38 0</inkml:trace>
  <inkml:trace contextRef="#ctx0" brushRef="#br0" timeOffset="173130">23074 8365 21209,'49'-10'774,"0"1"1,0-1-1,7 1 1,-2 0-725,-2 2 0,-3 2-312,-19 4 0,-2 1 145,23 0-1720,-7 0 1837,1-3 0,-22 2 0,-1-1 0</inkml:trace>
  <inkml:trace contextRef="#ctx0" brushRef="#br0" timeOffset="174215">46201 5342 21136,'-5'42'254,"0"0"1,0 0-1,6-2 1,4-1-1,6-6-165,21 2 1,7-7-739,-3-7 0,2-5 679,0-4 1,0-5 9,14-10 247,-21-11 1,-2-8-232,-8-6 0,-5-5 3,3-12 0,-7-3-138,-12 8 1,-7 1 120,-4 4 0,-5 4 93,-27 1 117,-8 10-130,-5 12-105,18 12 0,0 6-397,6 6 0,4 6 380,3 20 0,7 2 0,-2 4 0,23-18 0,1 1 0</inkml:trace>
  <inkml:trace contextRef="#ctx0" brushRef="#br0" timeOffset="174547">46215 5974 17608,'1'43'166,"1"1"1,0 0-1,3 15 1,7-10-27,32-16-14,-7-18 0,5-4-22,3-1 0,2-6-858,8-11 0,0-6 810,-12 1 0,-4-6-9,-6-10 1,-8-5 5,-13 6 1,-4-1 244,-2-2 0,-3 1-141,-2 0 0,-6-1 497,-13-8 1,-7 3-230,-7 6 1,-6 5-280,-12-1 0,-3 6-348,11 8 0,1 7-163,7 7 1,6 7-327,4 14 691,13 23 0,8-20 0,3 4 0</inkml:trace>
  <inkml:trace contextRef="#ctx0" brushRef="#br0" timeOffset="178932">29701 17825 18213,'27'-38'48,"-1"0"0,0 0 0,1 1 0,-1-1 0,3-3 0,2-2 0,-1 1 0,-1 2 0,-1 4 77,4-3 0,-2 5 0,0-2-1053,4-5 0,0-2 0,-3 3 958,3-2 1,-4 5-9,-10 10 1,-3 5 1091,-3 8-1042,-7 8 733,-2 15-716,-3 16 1,-3 9-44,2 1 1,0 4 0,0 3-394,2 0 1,0 4 0,0 0 0,1-1 346,0 9 0,1-1 0,1-1-17,1-2 0,0 0 1,2-6-480,2-4 1,1-6 816,1-6 1,-1-4-1,3 3 1,-1-14 0</inkml:trace>
  <inkml:trace contextRef="#ctx0" brushRef="#br0" timeOffset="179116">29955 17569 17383,'48'-12'-4,"0"0"1,0 0 0,5-3-1,1 0 1,-8 1 0,-15 3 0,-3 1-1,3-1 1,0 0 0</inkml:trace>
  <inkml:trace contextRef="#ctx0" brushRef="#br0" timeOffset="179664">30667 17647 17176,'4'50'443,"-1"0"1,1-1 0,2-7 0,2-2 0,2-6-293,23 9-50,11-26-6,-5-33-571,2-9 493,-20 3 0,-1-3-15,7-12 1,1-2 82,-6 5 1,0 0-89,1 2 0,-2 3 59,0-3 81,-13 40-98,-8 14 14,0 6 1,1 4 2,3 1 0,3-1 14,4 0 0,3-2-3,16 7-17,11-30-50,-6-24 28,2-10-28,-2-12 126,-13 12 1,-1 0-133,11-12 90,-4 5 196,-15 33 34,-10 18 50,-3 15-23,4 21-862,5-9 521,4-6 0,-3-19 0,-3-19 0</inkml:trace>
  <inkml:trace contextRef="#ctx0" brushRef="#br0" timeOffset="180114">31583 17960 15552,'10'52'619,"1"0"1,-1 0-1,0-2 1,0-2-1,-1-4-428,1-3 0,-1-4-483,-1 1 1,0-2 411,-1-3 0,-2-2 234,-1-1 1,-1-4 429,0 0-688,-18-55-91,1-21-449,0 3 0,-1-3 460,2 9 1,2-2-14,2 3 1,0-1 0,2-1-102,1 4 1,1 0-1,3 0 98,3-4 0,3 1 0,3 3 3,2-3 0,5 7 16,7 10 1,4 6 75,17 5-11,2 7 288,-4 5-249,-3 9 40,-7 6 498,-10 28-252,-8-7-50,-12 16 908,-16-16-1169,-4-13 0,-5-2-166,-5-4 1,-3-2-1143,-4 2 1,2-7-8622,-15-29 5816,29-10 4031,22 0 1,6 1-1,0 0 1,5 5 0</inkml:trace>
  <inkml:trace contextRef="#ctx0" brushRef="#br0" timeOffset="180331">32241 17220 18274,'0'49'335,"0"0"0,0 1 0,0-3 0,0 1 0,0-4-106,0 3 1,0-1-389,0-3 1,0 3 0,0-2 10,0-4 1,0-1 0,0-1-2529,0 2 1,0-1-1,0-4 310,0-2 0,0-6 2428,0-5 1,0-21-1,0-1 1</inkml:trace>
  <inkml:trace contextRef="#ctx0" brushRef="#br0" timeOffset="180498">32332 17864 16012,'7'3'1472,"-1"0"-3113,-5 29 0,-1 9 1641,13 2 0,-12-2 0,2-3 0,9-14 0</inkml:trace>
  <inkml:trace contextRef="#ctx0" brushRef="#br0" timeOffset="180832">32809 18393 18571,'13'-51'141,"-1"0"0,1 0 0,-6-1 1,-1 0-1,-5 3 116,-4-6 1,-5 3-690,-3 1 0,0 5 628,4 16 0,2 1 436,0-6 1,3-1-151,5 3 0,4-1-278,7-6 1,4 2-169,-2 8 0,3 4-163,5 3 1,1 3 126,8-4-543,2 7-1440,-3 8 2151,0 7 1,-16 3 0,-2 2 0</inkml:trace>
  <inkml:trace contextRef="#ctx0" brushRef="#br0" timeOffset="180998">32773 17990 19916,'43'7'-883,"0"1"1,0-1 0,0 0 0,1 3 0,-2 0 0,-9-5-1,0-8 1</inkml:trace>
  <inkml:trace contextRef="#ctx0" brushRef="#br0" timeOffset="181164">33327 17801 18700,'-4'43'-194,"0"0"1,-1 1 0,-1 14-1,2-7 194,4-4 0,0-24 0,0-1 0</inkml:trace>
  <inkml:trace contextRef="#ctx0" brushRef="#br0" timeOffset="181416">33822 17731 10030,'6'-1'5752,"-2"0"-4906,-4 1-174,-43 50 128,22-16-197,1-3 0,-3 5 1,5-1-67,8 2 1,6-1-395,7 4 0,6-2-143,4-11 0,6-5-913,13-7 1,5-7-1300,-6-10 0,0-5 2212,2-1 0,-2-1 0,2-6 0,-12 1 0</inkml:trace>
  <inkml:trace contextRef="#ctx0" brushRef="#br0" timeOffset="181749">34337 17780 17665,'44'34'-178,"1"0"1,-1-3 0,-18-5-36,-53-12 319,-2-3 1,-6 1 495,-13 6 0,-2 1-515,2-1 0,3 1 369,4 0 1,5 1 176,1 6 557,18 3-664,35-13-430,12-1-96,-2-12 0,2-3 88,-1-1 1,-1-1-420,1-2 1,1-1-614,-1-2 0,0-1-851,-1-2 0,0-2-3118,-2-1 1,1-3 4912,2-4 0,-2 0 0,2-2 0,-1-4 0</inkml:trace>
  <inkml:trace contextRef="#ctx0" brushRef="#br0" timeOffset="182017">34878 17729 17778,'26'-29'285,"0"1"1,1-1 0,-12 12 200,-38 36-8,6 1 1,-2 3 316,-12 15 1,0 2-942,5-1 1,2 0 377,0 2 1,5-2-141,9-11 1,2-2 67,1 5 0,5-1-1465,20 11-6682,21-7 605,5-28 7413,6-15 0,-32 1 0,-6 0 0</inkml:trace>
  <inkml:trace contextRef="#ctx0" brushRef="#br0" timeOffset="182365">35393 17774 8276,'0'-4'9830,"0"2"-9152,-5 34 0,-2 17-443,4-4-788,-3 10 0,0 1 553,6-6-398,6-3-866,3-9 1264,24-2 0,-19-18 0,11-2 0</inkml:trace>
  <inkml:trace contextRef="#ctx0" brushRef="#br0" timeOffset="182632">35667 18156 18520,'46'8'-265,"0"0"1,0 0-1,12-1 1,-13-14 337,-29-24 0,-12-8 363,-15-14 197,-21 13-246,-10 28-155,12 9 1,1 6-177,3 8 0,2 4-218,-19 8-1189,22 15 1351,36-13 0,-11-12 0,14-2 0</inkml:trace>
  <inkml:trace contextRef="#ctx0" brushRef="#br0" timeOffset="182866">36162 18017 17145,'32'46'173,"0"0"1,-2-5 0,2-9-171,1-24 0,1-9-351,3-7 1,2-3 263,6 1 0,0-1 84,-13-2 0,-3-1 473,14-2-473,-27 18 19,1 24 0,-10-16 0,1 14 0</inkml:trace>
  <inkml:trace contextRef="#ctx0" brushRef="#br3" timeOffset="218942">27252 9673 19473,'6'48'23,"1"0"1,0 0-1,-1-4 1,0-1 0,0-6-24,6 18-1073,-7-26 0,-2-1-8758,-7 3 9806,-8-2 0,1-26 0,0-3 0</inkml:trace>
  <inkml:trace contextRef="#ctx0" brushRef="#br3" timeOffset="219226">27041 10007 19417,'36'40'784,"-1"-1"0,-2-3 0,-5-6-290,-3-8-108,-2-5-78,1-6 90,11-6-174,0-17-157,1-2-56,-8-14-11,-12 1-218,-2 0-1138,-1-3 1356,0-1 0,-5 13 0,-2 2 0</inkml:trace>
  <inkml:trace contextRef="#ctx0" brushRef="#br3" timeOffset="219976">33983 6542 14348,'3'3'1800,"-4"28"1,-4 12-3015,1-7 1,-1 5 1431,0 8 1,1 7 0,0 4-87,2-9 0,0 3 0,0 2 0,1 0 1,1-4-540,0-1 0,2-2 1,0 0-1,0 2 407,-1-1 0,0 4 0,1 0 0,-1-3 0,1-5-90,1-2 1,0-4 0,0 0 134,0 0 0,-1 0 1,-1-5-1,-1 20 1,0-26-1,0 1 1</inkml:trace>
  <inkml:trace contextRef="#ctx0" brushRef="#br3" timeOffset="220243">33615 7784 18599,'19'44'466,"0"-1"1,1 0 0,-1 1 0,8 7 0,1-2-1,0-4-466,-5-12 0,0-3 0,1-4-34,10 3 1,-2-10 33,2-15 140,-3-25-89,-9-15-267,-9-3 0,-2-4-1831,-2 7 0,0 1-2869,-2 1 1,1 3 3761,3-1 1,-7 30-1,-1 2 1</inkml:trace>
  <inkml:trace contextRef="#ctx0" brushRef="#br3" timeOffset="220859">34196 11938 20503,'0'42'207,"-1"1"0,1-1 1,-1 12-1,0 3 0,1-2 32,0-8 0,0-2 1,0-1-969,0 3 0,0-1 0,0-1 598,0-4 0,0-2 1,0-4-727,1-2 0,-2-3 923,-5-1 0,0-3 0,3 3 0,-9-6 1</inkml:trace>
  <inkml:trace contextRef="#ctx0" brushRef="#br3" timeOffset="221077">33929 12774 17609,'48'22'125,"-1"-1"1,1 1-1,-4-5 1,-1-2-1,-7-11-125,11-29-70,-25 6 0,-1-3 422,-1 1 0,2-1-352,11-12 0,-1 2 0,-3 2 0,-8 10 0,1 0 0</inkml:trace>
  <inkml:trace contextRef="#ctx0" brushRef="#br3" timeOffset="221876">39761 4623 21427,'-25'41'450,"0"0"0,0 0 0,-1 0 0,-2 3 0,1-1 0,6 1-400,11-2 1,6 1 0,1-3-1335,-1 5 0,1-3 1247,1-2 1,-1-1-434,1-4 0,-1-3-2323,-6 21-5576,0-14 8473,-9-13 0,10-14 0,-1-7 1</inkml:trace>
  <inkml:trace contextRef="#ctx0" brushRef="#br3" timeOffset="222143">39256 5276 17921,'5'43'416,"-1"1"1,1-1-1,0 1 1,1 9-1,0-1 1,3-7-247,3-10 1,3-5-59,0-4 0,2-2-28,18 10-6,17-18-364,-27-28 1,0-6-236,2 2 1,-2-4 430,-1-21 1,-5 0 0,-2 5 0,-4-1-1</inkml:trace>
  <inkml:trace contextRef="#ctx0" brushRef="#br3" timeOffset="222792">39557 8461 18431,'6'2'1854,"-2"-1"-1485,-3 43 1,-5 16-143,2-29 0,-1 1-748,0 14 1,1 8 0,-2-5 654,0-9 1,0-3-135,0-1 0,1-1-239,1-4 1,1-2-6270,-1 26 6508,2-25 0,0-7 0,0-20 0</inkml:trace>
  <inkml:trace contextRef="#ctx0" brushRef="#br3" timeOffset="223060">39136 8979 20985,'15'36'421,"0"0"1,0 0 0,6 14-1,1-14-129,7-29-7,1-4-145,-5-6-73,8-17-391,-8-7-617,0-3-773,-11 7-1569,-6 17 3283,-2 4 0,-3 2 0,-2 0 0</inkml:trace>
  <inkml:trace contextRef="#ctx0" brushRef="#br3" timeOffset="225060">39143 8900 19087,'44'18'1859,"-5"2"-1350,-20 4 707,2 22-933,-13-18 0,-2 2-188,2 10 0,-3 0-92,-1-8 0,-1 0 42,2 23-45,0-25 5,3-6-5,-1-5 0,6-5 124,2-6 346,10-14-218,-2-7-17,3-8-11,-8-2 90,9-6-197,0 0-77,-1-1-35,-4 4 1,-10 9-6,-1 2-196,-1 5-594,2 2-677,3 5 1467,33 2 0,-29 1 0,21 0 0</inkml:trace>
  <inkml:trace contextRef="#ctx0" brushRef="#br3" timeOffset="225860">39654 12104 18876,'-18'50'416,"0"1"1,-1 0 0,4-2 0,0 1 0,4-1-244,4-6 1,3 0-1,2-3-408,1 9 0,3-7-1714,9 7 2009,10-34 1,-8-16 0,0-2-1</inkml:trace>
  <inkml:trace contextRef="#ctx0" brushRef="#br3" timeOffset="226212">39393 12630 21321,'10'53'659,"0"0"0,3 3 1,5-7 275,18-12-588,-13-18 0,1-4-45,25-8-229,-11-20-73,-5-13-101,-9-2-1080,7-9 1183,-3 9 1,-7 5 0,-8 12 0</inkml:trace>
  <inkml:trace contextRef="#ctx0" brushRef="#br3" timeOffset="226960">39691 14865 11340,'4'0'6912,"-1"0"-5859,-3 0-913,17 70-1609,-9-37 1589,2 11 1,0-1 419,-5-13-674,-2-6-984,0-6 1118,-1-7 0,0-6 0,-2-3 0</inkml:trace>
  <inkml:trace contextRef="#ctx0" brushRef="#br3" timeOffset="227280">39657 14970 21142,'21'38'402,"-1"-1"0,0 1 0,6 13 0,0-14-5,-5-32-61,-1-3-140,-3-8-72,0-4-57,-6-7-67,4-12-3809,2 2 3809,7-7 0,-9 17 0,-1 3 0</inkml:trace>
  <inkml:trace contextRef="#ctx0" brushRef="#br3" timeOffset="494099">35934 17903 11480,'-5'-33'1714,"3"5"-1120,-1 16-191,2 5 314,0 6 207,0 1 336,-2 0-358,-1 0-180,-1 1-402,0-1-28,2 3 27,0-1 246,1 1 40,-1 0 442,1 0-777,0-2-74,15-11-196,9-8-2000,19-15-5914,1-1 7819,-5 2 0,-17 15 0,-9 6 1</inkml:trace>
  <inkml:trace contextRef="#ctx0" brushRef="#br1" timeOffset="753298">7703 22307 18800,'8'3'2280,"-2"0"-739,-6-3 705,0 0-1793,0 2-38,0 0-224,7 3 61,10-4-68,13 1-38,15-2-79,9 0-157,-23 0 0,2 0 135,14 0 0,3 0 2,-3-1 1,0 0-26,4 1 1,-1 0-21,-18-1 1,-4 1 59,5 0-62,-25 0-39,-3 0-684,9-6 723,23-12 0,-17 8 0,12-8 0</inkml:trace>
  <inkml:trace contextRef="#ctx0" brushRef="#br1" timeOffset="754130">7667 21527 20042,'47'4'264,"1"-1"1,-1 0-1,0 0 1,0 0 0,-3 0-117,3-2 1,-1 1-74,1 0 1,3 0-47,-12-1 1,1 1 0,-2 1-159,8 1 1,-4 4 291,-2 6 1,-5 2-1,-3-2 1,-27 10-1</inkml:trace>
  <inkml:trace contextRef="#ctx0" brushRef="#br1" timeOffset="755313">7827 24656 21192,'6'0'818,"-2"0"443,-4 0-1088,91-15-1937,-42 6 1812,-11 2 1,5 0 0,-3 0-30,-3 0 1,-2 0-787,-4-2 1,1-1 766,0-2 0,-2 0 0,4-4 0,-18 1 0</inkml:trace>
  <inkml:trace contextRef="#ctx0" brushRef="#br1" timeOffset="755799">7747 24111 23181,'49'-5'-1544,"1"0"1,-1-1 0,1 1 0,2 0 0,-1 1 0,0-1 1243,3-3 0,1-1 0,-8 2 0,-14 3 0,-4 0 0,13-1 0</inkml:trace>
  <inkml:trace contextRef="#ctx0" brushRef="#br1" timeOffset="757667">7714 20418 20806,'43'-3'83,"0"1"0,0 0 1,0 0-1,9 0 0,1 0 1,1 0-1,-4 1-100,1 2 0,-2-1 0,1 2-161,-5 1 0,1 0 1,-1 0-1,-5 0 1,11-1-1,-7 1 0,-14 2 1,0 1-1</inkml:trace>
  <inkml:trace contextRef="#ctx0" brushRef="#br1" timeOffset="758164">7730 19819 22015,'53'-8'159,"0"0"0,0 0 0,0 0 1,-2 0-1,0 1 0,-1-1 1,-2 0-1969,1-2 0,-2 0 0,2 0 1809,-3 1 0,3 0 0,-1 0 0,-5 0 0,10-1 0,-3 1 0,3-1 0,1 0 0</inkml:trace>
  <inkml:trace contextRef="#ctx0" brushRef="#br1" timeOffset="759180">7961 25745 19977,'5'0'4078,"0"0"-3597,-5 0-386,62-4-22,-18-1-915,4 0 0,2 0 842,-18 2 0,-1-1-118,0-1 1,0 1-2747,8 1 0,-1-2 2864,-6-1 0,-2-1 0,18 1 0,-23-2 0</inkml:trace>
  <inkml:trace contextRef="#ctx0" brushRef="#br1" timeOffset="759464">7810 25369 20903,'54'-12'-2,"0"0"0,0 1 0,0-1 0,0 1 0,-8-1 0,-2 1 0,-4 0 0,-2 4 0,5 2 0,1 0 0</inkml:trace>
  <inkml:trace contextRef="#ctx0" brushRef="#br2" timeOffset="763636">7496 19666 14041,'-33'38'217,"0"1"0,1 0 1,1-2-1,2-1 0,5-3 105,9-6 0,3 0 76,-3 17 0,1 2-219,4-9 1,1 0-18,0 14 0,2-1 26,4-11 0,2-1 8,0 0 0,3 0 8,4 1 0,4 1 204,2-6 1,3 2 0,4-1-323,6-2 0,3 0 0,1-1-73,-1 0 0,1 0 0,1-3-172,2-3 1,2-3-1,-2-2 179,6-2 0,-2-2-17,3-2 0,1-1-1,-2-1 1,2-2 1,-3-1 0,3 0 0,1-2-1,1 0 1,1-2 0,3 0-2,-5-1 1,2 0 0,1-1 0,0 0-3,1-2 0,1 0 0,0-1 0,-2-2-266,5-1 1,-2-2 0,-1-1 276,1-1 1,-1-1-1,-2-2 14,4-7 0,-1-6-52,-2 0 0,1-4 0,0-2 27,-10 4 0,-1-1 0,1-2 0,-2 0 1,1 0 0,0 0 1,-1-1-1,-1-1-274,9-10 1,-3-1-1,-3 1 295,-10 9 1,-4 0-1,0 0-22,10-16 0,-2-1 88,-2 0 1,-2-4-213,-8 6 1,-2-5-1,-4-1-100,-4 10 0,-3-1 0,-2-1 0,-4-1-78,-4 0 0,-4-3 0,-2 0 0,-2 0 0,0 3 256,-3-4 0,-1 3 0,-3 0 0,-3 2 2,-2 6 0,-3 0 1,-3 1-1,-1 3 0,0 2-332,-5 1 0,-1 4 0,-1 3 1,-2 0 328,-7 1 1,-1 2 0,-2 2 0,-2 2 20,9 4 0,0 1 0,-2 1 1,-2 4-1,-2 3-179,3 5 0,-3 2 0,-2 2 0,0 3 0,-1 3 0,0 1 0,1 3 205,3 2 0,-1 3 0,0 3 0,0 2 0,1 0 0,0 0 0,2-1 0,2-3 0,-4-1 0,1-1 0,2-2 0,1 1 0,1 1 0,2 3 0,-2 11 0,1-1 0,0 1 0,-1 0 0,1-1 0</inkml:trace>
  <inkml:trace contextRef="#ctx0" brushRef="#br2" timeOffset="764601">7242 21046 10474,'-25'34'253,"0"1"1,0-1 0,-1 0 0,-5 9 0,1-1 0,3 1 112,7-3 0,3 2 0,2 1 166,0 4 0,2 3 0,2 2-168,1-3 0,1 3 1,1 0-1,1-2-614,1 6 1,2-2 0,3 0 452,4 0 1,3-1-1,3-4 60,7 4 0,5-5-177,-4-15 0,3 0 0,2-2 179,2-1 1,3-2-1,3 1-248,3-3 0,4 0 0,3-1 0,1-1-20,5-1 0,1-2 0,3-1 0,1-1-310,0-2 0,2-1 0,2 0 0,-1-1 1,-1-3 303,3 1 1,-2-3-1,0-1 1,0-2 8,-1-1 0,0-2 0,-1-1 0,-3-1-2,-2-3 0,-4-2 1,3-3 15,-1-1 0,1-3 0,2-1 0,-2-3-13,-1-2 1,0-2-1,-1-3 1,1-1 10,-4 0 0,1-2 0,1-2 1,-3 0-1,-2 0-27,1-2 1,-3 0 0,-1-1 0,-3-1 14,6-10 0,-3-1 0,-4 1 0,-1-9 0,-5 1-353,-3-2 0,-2-2 129,-8 17 0,-2-1 0,-1-4-149,-2 1 1,-1-4 0,-2-2 0,-4 0-235,-4-3 1,-5-2 0,-1-1-1,-2 1 152,1 0 0,0-1 0,-2 1 0,-5 1 399,-4-1 1,-5 1-1,-2 2 1,-1 4-543,-7-1 1,-3 4 0,-1 3 597,-2 1 0,-1 3 0,-3 2 0,0 4 0,-1 2 0,-2 5-534,-3 3 0,-2 4 1,-1 5-33,9 5 1,0 3-1,-2 3 1,-1 5 528,6 3 0,-3 3 0,-1 4 0,0 0 0,3 0 0,4-4 0,-10 2 0,4-2 0,0 3 0,6 5 0,0 0 0,-1-1 0,1 1 0</inkml:trace>
  <inkml:trace contextRef="#ctx0" brushRef="#br2" timeOffset="765515">7292 23789 16510,'-11'43'299,"-1"0"0,1 0 0,0-3 0,1 0 0,3-1 186,4 12 0,5 0-608,3-14 1,2 1 0,2 1 428,2 8 0,1 2 0,3-2-765,0-8 1,2-3-1,2-1 504,1-1 0,1-1 0,1-3-3,6 2 0,3-2 84,-1-4 1,5 0 0,1-2-116,2-1 0,2-2 0,3-1 1,-4-4 1,2 0 0,1-2 0,1-1-437,2-3 0,0-1 0,0-2 0,-1-2 470,6-3 1,-2-3 0,0-2-17,0-2 0,0-2 0,-3-2 20,5-8 1,0-6 29,-6-1 1,3-6-1,-3-2-55,-10 5 0,-2-1 1,0-3-1,0-1-130,-1 0 0,-1-2 0,1-2 1,-2 0-1,-2 1 70,0-2 0,-2 0 0,-2 1 0,-2-2 1,3-11 1,-2-1-1,-5 3 11,-4-3 0,-7 0-323,-5 7 1,-4-4 0,-7 2-73,-11 1 0,-8 1 0,-7 2 290,0 7 1,-5 2-1,-4 3 1,0 2 127,2 5 0,-1 2 0,-2 3 0,-1 4 9,-6 4 1,-2 4 0,-1 4 0,4 3-10,-3 5 0,2 4 0,2 3-120,-1 3 1,2 1 0,0 4-404,11-3 1,0 2 0,0 1-1,1 2-1847,-1 2 1,1 2 0,1 2 0,-2 2 2369,1 0 0,-1 2 0,0 2 0,2-2 0,3-3 0,-2 2 0,3-3 0,1 0 0,-2 5 0,1 0 0,-1 0 0</inkml:trace>
  <inkml:trace contextRef="#ctx0" brushRef="#br2" timeOffset="766401">7490 25308 16712,'-27'34'497,"-1"1"1,1-1-1,0 0 1,-6 12 0,2 1-1,7-3-226,10 0 1,6-2-727,0 3 1,4 0 678,7-10 0,4-1-87,4 2 0,5 0-56,4 0 1,7-1-30,6-2 0,7 0 1,2-3-41,-5-7 1,2-3-1,2 0 1,0-1-558,0 1 1,1 0-1,0-2 1,1-2 556,3-3 1,1-1 0,-1-2-1,-2-3 6,3-1 1,-2-3 0,1-2-241,0 0 0,1-2 0,0-3 244,-1-1 1,0-3-1,-1-2 6,-1-1 1,-1-3-1,0-2-11,-3-3-1,0-1 1,0-6-159,-6-2 1,1-3 0,-2-4 0,-2 0 111,-3-3 1,-2 0-1,-3-3 1,-1-3-104,-2 2 1,-2-3 0,-1-1 0,-2 0 0,-3 2-185,-2-3 0,-3 2 0,-2 0 0,-4 0 111,-4 0 0,-2 0 0,-4 1 1,-1 3-85,-4-1 1,-3 2 0,-5 0 286,-3 0 0,-6-1 0,-2 0 0,-2 4 150,-2 2 0,-2 4 0,-3 1 0,-2 3-185,1 3 0,-4 1 0,-1 2 0,0 4 0,1 3-407,-3 4 0,1 4 0,-1 4 0,0 7-889,5 4 0,-1 5 0,0 5 0,0 2 0,1 3 1257,3 3 1,0 4-1,1 4 1,1-1 0,1 0-1,4-4 1,-1-1 0,3-2-1,2 0 1,-2 1 0,-5 7-1,0 0 1,0 0-1,0 0 1</inkml:trace>
  <inkml:trace contextRef="#ctx0" brushRef="#br3" timeOffset="770821">8155 19623 15339,'0'-3'2655,"0"0"-2627,0 3-28,-5 0 795,4 6-139,-3 1 16,4 5-146,0 1-218,0-2-190,0 2-62,4-1-45,15-1-28,9-3 17,4-4 84,-5-4 23,-13-4 27,-5-3 51,-5-5 134,-1-7-150,-6 3-169,-4 2-202,1 7-101,-3 9 253,5 5 50,-2 15 101,4 4-169,5 5 68,9-14 40,7-7-35,4-10 85,2-2 11,-3-7 39,6-15-174,-13-8-168,-1-1-117,-18 13 123,-10 10 51,-10 13 44,-18 25 213,4 8 44,20-10 1,2 1-106,-2 12-18,15-15-16,13-15 34,3-6-7,12-2 180,9-13-145,-4-12-807,-2-15 213,-14 4 95,-11 6 229,-3 19 152,-18 4 34,-6 22 195,-6 0 180,4 15-23,16-5-84,5-5-123,4-4-51,2-5 7,7-8-7,3-1 90,4-6 85,5-19-304,-7-15-100,-2-5 124,-6-2 16,-5 23 212,0 7-979,-15 23 767,-1 17 0,0 3 0,-6-1 0,8-2 0,0 0 0</inkml:trace>
  <inkml:trace contextRef="#ctx0" brushRef="#br3" timeOffset="772134">7968 22487 18224,'41'-29'224,"1"0"0,-3 3 0,-13 3 174,-24 8-163,-9 3-268,-12 6-7,-4 14 52,-1 3-12,8 11 84,11-4 33,2-3-38,3 1 117,6-5-163,12-3 107,-1-7-56,10-12-67,-10-8-17,-1-10-67,-3-5-34,-6-20-17,-2 1 258,-4 4-140,-5 20-240,-2 24 200,-6 18 40,2 4 6,2 12 100,3 6-27,11-6-6,13-6 27,2-12-10,8-22-90,-12-4-274,1-25-342,-10-4 117,-1-6 499,-14 18 6,-4 16 134,-9 14-95,0 12 145,-2 6 314,3 15-112,9-1-258,2-5-117,17-11 28,4-12 33,12-2 57,0-8-135,14-16-672,-13-13 470,-1-6 169,-16 15 173,-18 13-23,-7 17 191,-9 10 79,-4 9 996,-5 21-979,15-3-915,0-4-676,16-17 1187,13-14 0,-7-4 0,7 0 0</inkml:trace>
  <inkml:trace contextRef="#ctx0" brushRef="#br3" timeOffset="773350">7961 24099 19624,'46'-6'68,"-8"-4"-35,-22-7 208,-4 2 632,-7 3 500,-2 4-986,-15 5-275,-6 13-107,-2-1 51,1 9-11,13-6 207,2 4-207,3-5-28,10 1-17,-2-6 5,7-5 113,-4-2-118,-1-7-56,-1-5-275,-3-8-117,-2-2 61,-1-8 387,-13 12 96,-2 1-23,-9 17-67,-1 11 346,0 16-16,8 5-336,6 2 0,16-15 0,6-10 34,4-8 0,0 0-34,-2-4-17,-2-5-151,-1-3-662,0-12 393,-7 9 650,0 0-6,-7 10 113,-7 13 308,-14 18 94,0 11-616,2 9-531,12-14-673,22-10-6198,4-12 7296,9-1 0,-11-6 0,-6 0 0</inkml:trace>
  <inkml:trace contextRef="#ctx0" brushRef="#br3" timeOffset="774418">8115 25648 15569,'-6'0'2649,"2"0"-2436,4 0-208,43 15 191,-4-18-151,-8 6 0,0-4 90,7-19 78,-20-5-23,-9 0-55,-5 3-29,-4 1 12,0 7 274,-17 5 336,-6 9 56,-11 18-426,10-1-134,12 9-128,9-10-23,4-1-56,15-5-12,-2-3 96,10-6-101,-4-7-11,0-17-180,-6 0 107,-1-11 84,-10 11 409,-1 11-358,-4 1 66,-2 18-117,-2 2 123,-2 8 23,3-2 0,1 0-225,6-8 74,10-9 83,0-7-196,9-16 118,-12 9 1025,-1-1-465,-11 34-375,-10 10-286,3 8-1568,-3-8 1669,10-16 0,3-7 0,0-3 0</inkml:trace>
  <inkml:trace contextRef="#ctx0" brushRef="#br0" timeOffset="781070">949 20418 16275,'10'-6'750,"0"0"-649,4-1 101,2-3-6,1-2 100,24-19-220,-12 8 0,4-1-50,-1 2 0,3 0 0,2 0-594,7-2 1,2 1 0,0 1 567,-7 3 0,0 2 0,1 2-13,1 2 0,1 1 0,-3 3-143,3 1 0,0 4 29,-4 1 0,4 1 0,-1 1 22,-1 1 1,0 1-1,0 1-197,0 0 1,-1 1 0,0 1 301,11 2 0,-3 4 2,-5 7 1,-3 2 47,-9-3 1,-1 2-23,8 4 0,0 2-53,-12-5 1,0 1 35,11 9 0,2 2-3,1 1 1,3 0 122,-7-6 0,2 1 0,-2-1-101,9 4 1,-1-2 16,0-2 1,-1-4 59,-10-6 0,1-3 5,1-3 0,4-1 0,1-2-15,2 0 0,1-3 0,3-1 4,-4-1 0,3-2 1,0-2-1,-1-2-90,2-4 0,-1-4 0,-1-1 1,-1-1-369,4-1 1,-2-2 0,-2-3 371,-1-4 0,-3-2 0,-3 0 7,3-3 1,-4 1 228,-1-1 1,-2 1-252,-1 1 0,0 1 61,5-6 1,0 1-65,-4 7 1,-1 1-26,-1 1 0,-2 3-23,15 1 668,-19 16-617,0 6 1425,4 9-1423,-4 1 1,5 3 0,7 3 0,4-1 13,-3-5 1,2-1 0,-1-1-458,14 3 0,0-4 497,2-4 1,-1-4 91,-13-1 1,2-1-203,-1-1 0,4 0 0,0 0 123,4 0 0,1 0 0,3 0-58,-6 0 0,3 0 0,1 0 1,-3 0-55,4 1 0,-1-1 0,-1 1-292,-2-1 1,-2 0 0,-2 0 334,7 1 0,-6-1 0,6 0 0,-4 0 0</inkml:trace>
  <inkml:trace contextRef="#ctx0" brushRef="#br0" timeOffset="781421">5494 19735 15260,'48'28'-1405,"1"0"1,-1 1 0,0-1-1,-2-2 1,0 0 0,0-2-1,-3-2 2983,2-4 0,-3-1 1,-3-1 793,4 5 0,-9 3-1269,-15 2 1,-11 1 282,-15-1 1,-9 1-488,-13 14 0,-6 3-1254,9-11 0,-3-1 1,0 2 214,-6 4 1,-1 2 0,4-4-1,1 1 1,3-5 0,10-10-1,-1 0 1</inkml:trace>
  <inkml:trace contextRef="#ctx0" brushRef="#br0" timeOffset="782304">1885 21897 14751,'-9'0'4027,"1"0"-3780,8 0 246,0 0-353,69-86-492,-42 58 0,2 2 0,3-4 417,-2 1 0,4-4 0,1-1 0,2 1 0,-1 3-501,8-2 0,2 3 1,0 3-1,-1 1 436,6-3 0,-1 3 0,0 3-2,-3 6 0,0 2 0,-3 5-517,4 2 0,-4 5 496,-1 4 1,-2 4-182,-1 4 0,-2 3 204,-2 4 0,-3 3-23,-1 3 1,-1 4 288,7 11 1,0 4-245,-12-13 0,-1 0 1,0 0-23,0 0 0,0 1 0,-1-2 513,11 12 0,-1-5-485,-8-11 0,0-2 67,15 4 1,3-3 379,4-4 1,4-3-320,-7-5 1,2-1 0,-2-3-104,12-1 1,-2-5-129,1-6 0,-2-5 97,-15 0 1,-3-3-21,1-4 1,0-2-3,-2-1 0,0 0 0,-1-1 0,-1 0 69,-3 1 1,2-1-90,5-4 1,0 1-15,-11 6 1,0 2 265,3-3 0,-1 2-305,4 2 356,5 6-367,8 6 81,-10 10 0,3 3 0,13 0 1,3 1-112,-5 3 1,1-1 115,-12-5 0,1-2 0,-1-1 48,8-1 0,-2-2-2,2-1 0,-1-1-46,0-2 1,0-1-126,-2-3 0,-2-2 123,-2-1 0,-1-4 0,7-7 0,-2-2-3,-14 7 1,-1 0-1,5-5 0,-4 1-3,-2 2 256,-9 5-418,-5 8-3064,5 2 3232,2 5 0,-4-2 0,-3 1 0</inkml:trace>
  <inkml:trace contextRef="#ctx0" brushRef="#br0" timeOffset="782670">5752 21188 17848,'-10'-7'2084,"3"2"-2050,7 5 11,0 0-45,62 76-500,-25-55 1,6-2 338,-9 3 0,4 5 0,2-2 0,-1-4-572,9-5 1,0-6 0,-3 0 712,11 2 1,-5 0 19,-11-1 0,-8 2 919,-11 14 296,-20 5 0,-9 5-184,-14 10 0,-7 5-1551,6-5 0,-2 3 0,0-2-393,-1-6 0,-1-1 0,1-1-1527,2 1 0,1 0 0,2-1 2410,-4 12 1,4-6-1,8-19 1,2-1 0,0 1-1,0 0 1</inkml:trace>
  <inkml:trace contextRef="#ctx0" brushRef="#br0" timeOffset="783786">2136 24923 16762,'28'-37'202,"1"0"0,0 0 1,0 0-1,-2 2 1,1 0-1,-1 1 1,-1 5 12,11-5 1,1 3-1190,1 1 1,2-1-1,0 2 1005,6-2 0,0 1-31,-8 5 0,3 0 0,-1 5 420,12 3 0,-1 8-423,-5 8 0,0 5 3,-2 2 0,-2 5 148,-8 7 0,-5 5-129,-10-3 1,-1 3 11,7 13 0,1 2 75,2 3 0,2 1 30,-4-8 1,1 1-1,0-1-420,7 7 1,0-3 451,1-5 0,1-4 31,-8-10 0,0-3-9,2-3 1,1-1-54,3-1 0,2-2-42,0-4 0,4-2 1,1-1-48,5 0 1,1-2-1,2-3-40,-4-1 1,3-4-1,-1 0 1,-2 0-9,5-1 0,-2-1 0,-1-2 2,-3-3 0,-2-2 0,-3-1-2,-3-1 0,-2-2-45,3-5 0,-1-1 844,-10 5 0,-2 1-855,0 2 0,-3 1 51,1 1 0,-7 20 371,3 12-363,5 3 0,6 3 42,12 1 0,6-1 86,-5-6 0,5-1 1,2-2-75,-8-5 1,3-2 0,-1-1-1,0-3-522,6-1 0,-1-4 0,0-1 487,0-1 0,-2-3 1,-2-1-23,1-6 0,-2-3-256,-3 1 1,0-1 255,-7 1 0,1-1 16,5-3 1,0 2-65,-5 6 1,-2 1-354,1 0 1,0 3-769,-3 5 0,-1 3 1169,-1 3 0,-2 0 0,5-1 0,1 1 0</inkml:trace>
  <inkml:trace contextRef="#ctx0" brushRef="#br0" timeOffset="784122">6136 24171 16382,'40'21'-14,"1"-1"1,-1 1 0,1 0 0,8 4 0,0-2 0,-1-6-287,9-10 1,-3-5 220,-10 3 1,-2 1 322,-1-1 0,-5 3 496,-3 17 1001,-37 8-1525,-12 3 0,-7 5-756,1-2 0,-4 3 1,1-1 97,0-3 0,0-1 0,1 0 1,2-3-1,0-2 0,4-4 0,-4 5 1</inkml:trace>
  <inkml:trace contextRef="#ctx0" brushRef="#br0" timeOffset="785087">2547 26045 8875,'-4'5'9662,"1"-1"-8916,3-4-629,4-18 91,11-2 77,14-21-154,-8 20 1,3 0-483,6-4 1,3 0 465,3-3 0,5-1-48,3 1 0,5-1 0,2 2-81,-12 7 0,1 1 0,1 1 0,2 0 2,6-1 1,3 0 0,0 1 0,-3 3-443,4 0 1,-3 3-1,-2 3 448,-6 3 1,-1 3-1,-4 4 6,-2 3 0,-1 6-44,10 9 1,0 6 69,-15-2 0,0 2 1,0 1 38,9 8 0,1 3 1,-2-1-379,-6-6 1,-2 0 0,0 0 394,1-1 0,1 1 0,-2-3 133,5 2 1,0-3 14,2 0 0,1-1-26,0-2 1,1-1 27,2-2 1,0-2-121,1-3 0,3-2-51,-3-4 1,3-2 0,2-3-14,3-4 1,2-2 0,0-2-38,0 0 0,0-1 0,-1-3-46,1-4 0,-2-2 0,-2-2 35,4-6 0,-2-3-41,-6 1 0,1-3 0,-1 0-97,-4 0 0,-1 0 1,1-1 101,3-2 1,1 0-1,-4 1 33,0-2 1,-4 3-35,-10 9 1,-3 4 739,-2 8-904,0 3 750,0 6-549,20 22 734,-15-9 0,1 1-737,12 6 0,1 0 3,-6-4 0,1-2 135,2-4 1,0-3-86,-8-3 1,1-3 69,21 1 1,5-3-84,-13-3 0,0-1 1,2 0-25,10-1 0,2 0 0,-3 0-372,-9 0 1,-1-1-1,-2 1 376,13-2 0,-6 2-17,6 3-556,-5 1 556,2-5 0,-23 3 0,-2-3 0</inkml:trace>
  <inkml:trace contextRef="#ctx0" brushRef="#br0" timeOffset="785421">6631 25402 14999,'39'19'53,"1"0"1,-1-1 0,4 4 0,-1 1 0,-8 3 1766,-9 9 0,-5 2-1047,3 0 1,-6 3-4,-11 6 0,-9 1-308,-5-8 1,-4-1-298,-3 2 0,-3-1-165,-1-3 0,-4 3 0,0 3 0,-2 4 0,3-7 0,6-13 0,1 0 0,-8 16 0,0 0 0</inkml:trace>
  <inkml:trace contextRef="#ctx0" brushRef="#br0" timeOffset="790590">10123 19735 16616,'30'-27'747,"1"-1"0,-4 3 0,-1 1-489,14-11-191,-9 8-48,-7 9 1,-1 0-9,13-3 31,-11 10 0,3 2 0,0 4 0,1 1-25,0 0 0,-1 2-6,25 12 40,-16 3-46,0 11 57,-4 2-12,-10-4 1,-1 3 89,-1 3 0,-1 2 44,5 8 1,-2 1-338,-5-7 1,-2 0 244,0-2 1,-1-2 126,7 11-1,4-3-28,1-4-47,-4-13 0,4-2-23,3-4 1,3-2 25,0 0 0,1-2-233,3-4 0,0-3 148,-8-6 1,-1-2-20,1 1 0,1-3-17,-2-3 1,0-2 7,23-11-33,-5-2-78,2-3-399,-17 9-984,-1-2-590,-15 11 2167,-3-4 0,-5 7 0,-1-1 0</inkml:trace>
  <inkml:trace contextRef="#ctx0" brushRef="#br0" timeOffset="790989">11731 19488 17636,'45'24'-44,"1"-1"0,0 0 1,-4 0-1,-1 0 0,-4-1 44,-3-1 0,-4 0 56,-7 0 0,-6 1 319,-7 18 376,-11-9 0,-5 3-160,-7 4 0,-2 0-558,-2 9 1,-2-2-715,0-10 1,-1-3-2925,2-7 1,1-3-2114,-9-4 5718,-4-8 0,14-6 0,2-2 0</inkml:trace>
  <inkml:trace contextRef="#ctx0" brushRef="#br0" timeOffset="791689">10096 20544 17059,'29'-39'46,"0"1"1,5 1 0,2 4-42,0 12 1,0 2-256,1 3 0,-2 2 250,13 0 54,-19 9 1,2 3 1,22 10 6,-1 5-56,-13 14 145,-14 0 129,-4 5-17,3 1 31,-8-7 0,1 1-36,4 4 0,3 1 2,7 7 1,2-1-177,-5-7 0,1-3-140,1-2 0,0-4 224,13 2 100,1-7 57,-2-7-45,1-6-95,0-2-76,-9-7 0,1-2-90,-8 0 1,0-2-20,9-4 0,-1-2 0,12-14-190,-3-1-790,-7 2-3936,-14 7 1,-1 1 3926,3-7 0,0 0 0,-19 18 0</inkml:trace>
  <inkml:trace contextRef="#ctx0" brushRef="#br0" timeOffset="792024">11600 20366 10657,'-5'-1'5567,"0"-1"-5359,5 2-164,121 66-41,-78-47 0,2 0-422,-8 0 0,5 3 1,0 1-1,-5-4 439,7 0 0,-8-2 69,1 11 1598,-17 19-527,-22 7-1057,-9-17 1,-7 1-104,-3-7 0,-4 1 0,1-4 0,4-3 0,0-2 0,-6 1 0,0 0 0</inkml:trace>
  <inkml:trace contextRef="#ctx0" brushRef="#br0" timeOffset="794262">8833 21182 20040,'15'50'338,"-1"0"1,1 0 0,1-5 0,2 2 0,2-1 0,2-2-114,-1-7 1,3-1-1,0-2 1,0 1-859,0 1 1,0 0 0,0 0 0,1 0 660,7 9 0,1 0 0,-3-4-9,2 0 1,-2-4 160,-3-3 0,-1-1-205,-2-5 0,1-2-574,1-1 1,3-4 598,4-14 0,-1-3 0,8 10 0,0-26 0</inkml:trace>
  <inkml:trace contextRef="#ctx0" brushRef="#br0" timeOffset="794590">9575 21203 16198,'-26'34'332,"-1"0"1,0 0 0,1 0 0,-1 2 0,-1 1 0,1-1 0,2-1-27,-1 4 0,2-3 1,0 3-673,-4 4 1,-1 2-1,-1 3 689,7-12 1,-2 1 0,0 2 0,-1 0 0,1-1-319,-1 2 1,0-1 0,0 0 0,-1 1-1,1-1-339,0-1 0,-1 0 0,1 0 1,-1-1-1,1 1 334,-8 8 0,-1 0 0,2-2 0,5-7 0,2-4 0,3-5 0,-2 2 0,1-1 0</inkml:trace>
  <inkml:trace contextRef="#ctx0" brushRef="#br0" timeOffset="797474">9685 23973 14471,'5'-12'2145,"14"-8"-1881,3 0-119,16-9-50,-3 5-36,-6 5 0,4 0-34,2 2 0,2 1-22,-1 0 0,1 1-123,-2 4 1,-1 4 124,13 2 7,-1 3-1,-2 2 28,-1 0-28,-4 0 129,9 8 297,-2 9-230,-18-2 0,-2 2 57,16 15 50,0 3 44,-9-7 70,-6-10 1,2-1-54,3 0 0,2-2-28,9 0 1,1-2-312,-7-5 1,-1-2 95,-1-3 0,-1-2 52,15-6-77,-1-6-57,-4-7-45,-15 1 1,0-3-306,-2-1 0,-1-2-2453,4-6 1,-2-2-936,-9 7 0,-5-1 3688,6-24 0,-18 30 0,-2 1 0</inkml:trace>
  <inkml:trace contextRef="#ctx0" brushRef="#br0" timeOffset="797808">11270 23510 10058,'0'-5'7970,"0"1"-7758,0 4-150,28 14 0,14 3-46,-13-4 1,2-1-225,2-1 1,-1-1 207,20 4-3,-18-5 0,0 0-31,11 7 139,2 4 814,-34 12-17,-13 11-672,-9 2-230,-3 1-146,-3-14-9685,-10 8 9265,-8-2 1,10-9-1,0-10 1</inkml:trace>
  <inkml:trace contextRef="#ctx0" brushRef="#br0" timeOffset="798440">9759 24602 15960,'34'-26'73,"-1"1"1,1-1 0,0 1 0,6-7 0,1 2-1,-3 5 5,4 6 1,-2 5 450,-1 1 0,0 1-523,7 1 0,0 2 64,-8 4 0,-3 4 70,14 9 415,-10 10-415,-14 9 193,-9-5 0,2 2 79,2 2 0,0 0-244,2 0 0,0-1 199,2-1 0,0-4-65,18 4-95,-7-15 1,2-3-124,5 0 1,1-4-57,11-11 0,0-4 0,-3-2 0,-2-3-9,-9-5 1,-5-2-20,-10 7 0,-3 1-11,3-3-45,-15 13-360,6 4-2428,10-5-2393,3 1 5237,6-6 0,-19 7 0,-6 1 0</inkml:trace>
  <inkml:trace contextRef="#ctx0" brushRef="#br0" timeOffset="798774">11300 24168 17641,'42'16'52,"1"0"1,-1 0 0,-2-2 0,0 0-1,-5-2-49,-6-6 0,-3 0 53,26 6-50,-8 1 918,-14 17 499,-14 17-1250,-22-11 1,-4 1-275,3-5 0,-3 0-630,-7 1 1,-1-3-7543,-9 8 8273,-6 3 0,15-21 0,-1 0 0</inkml:trace>
  <inkml:trace contextRef="#ctx0" brushRef="#br0" timeOffset="801927">8372 25260 16773,'27'47'404,"0"0"0,0-1 1,-1-1-1,0-1 1,2-1-239,5 2 0,2-1 1,1-2-1898,3-2 1,2-2 0,0-1 1065,0 0 0,0-1 1,2-5 664,0-7 0,0-3 0,-6-6 0,9-1 0,-4-9 0</inkml:trace>
  <inkml:trace contextRef="#ctx0" brushRef="#br0" timeOffset="802357">8816 25095 14538,'-26'40'442,"0"-1"0,-1 1 0,1 0 0,1-3 0,-1 4 0,-1 2 0,-1 1 0,1-1 0,0 0 0,2-3-1441,-3 3 0,3-1 0,0-1 1,-1 0-1,-1 3 999,2-4 0,-1 3 0,-1 1 0,-1 0 0,2-1 0,1-3 0,2-3-61,-2 2 1,3-4 0,1-2 0,-2 3 60,-6 9 1,-2 2-1,2-2 1,3-6-1,5-6 1,1-3-1,-3 4 1,1-1-1,0 1 1</inkml:trace>
  <inkml:trace contextRef="#ctx0" brushRef="#br0" timeOffset="805396">3556 18856 14678,'7'0'5008,"-1"0"-4890,-6 0 234,0 0-167,-6-98 22,6 59 0,-1-3-727,-1 0 1,0-6-1,1-2 1,0 6 543,2 4 0,0 3 1,1 0-22,0-4 1,0 0 0,2 2 32,2-6 1,2 2 25,-1 2 0,0 1-59,2 3 0,-1 2 27,0-3 1,-1 3-3,0-6-554,1 7-152,-16 41 1850,-10 15-1374,-14 18 180,-3-2 0,-4 4 56,11-11 1,-1 2-1,-1 1 296,-5 6 1,-2 2-1,2-2-177,8-8 0,1-1 1,2-1 8,-4 7 0,5-5-16,8-1-90,9-10-50,18-6-1,40-9-103,-11-3 0,8-3 98,-7-4 0,7-2 0,-1 0 0,-5 0 0,6 3 0,-3 0 0,-7-4 0,0-1 0,0 1 0</inkml:trace>
  <inkml:trace contextRef="#ctx0" brushRef="#br0" timeOffset="806376">11988 18471 16773,'0'-6'1770,"0"0"-1731,0 6 11,6-74-38,3 31-295,-2-9 0,3-4 418,4 12 0,2 0 142,0-4 0,0-1-61,-3 9 1,0 0 0,0 1-105,1-6 0,-1 2-45,-4 8 0,0 3-11,0-3 150,-5 4-212,-1 16-862,-27 11 375,-3 18 294,1-1 0,-2 2 104,1 4 0,-1 2 86,-15 11 1,-3 2 375,3 0 0,1 1 490,-2 2 0,4-2-465,12-11 1,9-2-29,20-1-67,29-14-168,24-4-101,-4 0 0,8-1-322,-10-2 0,6 1 1,-1-1-1,-4 1 1,-9 0-1,-4 0 1,2-1-1,13 0 1,1 0-1,0 0 1</inkml:trace>
  <inkml:trace contextRef="#ctx0" brushRef="#br1" timeOffset="822030">18014 21891 21864,'-8'2'2196,"3"-1"-1787,5-1 89,38-6 41,2-1-310,-3 1 1,9 0-1,1 0-645,2 1 0,1 1 0,3-1 458,-3 1 0,3-1 0,0 1 0,-2 1-441,6-1 1,-2 0-1,-2 1 402,-5 0 1,-1 1 0,-4 0-4,-6 0 0,-3 1-535,0-1 1,-2 1 534,19-1 0,-17 1 0,-14-1 0</inkml:trace>
  <inkml:trace contextRef="#ctx0" brushRef="#br1" timeOffset="822581">18121 22466 23921,'49'-1'106,"0"-1"0,0 1 1,1-1-1,-1 1 1,0 0-1,7-1 1,1 1-1,-1-1 1,-3 0-1,-2-1-1093,-3-2 1,-3 0 0,-2-1 0,0 0 986,13 0 0,-1-1 0,-10 1 0,10-1 0,-7 1 0</inkml:trace>
  <inkml:trace contextRef="#ctx0" brushRef="#br1" timeOffset="823347">18124 23522 23582,'49'-6'-430,"0"0"0,0 0 0,0 0 0,0 1 0,0-1 0,0 0 1,5 0-1,0 0 0,0 0 0,-2 1 0,-2-1 0,-3 1-2028,3-1 0,-3 0 1,-3 0-1,-1 1 1296,6 1 1,-2 0-1,-8 1 1,2 0 0,-19 3-1</inkml:trace>
  <inkml:trace contextRef="#ctx0" brushRef="#br1" timeOffset="823700">18188 24123 23381,'42'-15'84,"1"-1"0,-1 0 0,1 0 0,-1 1 0,-1 1 0,1-1 0,2 2-612,9-1 0,2 2 0,2 0 0,-2 1 65,-1 0 1,0 1-1,-1 0 1,-2 1-1,-4 0 1,-2 0-1,-1 1 1,-3 1-1,-4 1 1,0 1-1,0 0 1</inkml:trace>
  <inkml:trace contextRef="#ctx0" brushRef="#br3" timeOffset="827564">18462 22523 14673,'0'3'3959,"0"0"-3459,0-3-444,40-16 0,-11-9 11,-3 7 0,-2 0 398,-4-9-381,-26 12 45,-10 20-34,-13 9-25,9 5 0,1 4 229,3 4 1,3 3 27,-1 6 1,3 1-121,10 18 45,16-16 57,12-24-124,7-9-68,1-3-33,11-30-392,-12-17 280,-17 10 0,-4-2 28,-4 7 0,-4 2 12,-11-15 77,-5 30 29,-16 8-124,3 23 6,2-2 6,11 15 39,10-9 139,19-1-72,-2-10-44,17-3-7,-1-18-83,-8-16-73,-4-1 89,-13-7 6,-7 17 101,-10 8 11,-5 5 241,-20 12-269,2 8-1564,6 8 1480,21-3 0,6-9 0,9-9 0</inkml:trace>
  <inkml:trace contextRef="#ctx0" brushRef="#br3" timeOffset="828531">18599 24063 20235,'3'0'2179,"0"0"-1927,-3 4-51,0 1-133,-1 7-68,-1 2 5,0 2 6,1 6 113,4-9-12,3-1 5,6-12 1,4-10-113,-3-4 51,-3-10 101,-5-9 28,-17 10-84,-3 3 78,-12 13-56,-4 19-117,13 0 44,-1 14-44,14-6 61,9 3 62,17-10-45,6-1-84,1-14 11,-9-7 45,-14-7-140,-4-16-50,-13-1 134,-7 5 72,-1 12-72,-2 13 0,15 8-28,2 3 28,3 5 112,8 1-22,17-5-90,0-2 34,9-10-68,-10-5-106,-4-8 134,-9 7-2396,-1 6-3569,-11 16 5971,-5 9 0,3-8 0,-3-2 0</inkml:trace>
  <inkml:trace contextRef="#ctx0" brushRef="#br2" timeOffset="834301">17630 21431 15344,'-21'41'313,"0"0"0,1 0 0,-1 0 0,0 0 0,-1 2 0,0-1 0,2-2 0,4-3-53,1 13 0,5-5-47,2-11 1,2 1 96,0 12 1,1 3-65,0 3 1,4 3-962,4-11 1,3 3 0,0-2 801,2 10 0,4-3 13,6-2 1,3-4-231,-3-12 1,1-4 176,0-1 1,2-1 338,-1-1 1,3 0-278,11 5 1,4-1-10,5-1 1,3 0-594,-6-7 1,1 0 0,-1-2 520,-5-4 0,-1-2 0,0-1 3,17 7 1,-2-3 387,-13-6 1,0-2-356,15 2 0,3-1-8,-17-6 0,0-1 0,3-1 11,10 2 0,2-2 1,-1-1-97,-9-4 1,-1-1-1,-1-2 47,3 0 1,-1-1 0,-2-3 3,7-6 1,-2-2-21,2-4 1,-1-2 0,0 0 0,2-3-213,-5-1 1,2-4-1,1 0 223,-1-2 0,0-1 0,-1 0-11,2 0 0,-1-1 0,-2 0 79,-4 2 0,-1 0 1,-4 1-80,3-1 1,-4 1-3,-3 2 0,-1-1 48,-2 3 1,-1-1-47,2-7 1,-3-3-9,-6 1 1,-2-3-82,0-12 1,-6-2 5,-11 10 0,-6 0-273,-5-2 1,-8 2-81,-6 7 0,-9 2 154,-5 1 0,-7-1 0,-3 3 82,6 8 1,-2 2 0,-3 2 0,-3 1-37,5 5 1,-3-1-1,-2 2 1,-1 2-1,-2 3 1,0 4-971,1 4 1,-2 3 0,-1 3-1,-1 2 1,1 2 0,-1 1-1,2 0 1146,1 2 0,0 0 0,0 2 1,0 1-1,1 1 0,3-1 1,1 1-1,-7 3 0,2 1 1,3 0-1,2 0 0,5 0 0,-2 6 1,0 0-1,-1 0 0</inkml:trace>
  <inkml:trace contextRef="#ctx0" brushRef="#br2" timeOffset="835116">17890 23308 16950,'-36'41'467,"-1"0"0,1 0 1,0 1-1,3 0 0,7 2-301,15-2 0,5 1 1,2-2-945,-6 15 1,4-1 857,6-15 1,2 0-1,2-2 79,4 7 1,6 0 1,4-1 0,6 1 0,4 0 19,-4-11 1,2-1 0,3 0 0,1 1-61,1-2 1,2 1 0,2 0 0,1-2 0,-2-2-374,4 2 0,-1-3 0,0-2 0,2-1 285,1-3 0,2-1 1,-1-2-1,-1-2-10,3-2 1,-2-2-1,1-2-4,1-2 1,1-1 0,1-1-235,-1-1 0,1-2 1,3-1 237,-1 0 0,3-2 1,1-1-1,-1-4-10,2-3 1,-1-3 0,1-2 0,-1 1 1,0 2 0,1 0 0,-2-1 0,-1-3-112,-3-4 0,-2-3 0,-1-1 1,-4 0 113,-2-2 1,-3-1 0,-1-1-15,-2-1 0,-1-2 0,-1-1 12,-2 1 1,-2-1 0,0-4 0,2-11 0,-1-6 0,-4-1-22,-9 10 0,-2 0 0,-2-1 0,1-1-16,0 0 0,0 0 1,-1 0-1,-4 0-74,-6-14 0,-4 0 0,-4 4-99,-1 11 0,-2 3 0,-3 1-141,-4-2 1,-4 1 0,-2 1-34,-1 1 1,-3 1-1,-1 1 86,-2 1 1,-2 1-1,-2 3 50,0 2 1,-2 2 0,-5 4-161,-2 3 1,-5 3-1,-4 3 1,-3 5 393,9 7 0,-5 4 0,-3 4 0,-1 1 0,1 0 0,2-2 0,6-1 0,-8-4 0,5-3 0,1 2 0,-3 3 0,7 7 0,-1 1 0,1-1 0,-1 1 0,1-1 0,-1 1 0</inkml:trace>
  <inkml:trace contextRef="#ctx0" brushRef="#br0" timeOffset="838934">15902 22301 16353,'19'-25'711,"0"0"0,5-4 1,2 0-530,0 4 1,3 0-130,13-6 0,3 1-830,-6 5 1,1 3 739,2 3 1,-2 5 25,10 5 753,3 24-370,-32 7 0,-2 6 255,4 11 1,-4 3-519,-5-1 0,-2 0 64,1-1 1,0-3 107,9 5-29,4-12-23,6-13 811,19-10-973,-21-15 0,1-6-50,9-1 0,-1-2-268,-9-3 1,-1-1-571,0 1 1,-2 1 820,11-9 0,-17 14 0,-1 0 0</inkml:trace>
  <inkml:trace contextRef="#ctx0" brushRef="#br0" timeOffset="839271">16991 21876 15939,'4'0'2878,"-1"0"-2569,-3 0-303,16 70 19,3-46 0,3 0-10,-1 9 0,0 4 0,3-3-10,16 1 1,2-6-253,-12-5 1,-1-1 327,-6-1 0,-4 1 544,-7 10 534,-13 23-1148,-14-24 0,-6 1-11,-5 4 0,-4 1 0,1-4 0,4-5 0,-1-2 0,-8 4 0,0-1 0</inkml:trace>
  <inkml:trace contextRef="#ctx0" brushRef="#br0" timeOffset="839919">16176 24574 10437,'21'-36'49,"0"-1"0,1 0 1,-1 0-1,5-8 1,0 0-1,1 4 314,-2 10 1,1 2-1,0 2 96,8-5 1,0 2 857,3-2 1,0 12 480,12 35-1339,-26 9 0,-3 6-148,-3 4 0,-1 1-17,7 2 0,2-2 53,-4-9 0,3-3 76,14 4 1,4-1-296,-1-6 1,0-3-129,0-1 0,-1-2-67,-9-7 0,-3-4 7,0-4-5687,-13-34 5747,-5-7 0,-7-1 0,-3 11 0</inkml:trace>
  <inkml:trace contextRef="#ctx0" brushRef="#br0" timeOffset="840252">17018 23928 18548,'44'30'103,"-1"0"0,1 1 1,-8-6-1,-1-1 0,-1-3-103,10-2 0,-2-3-31,-10-5 1,0 0-49,10 1 1,-1 2 106,-9 2 0,-3 3 675,-1 5 0,-5 4 433,-10 20-710,-17-20 0,-6-1 73,-13 17-396,5-16 1,0 0-4423,-10 10 4319,4-4 0,14-24 0,9-10 0</inkml:trace>
  <inkml:trace contextRef="#ctx0" brushRef="#br0" timeOffset="841569">19862 21762 18383,'19'47'327,"0"-1"1,1 0 0,0-6 0,3 1 0,1-1-1,2-4-167,5-1 1,2-4 0,1-1-432,-1 2 0,1 0 0,-1-3 50,-3-3 1,0-2 0,-2-3-1057,-3-6 0,0-3 1525,20 7 0,-21-13 0,-5-3 0</inkml:trace>
  <inkml:trace contextRef="#ctx0" brushRef="#br0" timeOffset="841771">20236 21879 21763,'-44'32'-162,"-1"-1"1,0 0-1,1 0 1,2 0-1,2 1 1,0 1-1,2 2 162,2 3 0,2 2 0,1 0 0,4-4 0,-8 7 0,6-2 0,8-4 0,0 1 0</inkml:trace>
  <inkml:trace contextRef="#ctx0" brushRef="#br0" timeOffset="842519">20029 23594 19325,'38'41'191,"0"0"1,-1 0-1,-1-2 1,0-1-1,-2-5-155,1-1 1,-1-4-37,-1 0 0,1-1-594,6 4 1,0-1 593,-13-9 0,-1-2 0,-1-1 0,-5-3 0,-5-4 0</inkml:trace>
  <inkml:trace contextRef="#ctx0" brushRef="#br0" timeOffset="842734">20220 23756 17833,'-37'29'-40,"-1"0"1,1-1 0,0 1 0,0-1 0,-5 5 0,1-1 0,1 0 0,2-1 39,-5 8 0,3-1 0,5-5 0,8-7 0,1-2 0,-6 9 0,0 0 0</inkml:trace>
  <inkml:trace contextRef="#ctx0" brushRef="#br0" timeOffset="844205">16473 20297 15648,'0'-5'4290,"0"1"-3590,0 4-213,30-8-25,-3 7 0,2 0-364,6 0 1,1 1-700,8 4 0,-1 4 604,-10 3 0,-2 2-3,1 3 0,-2 1 85,-2 1 0,-4 4-492,-2 13 1,-8 6 95,-11 3 1,-10 4 438,-9-7 1,-6 2 0,-1-2-346,1-6 1,-1-1 0,-3-3 425,-5 1 0,-3-1 1,2-4 36,1 0 0,4-1 31,1 2 1,5 1-256,5 13-27,26-9-96,33-18-661,-9-13 0,4-3 765,15-2 0,0-2 0,-22 4 0,-2 0 0,4-3 1,0 0-1</inkml:trace>
  <inkml:trace contextRef="#ctx0" brushRef="#br0" timeOffset="844939">21663 21079 21229,'21'52'334,"0"-1"1,6-18 0,5-3 0,3-13-337,6-18 0,4-14 1,0-3-553,-5 2 1,2-3 0,-2-2 0,-3-5 191,-4-4 1,-3-4 0,-2-3 0,-4 2-226,3-5 1,-3 0 0,-10 0 550,-13-13 0,-14 7 36,-7 23 0,-6 6 163,-11 4 0,-5 6 150,-3 5 1,-4 8-131,4 7 0,-4 7 0,2 6-390,10 2 0,0 6 1,1 1-1,2-3 1,-4-4-1,3-2 1,2 2-1,7 7 1,1 0-1,-1-1 0</inkml:trace>
  <inkml:trace contextRef="#ctx0" brushRef="#br3" timeOffset="863140">18475 22433 8287,'4'0'8055,"-1"0"-7019,-3 0-857,1-7 45,1-1 605,3-22-151,-1-14-493,-1-3-84,-2-8-17,-1 14-11,0 12 0,0-3-15,0 1 1,0 0 42,0-7 0,0 1 61,0 6 1,0 2-91,0-9-27,0 15-45,0 16-1641,0 4-8190,-7 1 9694,-14 4 0,9-2 0,-8 1 0</inkml:trace>
  <inkml:trace contextRef="#ctx0" brushRef="#br3" timeOffset="863391">18315 21861 18453,'33'-14'190,"0"-1"1,18-7-177,-20 14 1,0 2-10,7 2 40,-6 1 67,-8 3 387,-4 1-320,0 16-358,1-6-1810,7 9-7567,-3-13 9556,1-4 0,-10-2 0,-7-1 0</inkml:trace>
  <inkml:trace contextRef="#ctx0" brushRef="#br3" timeOffset="864041">18793 21813 18123,'38'14'-27,"0"0"0,1 0 1,12 5-1,-9-2 27,-21-3 213,-11 1 168,-5 3-95,-8 4-11,-10 3 246,-17 14-387,1-8-268,0 5-23,17-18 95,15-7-16,7-5-23,13 1 101,6 4 0,-2 1 11,-3 4-5,-13 4-6,0 1 0,-3 5-763,-5-2-2961,0 0 3724,-28 16 0,19-24 0,-19 11 0</inkml:trace>
  <inkml:trace contextRef="#ctx0" brushRef="#br3" timeOffset="864274">18869 22382 17227,'46'12'15,"-1"0"0,0 0 1,10 6-1,-7-6-373,2-12 0,-29 0-2236,-9-8 2594,-22-16 0,7 11 0,-11-8 0</inkml:trace>
  <inkml:trace contextRef="#ctx0" brushRef="#br3" timeOffset="864792">18823 21335 12981,'-4'7'4716,"1"-2"-5248,3-5 527,0 0-57,48-84-589,-35 59 1,0-2 650,7-11 0,3-5 0,-4 0-28,-4-6 0,-4 0 209,-2 3 0,-5 0 138,-10-2 0,-4 3-90,3 15 1,-3 5 33,-27-1-263,19 18-39,7-10 39,16-21 0,9-7 0,-2 14 0,1-1 22,4-6 1,1 1-18,-6 9 1,0 1-6,1-9 0,-1 2 73,0-3 1048,-6 3-829,-2 10 338,-3-2-462,1 7-168,1 1-11,5 4-34,7 2-447,7-4-1060,7-4-1484,3-6-4604,-6-7 7640,-5-14 0,-13 22 0,-3-2 0</inkml:trace>
  <inkml:trace contextRef="#ctx0" brushRef="#br3" timeOffset="865125">18950 19548 19232,'-8'0'516,"2"0"-690,6 0-84,0 0-330,78-25 266,-35 15 0,4 0-354,-6 0 0,2-1 0,-1 2 382,13 0 0,-7 4 210,6 5 1059,-14 35-115,-28-5 0,-5 4-451,-7 14 0,-3 3-657,1-7 1,-1-2-583,-7-5 1,4-5 829,20 5 0,-10-20 0,10-4 0</inkml:trace>
  <inkml:trace contextRef="#ctx0" brushRef="#br0" timeOffset="903335">28979 17813 17064,'4'0'2118,"-1"0"-892,-3 0-621,86-18-381,-57 13-132,20-5 1,-7 1 282,-34 7 365,-5 1 61,-3 1-353,-26 21-415,-5 4 1,-6 6-849,4-2 0,-4 5 0,-2 2 1,1 1 820,5-6 1,1 0 0,-1 2 0,0 1-1,-1 1-379,-1 3 0,-1 2 0,-1 2 0,0 0 0,0 1 1,2 0 372,1 0 0,1 0 0,0 0 0,1 1 0,0 1 0,-1 1-211,3-3 1,1 1 0,-1 1 0,0 0 0,1 1 0,-1 0 0,1 0 223,0 1 1,1 0 0,-1 0-1,1 0 1,0 2 0,0 1-1,1 2-77,4-9 0,1 2 1,-1 1-1,0 1 1,1 1-1,0 0 1,0 1-1,2-1 1,0 0-1,1 0 205,0 4 1,0 0 0,2 0 0,0 0 0,1 0 0,1 0 0,0 0 0,0 0 0,0 0-116,0-3 1,1 1 0,-1 0 0,1-1 0,1 1 0,0-2 0,1 1-1,1-2 1,1 0 7,1 5 1,0 1-1,1-1 1,1-1-1,2-2 1,2-3-1,1-3 135,4 6 0,2-4 0,2-3 0,0-2-113,1 5 0,2-3 0,3-3 563,11 7 0,9-6-580,5-11 0,8-4 1,4-4-28,-4-7 1,2-3-1,3-3 1,3-1 3,-1-3 0,3-1 0,1-2 0,0-2 1,-2 0-11,-5-1 1,-1-2 0,0 0-1,-2-2 1,0-2 1,9-4 1,0-3-1,-3-1 1,-5 0-6,-4-1 1,-4 0 0,-2-1 748,13-4 1,-3-1-711,-11 4 0,-2 0 711,-5 3 0,-4 1 295,2 0-851,-10 5-197,-16 10 2560,-1 0-4576,0-6-3400,0 0 5416,0-6 0,0 5 0,0 2 0</inkml:trace>
  <inkml:trace contextRef="#ctx0" brushRef="#br0" timeOffset="903735">28986 20748 19092,'-6'0'2856,"2"0"-1091,4 0-1121,34 91-591,-17-69 0,3 0-474,2 15 1,2 7 0,2-8 420,7-12 0,2-3 1,-4-2 1,2 1 0,0 0 38,10 9 1,-1 3-28,-12-5 0,-1 1 0,-3 0 29,-1 6 0,-6 0-401,-7 4 1,-8-1 579,-9-5 1,-5 0 72,-1 3 0,-2 1-260,-6 1 1,-5 2 125,1-4 1,-2 2-1,0-1-142,2-1 1,1-1 0,0-1-75,0-1 0,0 0 0,3-2-412,-2 5 1,6-6-1772,7-3-3962,6-14 6260,17-5 1,-11-7 0,11 0 0</inkml:trace>
  <inkml:trace contextRef="#ctx0" brushRef="#br0" timeOffset="907204">31021 21795 22593,'-3'14'2654,"0"-4"-2065,1-10 587,2 0-605,-2-13-386,14-25-163,-2 3 1,1-2-7,1 1 1,1-2-348,2-5 1,-1 1 332,-4 10 1,-1 0 3,1-13 0,0-4-162,-2 1 1,-1-3 158,-2 12 1,0-2 0,0 2-1,0-6 0,0 2 0,-1 5 0,0 4 2,3-10 1,0 7-1,-1 3 1,4 2 0,-4 14 16,0 2 617,-3 14-639,-3 2 339,2 0-339,5 14 16,10 23 20,0-1 1,1 4-6,-1-2 0,2 2-513,4 8 0,0-1 535,-3-8 0,-1-1 31,4 2 0,-1 1 26,0 0 0,2 1-319,-4-5 0,2 3 1,0-1 208,0-1 0,-1 0 0,1 0 0,-1-2 0,0 0 0,-1-1 0,6 10 0,-2-4 0,5 3 0,-5-4 0,-1-10 0,-6-4 0,0-8 0,-4-2 976,-3-6-976,-3-2 698,-3-5-698,-3 0 0,2-3 0,-3 2 0,2-9 0,-1-5 0,1-12 0,3-8 0,0-7 0,2-9 0,-2 8 0,1-5-708,-2 8 1,0-1 0,0-1 707,1 0 0,-1 0 0,1 0 0,0-4 0,-1 0 0,1 2-162,2-6 0,0 0 162,0 2 0,1-2 0,1-1 0,0 2 0,0-1 0,1 0-373,1-8 1,0-1 0,1 4 372,-4 12 0,0 3 0,0 1 0,2-7 0,-1 5-137,-1-2 137,-1 11 1709,-2 8-1709,-2 6 343,-1 4-343,1 4 1437,-3 3-1437,2 2 211,-2 2-1327,0-3-3174,0-2 4290,0-2 0,0 2 0,0 1 0</inkml:trace>
  <inkml:trace contextRef="#ctx0" brushRef="#br0" timeOffset="909420">32281 21783 14264,'0'-7'3204,"0"2"-3031,0 5 331,0 0 880,5 19-225,-4 3-632,3 10-57,-4 0-128,0-9-50,2 4-113,0 0 62,6 14-73,3 2 67,4 10 0,-1-6-112,-5-15 12,-4-8-51,-4-13-6,1-3-72,-2-3 83,3-3-83,-3-2 117,2 0-22,-1-4-45,4-15-11,2-12-45,2-3 5,-1-2 1,-1 11 22,-1-2-23,3 2-5,-2-1 6,2 2 0,3-5-6,-2 9 11,2-1-6,-7 14-5,0 4 0,-3 3-11,4 0 6,2 0 5,1 0 5,1 0 40,-3 0-39,-1 4-1,1 3 1,0 6 61,-1 3 6,3 12 39,-1 8 106,2 15-16,-3-10-85,-1 1 1,-2-16 39,1 3-95,-2-8-56,2-2 94,-3-10-94,0-6 50,-2-2 118,1-1-90,1-6-23,4-15-55,0-1-12,5-13 6,-2 8 6,11-16 27,3-2-36,-7 20 1,0 0 19,8-10-17,-1 11 0,-11 12-6,-1 3 0,1 3 1,2 1 5,3 4 0,2-1-6,-4 2 6,-2 2 0,-3 3 6,5 15 27,0 12 68,2 14-28,-5-6 22,-4-2-5,-5-14 44,1-2 29,-2-2 122,1 6-10,-3-4-40,2 0-123,-2-9 28,0-9 39,0-1 213,0-3-21,0 4-371,0-3 0,0 3 0,0-4-819,0 1-8417,2-13 9236,7-9 0,-5 4 0,4-2 0</inkml:trace>
  <inkml:trace contextRef="#ctx0" brushRef="#br0" timeOffset="910770">33652 20971 17260,'-6'-7'5227,"2"2"-4376,4 5-414,0 0 274,-20 0-28,15 0 477,-15 0-303,19 1-415,0 9-324,1 2-18,3 8-4,6 1 10,9 5 40,8 3 33,0-4 0,4 1-120,5 4 1,2 0-442,-5-5 0,1 1 1,-1-1 381,8 4 0,-1-1 0,-4-3 0,-2-2 0,9 4 0,-18-13 0,2 0 0,16 8 0,3-3 0,-18-7 0,-12-7 1145,-9-1-1145,-3-4 0,-1 1 0,1 1 0,-3-2 0,2 1 0,-2 3 0,-2 4 0,-22 12 0,-1 3 0,2-8 0,-3 0-420,2-1 1,0 1 419,-3 1 0,0 0 0,-3 1 0,0 1 0,-1 0 0,0 1-88,1-1 0,-1 1 88,-10 6 0,0 1 0,5-3 0,1 1 0,-1-1 0,1 0 0,9-4 0,2-2 0,-4 4 0,-6 5 0,0-2 0,-8 6 0,10-10 823,5 0-823,11-9 192,0 1-192,3-4 0,3-1 0,3-4 0,4 1 0,2-3 0,1 0-2801,0-13 2801,2-11 0,-1 6 0,2-3 0</inkml:trace>
  <inkml:trace contextRef="#ctx0" brushRef="#br0" timeOffset="912238">34728 21888 17423,'2'10'2571,"-1"-2"-2039,-1-8-140,0 0 448,14-41 141,-2-4-584,0-2 1,0-3-286,-4 12 0,0 1-314,0-4 1,0-1 246,-2 9 0,0-1 2,3-16 1,3-3-26,0-1 1,1-1 5,-2 11 0,1-1 0,-1 1-318,2-5 0,0 4 363,0 5 0,-2 5 162,-1-4 78,2 1-128,-4 13-34,-1 5 41,-2 13 456,-2 6-530,-1 1 708,4 6-725,1 5 123,17 29-107,-9-9 1,2 3 55,0-1 1,2 3 0,-1 0-628,6 13 1,-1 0 538,-5-14 1,-1 1 0,0-2 20,1 4 1,1 1-136,-1-5 0,2 2 1,0 0 123,-2-3 0,1-1 0,0 1 13,4 5 1,2 1 0,-1-2-109,7 9 0,-2-5 0,-7-11 0,-1-4 0,11 11 0,-14-22 0,-4-5 0,-3-5 1170,3-3-1170,2-7 429,3-7-429,1-11 0,-2-10 0,-5 2 0,0-4 0,0-6 0,0-4-452,-3 5 0,0-2 1,-1 1 451,2-12 0,-2 1 0,-2 0 0,-1 2 0,-2 13 0,0 1 0,0 0 0,0 1-225,1 0 1,0 1 224,0 1 0,1 1 0,0 1 0,1 0 0,0-5 0,0-1 0,1 4 0,0 1 0,-1 2 0,0 2 0,4-13 0,-6 21 0,3 0 1287,-2 4-1287,0 4 517,-2 5-517,-1 5-288,-3 2 0,1 0 0</inkml:trace>
  <inkml:trace contextRef="#ctx0" brushRef="#br0" timeOffset="913553">36058 21855 9537,'4'-1'7886,"-1"-1"-5466,-3 2-1955,0 8 22,0 2-39,0 11-90,0 2 186,0 20 38,0 7-294,0-18 1,1 0-37,-1 16-61,2-12-29,-2-18-11,1-5-95,0-6 129,6-2-67,-2-9-62,7-6-12,-1-9-38,4-6 50,0-7-56,10-14 73,0-5-31,-8 22 0,-1 1 53,7-14-5,-2 11-6,-9 13 28,5-1-107,-4 6 96,6 2-51,-6 7 85,-2 4-17,-1 0 16,-2 6-100,4 2 56,1 15 89,1 7-22,-4 3 44,-3 4 46,-4-8-7,-3 1-4,2 0-85,-1 0 0,-1-3 185,5 8-39,-4-5-191,3-2 23,-4-7 45,2-11 5,-2-2-77,0-2-102,0 0 0,0-1 0,0-1 0,0-1 0,0 0 0,0 0 0,0 0 0,0 0 0,1-1 0,0 1 0,2-3-1877,-3 1-2874,2-3 4751,-2-3 0,0 1 0,0 0 0</inkml:trace>
  <inkml:trace contextRef="#ctx0" brushRef="#br0" timeOffset="914772">40757 19368 23383,'31'1'1932,"9"1"-1529,14-2-648,-22 0 1,4 0 384,3 0 0,5 0 0,2 0-731,-5 0 0,1 0 0,2 0 0,-1 0 599,1 0 1,1 0-1,0 0 1,0 0-8,3 0 0,0 0 1,0 0-1,-3 0-1,3 0 0,-3 0 0,0 0 2,1 0 0,-1 0 0,1 0 8,-3 0 0,-1 0 1,2 0 0,8 0 0,2 0 0,-1 0-133,-8-1 0,-1 0 0,0 0 122,3 1 0,0-1 0,-3 0 0,-2-1 0,-4 0 0,15 0 270,-25 1-265,-4 1 2015,-1 0-2014,1 0 888,0 0-944,3 2 301,-10 0-850,-4 3-1020,-10-4 1619,-1 1 0,-2-2 0,0 0 0</inkml:trace>
  <inkml:trace contextRef="#ctx0" brushRef="#br0" timeOffset="915454">43133 19061 18800,'6'44'732,"-1"0"0,1-4 0,-3-3-88,-3 5-185,0 1-53,0-13 1,0 1-110,0 25-230,0-7-67,0-17 6,5-24 173,2-4 39,5-5-10,13-26-108,6-17-100,-14 18 0,-1-1 0,2-3 0,-2 3-5,6-6-1,-3 6 6,-4 9 79,-5 7 94,-5 19-111,-2 8 11,-2 17 11,7 18-84,1-13 39,8 6-39,-1-24 0,18-9 0,12-19-98,-13-7 0,1-4 16,-5 1 1,-1 0-223,-1-5 0,-1 1 259,4-4 39,-7 10 6,-8 7 135,-4 13 10,-7 32-142,1-6 0,-1 1-43,-2 2 1,1 0-804,1 2 1,1-2-4530,-1 12 5372,-3 5 0,-1-23 0,-1 0 0</inkml:trace>
  <inkml:trace contextRef="#ctx0" brushRef="#br0" timeOffset="916339">40533 21597 19120,'43'0'347,"1"0"0,-1 0 1,1 0-1,1-1 0,1-1 1,-1 0-1,-1 0-157,3-1 1,-2 0-1,4-1-370,-6 0 1,3-1 0,3-1 0,-1 1 0,0-1 249,-2 1 1,0-1 0,0 1-1,1 0 1,2-1-56,-1 1 1,2 0 0,1 0 0,-1 0 0,0 1 0,-4-1-291,9 0 1,-3-1 0,-1 2 0,-1 0 277,-5 1 0,-1 0 0,-1 2 0,-4-1-1,11 0 1,-5 1 166,-3 1 1,-2 0-170,-5 0 0,1 0 49,7 0 1,0 0-39,-4 0 0,-1 0-11,4 0 0,-2 0 0,13 0 62,-18 0 1086,-17 0-1047,-4 0 1924,-1 0-1723,1 0 755,0 0-990,0 0 295,0 0-357,-4 3 29,7-1-29,0 2 1,4-1 33,-2-1-246,7-1-3725,-3-1 3932,2-5 0,-11 4 0,-5-5 0</inkml:trace>
  <inkml:trace contextRef="#ctx0" brushRef="#br0" timeOffset="916938">43384 21311 11054,'5'-5'8481,"0"1"-8168,-5 4 12,0 0 45,0 35 190,0-11 59,0 13 0,0 4 33,-1-11 1,-1-1-480,1 2 1,0-1-17,-3 14-96,3-23-55,1-10 44,0-6 51,13-15-50,13-25-51,5-3-118,-12 12 0,-1 0 112,7-10 1,1 4-1,0 3 0,-1 8 1,0 5-6,4 5 83,-7 7 164,4 9 357,-5 29-312,-5 2-195,-7-8 1,-1 0 9,3 17 212,-4 9-891,-1-3-9248,-2 1 2388,-4-20 7443,-7-9 0,4-16 0,-2-2 0</inkml:trace>
  <inkml:trace contextRef="#ctx0" brushRef="#br3" timeOffset="920926">27325 17103 17689,'-10'51'207,"1"0"1,-1-1 0,0 1 0,0 0 0,2-2 0,0 0 0,0 0 0,0 2 0,0 0-1,2 2-594,-1-3 1,2-1-1,-1 0 1,1 3-1,0 1 1,1 5 0,0 4 492,1-19 1,1 3 0,0 3-1,0 2 1,0 3 0,0 0 0,1 2-1,0 1 1,-1 1 0,1-1 0,0 1-1,0-1 1,0-1 0,0-1 0,0-2-1,0-1 1,0-3-135,-1 10 1,1-2 0,0-2 0,-1-2 0,1 0 0,0-1-1,0 1 1,0 0 0,1 3 0,-1 1 0,1 3 47,-1-11 1,1 2 0,0 2 0,0 1 0,0 2 0,0 1 0,0 0-1,1 1 1,-1 0 0,0-1 0,1 1 0,-1-2 0,1 0 0,-1-1-1,1-2 1,-1-2 0,1-2 0,-1-3-31,1 12 1,-1-3 0,1-2 0,0-2-1,-1-1 1,1-1 0,0-1 0,0 1-1,0 0 1,0 0 23,0 5 1,0-2 0,1 1 0,0-1 0,-1 0 0,1 0 0,-1 1 0,1 1 0,-1 0-98,0 1 1,0 1 0,0 1 0,0 1 0,0 0-1,0 0 1,-1-1 0,1-2 0,0-1 0,0-3 67,0 5 1,0-3-1,0-2 1,0 0 0,-1-1-1,1 0 1,0 2 18,-1 3 1,0 3-1,0-1 1,0 1 0,0-2-1,1-3 1,1-2-5,2 0 0,1-1 0,1-3 0,-1-4 0,0-4 0,-2 11 0,1-4 0,3-6 0,0-1 0,1 0 0</inkml:trace>
  <inkml:trace contextRef="#ctx0" brushRef="#br3" timeOffset="921472">27188 22998 18256,'56'0'168,"0"0"0,-1 0 0,1 0 0,-7 0 0,1 0 0,0-1 0,3 2 0,3-1-518,-6 1 1,2 1 0,2 0 0,3 0 0,0 1 0,2-1 0,0 1-1,0 0 442,-11-1 0,1 0 0,0 0 0,1 1 1,0-1-1,1 1 0,0 0 0,1-1 1,2 1-1,0 0 0,1 0-84,-6 0 1,1 0-1,2 0 1,0 0-1,2 0 1,0 0 0,0 0-1,1 0 1,-1 0-1,1 1 1,-1-1 0,-1 0-1,0 0 1,-1 0-1,-1 0 12,5 1 0,0-1 0,-1 0 0,-1 0 0,0 1 0,0-1 0,-1 0 1,0 0-1,0 0 0,1 0 0,-1 0 0,0 0-41,1 0 1,0-1 0,0 1-1,0 0 1,0 0 0,0-1 0,0 1-1,-1-1 1,-1 0 0,0 0 0,-2 0-1,-1 0 25,6-1 0,-3 1 1,0-1-1,-2 0 1,0 0-1,0 0 1,0 0-1,0-1 1,1 1-101,2-1 1,-1 1 0,0-1 0,1 1 0,-1-1 0,1 0 0,-1 0 0,1 0-1,0-1 96,0 0 0,-1 0 0,0 0 0,0-1 0,0 0 0,1 0 0,2 0 0,1 0 0,1 0 54,-6 0 0,1-1 1,1 1-1,1-1 0,1 0 1,1 0-1,0 0 1,1 0-1,0 0 0,0 0 1,0 0-1,0 1 1,-1-1-52,-2 1 0,0-1 0,-1 1 0,1-1 1,0 1-1,-1 0 0,1 0 0,1-1 0,-1 1 1,1 0-1,1 0 0,0 0 0,1 0 0,0 0 2,-4 0 0,2 0 0,0 0 1,1 0-1,1 0 0,0 0 1,1 0-1,-1 0 0,1 0 1,0 0-1,-1 1 0,0-1 1,-1 1-1,-1-1 0,0 1 1,-1 0-1,-2 1 1,7-1 0,-2 1 0,0 0 0,-1 0 0,-1 0 0,0 1 0,-1-1 0,0 1 0,-1 0 0,1 0 0,-1 0 0,-1 0 0,1 0-6,5 1 0,0-1 0,0 1 0,0 0 0,-1 0 0,0 1 0,-1-1 0,-2 1 0,-1 0 0,-1 0 0,-2 1-7,10 0 1,-5 1 0,-1 1-1,-1-1 1,-1 1 0,2 1 0,3-1-6,-5 0 1,2 0 0,1 1 0,1 0 0,0 0-1,0 0 1,-1 0 0,0 0 0,-1 0 5,2 1 0,0-1 1,-2 0-1,1 1 1,-1 0-1,1-1 1,-1 1-1,1-1-18,1 1 0,2 0 0,0 0 1,-1 0-1,0 0 0,-1 0 0,-3 0 1,-3-1-33,10 2 0,-3-1 0,-3 0 0,-2 0 0,-4-1 215,9 2 0,-5-1 0,-6-1-265,-8-2 0,-3 0-267,-1-1 1,-1-1 592,16 0-1032,-16-2 2146,-17-5-4134,-11-19-7031,-4-20 9774,-1 12 0,0 1 0,0-11 0,0 12 0</inkml:trace>
  <inkml:trace contextRef="#ctx0" brushRef="#br3" timeOffset="921972">38581 17374 14897,'-3'50'301,"1"1"1,-1 0-1,0 0 1,0 0-1,0 0 1,0 0 0,1 0-1,-1 0 1,0 0-1,0 0 1,0 1 0,0 0-1,0 1 1,0-1-1,-1 0 1,1-1 0,0 1-1,0-1 1,-1-1-583,1 7 1,-1-1 0,0 0 0,-1-1 0,1 0 0,0 0-1,0 0 1,0 1 382,0-4 0,1 0 0,-1 0 0,0 0 1,0 1-1,1-1 0,-1 1 0,0-1 0,1 1-119,-1 0 1,1 0 0,-1 1 0,1 0 0,0-1 0,-1 1 0,1 0 0,0-1 0,0 0 76,-1 0 0,1-1 1,0 0-1,0 0 0,0 0 1,0-1-1,-1 1 1,1 0-1,0-1-28,1 0 1,-1-1-1,0 0 1,0 0 0,0-1-1,1 2 1,-1 0-1,0 1 1,0 1 79,0-3 0,1 2 0,-1 1 0,0 1 0,0 0 0,0 0 0,0 0 1,0 1-1,1-2 0,-1 0 0,0-1-187,1 1 0,-1-1 0,1 0 0,0 0 0,0-1 0,0 0 0,0-1 1,0 1-1,-1-1 0,1 0 75,0 3 0,0 1 0,0 0 0,0-1 0,-1 0 0,1-2 0,1 0 0,-1-2 0,0-2 63,1 10 0,-1-2 0,1-1 1,-1-4-1,1-3 0,1-5-63,-1 3 0,1-6 0,1-3 550,0 5 0,1-3-550,0-9 0,4-2-3519,17 11 3519,-6-26 0,3-1 0,-14-20 0</inkml:trace>
  <inkml:trace contextRef="#ctx0" brushRef="#br3" timeOffset="922873">28973 16598 16712,'51'-1'302,"0"0"1,0 1-1,1-1 1,-1 0-1,0 1 1,0-1-1,1 0 1,-1 1-1,1-1 1,-1 0-1,0 1 1,-1-1 0,0 0-1,1 0 1,1 0-1,1 1-750,-4-1 1,1 0-1,0 0 1,2 0-1,0 0 1,-1 0-1,1 0 1,-1-1 0,0 1-1,-1 0 495,1 0 0,0 0 1,-1-1-1,-1 1 0,1 0 1,0-1-1,-1 1 0,1 0 1,1-1-144,1 1 1,0-1 0,0 1 0,0-1-1,0 1 1,1-1 0,-1 1 0,1-1-1,0 0 101,1 1 1,0-1 0,-1 0-1,0 0 1,1 1 0,1-1-1,1 0 1,2 1 0,1-1-33,-11 1 1,2 0-1,0 0 1,2 0-1,0 0 1,1 0 0,0 1-1,1-1 1,1 0-1,-1 0 1,1 1 0,0-1-1,-1 1 1,1-1 23,-2 1 0,0 0 0,0-1 0,0 1 0,0 0 0,1 0 0,0-1 0,0 1 0,0 0 0,1 1 0,0-1 0,0 0 0,1 1 0,1-1 0,0 1-86,-4 0 1,2 0 0,0 0 0,2 0-1,0 0 1,0 1 0,0-1 0,1 1-1,0-1 1,0 1 0,0 0 0,-1-1 0,0 1-1,-1 0 1,0 0 0,-1 0 0,-1 0-1,-2-1 52,6 1 0,0 0 0,-2 0 1,0 0-1,-1 1 0,0-1 0,-1 0 1,0 0-1,0 0 0,-1 1 0,0-1 1,-1 1-1,0 0 0,0 0-23,4 0 1,0 1 0,-1 0-1,1 0 1,-1 0 0,-1 0 0,0 0-1,-1 0 1,-2 1 0,-1-1 0,-1 0-1,-2 0-103,12 2 1,-4-1 0,-2 0-1,-1 1 1,0-1 0,1 0 0,2 1-214,-5-2 1,2 1 0,0 0-1,1 0 1,0 0 0,0 0 0,-1 0-1,-1 0 1,-1 0 32,6 1 1,-1-1 0,-1 1 0,-1 0 0,1 0 0,-1 0 0,1 0 322,1 0 1,2 0 0,0 0 0,-1 1 0,-1-1 0,-3 0 0,-3 0 19,12 2 0,-4-1 0,-4 0 0,-3 0 24,-1 1 0,-5 1 1,-2-1 354,8 0 1,-3-1-358,2 1 1,0-1-23,-1-1 0,2-1 337,-7-2 0,2 1 0,-1-1-231,-1-1 0,-1-1 1,0 1 167,-1-1 0,1 1 1,-3-1 106,10 0 0,-5-1-28,4 0 1854,-10 0-2207,-8-1 411,-2-13-411,-12-2 0,-3-1 0,-10 5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1:38:31.538"/>
    </inkml:context>
    <inkml:brush xml:id="br0">
      <inkml:brushProperty name="width" value="0.05292" units="cm"/>
      <inkml:brushProperty name="height" value="0.05292" units="cm"/>
      <inkml:brushProperty name="color" value="#00B050"/>
    </inkml:brush>
    <inkml:brush xml:id="br1">
      <inkml:brushProperty name="width" value="0.09071" units="cm"/>
      <inkml:brushProperty name="height" value="0.09071" units="cm"/>
      <inkml:brushProperty name="color" value="#00B050"/>
    </inkml:brush>
  </inkml:definitions>
  <inkml:trace contextRef="#ctx0" brushRef="#br0">17369 5652 24575,'13'1'0,"7"2"0,11-1 0,13 4 0,7-2 0,2 0 0,-2-2 0,-17 0 0,-11-1 0,-16-1 0,-6 0 0</inkml:trace>
  <inkml:trace contextRef="#ctx0" brushRef="#br0" timeOffset="53930">5089 5855 24575,'19'7'0,"8"0"0,9 2 0,8 1 0,8 1 0,8 1-1193,-15-4 1,5 1-1,4-1 1,2 1 0,3 0-1,0 0 1,-1-1 1192,-6-1 0,1 0 0,0 0 0,1-1 0,0 1 0,2 0 0,1-1 0,0 1 0,1-1 0,-6 0 0,1 0 0,2 0 0,0 0 0,2-1 0,-1 1 0,1 0 0,-1-1 0,-1 1 0,-1-1 0,-1 0 0,-3 0 0,4 0 0,-2-1 0,-2 1 0,-1-1 0,0 0 0,-1 0 0,1 0 0,1 0 0,1 1-369,0-1 1,3 1-1,1 1 1,0-1-1,1 0 1,-2 1 0,-2-1-1,-2 0 1,-5-1-1,-4 1 369,10 1 0,-7-1 0,-3 0 0,3 1 0,2 0 0,5 0 0,-2 1 0,-5-1 0,-10-1 523,10 2 1,-35-6-1,-8-1 1</inkml:trace>
  <inkml:trace contextRef="#ctx0" brushRef="#br0" timeOffset="58581">24553 7861 24575,'23'0'0,"27"1"0,-14-1 0,4 0 0,14 1 0,3-1 0,-16 1 0,0-1 0,-1-1 0,8 1 0,-1 0 0,-9 1 0,1-1 0,-1 0 0,3 1 0,0-1 0,15 2 0,1 0 0,-3-1 0,1 0 0,-15 0 0,0 0 0,0-1 0,0 0 0,-1 0 0,0 0 0,10-1 0,-2 0 0,-6 0 0,-5 0 0,-4 0 0,-8 1 0,6 3 0,18 0 0,-15-1 0,2 0 0,6 0 0,0-2 0,-2 1 0,-1 0 0,15-2 0,-17 1 0,-31 0 0,-3 0 0</inkml:trace>
  <inkml:trace contextRef="#ctx0" brushRef="#br0" timeOffset="148056">40697 12165 24575,'20'-7'0,"9"0"0,23-5 0,0 3 0,-20 4 0,1 0 0,-5 1 0,0 2 0,2-1 0,0 0 0,24 0 0,-4 1 0,0 1 0,-3 0 0,-9 1 0,-3 0 0,-6 0 0,3 1 0,3-1 0,2 0 0,9 1 0,4-1 0,-23 0 0,2 0 0,3 0 0,-2 0 0,20 0 0,-22 0 0,1 0 0,14 0 0,3 0 0,-7 1 0,-10 0 0,-1 0 0,-5 0 0,1 0 0,0 0 0,1-1 0,-1 1 0,2-1 0,-3 1 0,4 0 0,-4 0 0,4 1 0,-5-1 0,1 1 0,6 1 0,1 1 0,5 0 0,2 1 0,1 0 0,11 0 0,-1-2 0,-8-1 0,-15-1 0,-10-2 0,-4 1 0,0-1 0,4 1 0,17 0 0,8 2 0,-10-1 0,2-1 0,20 2 0,-6 0 0,-13-1 0,-18 0 0,-2 0 0,-5-3 0,-5 1 0,4-1 0</inkml:trace>
  <inkml:trace contextRef="#ctx0" brushRef="#br0" timeOffset="192433">37797 14266 24575,'-2'14'0,"-1"1"0,-2 5 0,-1 0 0,0 2 0,1-1 0,1-3 0,1-1 0,2-5 0,0 1 0,0-3 0,0 4 0,0-2 0,-1 6 0,1 0 0,-1 7 0,1 2 0,-1-1 0,0 4 0,0-5 0,0 5 0,2-6 0,0 2 0,-1-5 0,1 0 0,-1 2 0,1-2 0,-1-3 0,0-1 0,0-3 0,0 0 0,0 3 0,1 3 0,0 5 0,0-1 0,0-2 0,-1-2 0,1 0 0,1 4 0,0-4 0,0 0 0,0-3 0,-1 0 0,0 4 0,0-1 0,-1 4 0,0 0 0,-1 0 0,-2 5 0,3-3 0,-1 1 0,2-2 0,0-1 0,0-2 0,-1 0 0,1 0 0,-1 6 0,1-5 0,-1 3 0,2-9 0,-1-1 0,0 7 0,1 4 0,0 8 0,2 11 0,-2-7 0,0 3 0,-1-10 0,0-2 0,1-2 0,-1 0 0,0 4 0,1 0 0,0 2 0,1 1 0,-1-7 0,-2 2 0,1-5 0,-1 2 0,2 5 0,1-1 0,1 11 0,-2-2 0,0 9 0,-1 5 0,-1 1 0,0-2 0,0-10 0,-3-1 0,2 1 0,-1 6 0,3-19 0,0 0 0,0-1 0,0 0 0,1 1 0,0 1 0,-1-1 0,0-1 0,0 21 0,1-22 0,-2 1 0,1 19 0,0-5 0,0 4 0,2-15 0,1 8 0,1-3 0,0-6 0,1 5 0,-2-10 0,0-4 0,-2-4 0,0-8 0,0 2 0,0-2 0,0-1 0,0-5 0,-1-2 0,0-2 0</inkml:trace>
  <inkml:trace contextRef="#ctx0" brushRef="#br0" timeOffset="196904">4440 5826 24575,'11'6'0,"24"2"0,0-2 0,5 1 0,5 0 0,3 1 0,-11-2 0,2-1 0,-3 0 0,5 1 0,-2 0 0,-4-2 0,-1-1 0,-4-1 0,0 0 0,5 1 0,1-1 0,2 2 0,0-1 0,4 2 0,1-1 0,-5 1 0,-1 0 0,-1-1 0,0 0 0,-2 0 0,0 0 0,5 1 0,0-2 0,-7 1 0,-1-2 0,9 1 0,0 0 0,16 0 0,-21-2 0,2 0 0,8 0 0,1 0 0,1-1 0,0 1 0,9-1 0,0 1 0,-10-1 0,-1 1 0,2-1 0,0 1 0,3-1 0,1 0 0,1 0 0,1 0 0,3 0 0,0 0 0,-4 1 0,-1-1 0,-3 0 0,0 1 0,3-1 0,-1 0 0,-3 1 0,-1-1 0,9 0 0,2 0 0,-19 0 0,0 0 0,0 1 0,-1-1 0,0 1 0,1-1 0,5 2 0,0-1 0,1 0 0,4 0 0,1-1 0,2 0-243,-6 0 1,2 0-1,1 0 1,-1-1 242,-2 0 0,0 1 0,0-1 0,1 0 0,0-1 0,1 1 0,0 0 0,-2 0 0,7-1 0,-2 1 0,0 0 0,2 0 0,0 0 0,2 0 0,-9 1 0,3-1 0,0 0 0,0 0 0,6 1 0,1-1 0,0 1 0,-1-1 0,-8 1 0,-1-1 0,-1 1 0,1 0 59,3 0 1,1 0-1,-2 0 1,-4 0-60,12 0 0,-4 0 0,1 0 0,-1 0 0,-1-1 0,-1-1 0,-8 2 0,-1-1 0,9 0 0,0 0 0,-12 1 0,-1 1 0,-3-1 0,-1 0 0,7 1 0,-16-1 0,-14-4 183,-7 2 0,0-3 0,-1 4 0</inkml:trace>
  <inkml:trace contextRef="#ctx0" brushRef="#br1" timeOffset="306134">4402 23224 17148,'-8'3'4039,"2"0"-2017,6-3-1501,0 0-219,-24 5 202,17-3 947,-19 6-157,23-5-275,1 2-761,1-1-145,1-2-113,6-1 0,47 0 0,-23 0 0,2-1-449,3 0 1,3 1 0,5-1 448,8 0 0,5-1 0,2 1 0,-3-2-633,-9 1 0,-3-2 1,2 1-1,2 0 633,3-1 0,4 1 0,1 0 0,-2-1 0,-3 0 0,-4-1 0,-3-1 0,-1-1 0,-1 2 0,8-2 0,-1 1 0,0 0-207,-5-1 0,0 0 1,2 0 206,8 0 0,3 0 0,-2-1-98,-6 2 1,-1 0 0,0 0 97,8 1 0,0-1 0,-4 1 0,-1 0 0,-6 1 0,-10 3 0,-4 0 0,3-1 824,-3-1-824,-8 2 2496,-2-1-2496,-7 1 948,-3 0-948,-3 0 520,-4 0-520,-1 0 0,1-2 0,14-26 0,-10 20 0,9-21 0</inkml:trace>
  <inkml:trace contextRef="#ctx0" brushRef="#br1" timeOffset="307663">4402 19981 20599,'-21'0'4688,"5"0"-3181,14 3-1155,0-1-234,2 2 0,20 3 106,11-1-56,-1-1 0,5 1-249,7-1 0,6-2 0,2 1 81,-5 0 0,3-1 0,0 0 0,1 0-557,0 0 0,1 0 0,0-1 1,0 1 556,2-1 0,0 0 0,0-1 0,-4 1 0,1-1 0,-4 0 0,1 0-455,-1 0 0,0 1 0,0-1 455,-4 0 0,1 0 0,0 0-114,10 2 1,1 0 0,-1 0 113,-5-1 0,-1 0 0,1 0 0,4 1 0,1 0 0,-4-1 0,2 0 0,-5 0 0,-9 0 0,-5-1 0,2-1 560,-6 2-560,-7-2 1865,-3 0-1865,-9 0 1866,-1 0-1866,-6 1 613,-1-1-613,0 3 0,0-1 0,0-1 0,0 2 0,0-3 0,-19-29 0,14 21 0,-14-22 0</inkml:trace>
  <inkml:trace contextRef="#ctx0" brushRef="#br1" timeOffset="311832">1069 20706 19652,'-9'-15'1059,"2"-1"-449,10 0-285,9-6-171,7 3 0,4-1-76,20-9-322,-11 9 0,1 3 244,17-2-62,4 9 62,-7 4 6,1 5 244,-8 14-74,-13 6 1,0 6 167,-2 10 1,0 6-619,-3-6 1,1 1-1,0-1 327,5 10 1,1-2-24,2-3 1,2-5-60,-3-15 0,3-5 47,2-5 1,5-2 0,1-4 3,1-3 1,2-3 0,0-3-304,8-2 1,1-4-1,-3 0 306,6-4 1,-5-3-24,-14 0 1,-6-1 48,-8 4 10,-12 8 1167,-4 3-1183,-4 4-35,9 0-1331,22-3 1321,14-7 0,-11 5 0,-8-4 0</inkml:trace>
  <inkml:trace contextRef="#ctx0" brushRef="#br1" timeOffset="312232">2553 20466 20957,'41'28'-55,"1"1"0,-1 0 0,-10-5 0,-1 0 1,2-6 23,17-7 0,-2-6 31,6 8 728,-16 20 356,-30-4 0,-7 6-395,-12 16 0,-7 3-1338,3-6 1,-3 0 648,-7 4 0,0-4-73,11-16 1,3-4-1002,-1 15-3032,5-13 4106,8-18 0,0-8 0,0-4 0</inkml:trace>
  <inkml:trace contextRef="#ctx0" brushRef="#br1" timeOffset="312631">2045 19260 24244,'3'46'266,"0"1"0,0 0 0,0 0 0,-1 0 0,1 0 0,1-1 0,-2-2 0,1-2-253,-2 2 0,0-3 0,0-3 95,0-3 1,-1-3-1117,0 22-5253,0-26 6261,-43-55 0,33 16 0,-12-12 0,0 0 0</inkml:trace>
  <inkml:trace contextRef="#ctx0" brushRef="#br1" timeOffset="312949">1280 19202 21853,'-6'-6'2146,"2"0"-1105,39-9 1,21-2-521,-14 7 0,5 0-1612,-3-1 0,6-2 1,2 0-1,-1 2 1211,-8 2 1,1 2 0,-1 1 0,0-1-121,4 0 0,0 0 0,1 0 0,-2 1 134,9-3 1,0 1 0,0 1-135,-13 0 0,2 1 0,-2 1 0,-1-1 0,6 0 0,-1 1 0,-3 0 0,10-1 0,-5 0 479,-13 3 0,-8 1-479,-14 2 0,-8 0 0,-4 0 2237,1-2-2237,10-2 0,-8 2 0,8-2 0</inkml:trace>
  <inkml:trace contextRef="#ctx0" brushRef="#br1" timeOffset="316065">4772 23179 18492,'-9'3'1659,"2"0"-1267,7-3-23,1 1-33,6 1 28,3 1 56,14-1-296,0-1-175,-1-1-106,-8-3 157,-10-1 39,-4-4 130,-1-3-18,-1 2-67,-9-1-72,-10 2-46,-9 3 28,4 7-122,3 7 83,15 5 45,2 4 0,4-1 84,23 3 201,21-9-156,9 0-212,-21-12 1,0-2 155,11-8-73,-7-7-134,-8-7 95,-11 2 39,-7-2 240,-15 0-38,-25 8-152,-1 3-50,-17 13 84,14 12 160,3 5-211,5 11 23,7 14-39,11-5 39,17-2 28,12-15-22,13-13 5,3-5-28,-3-1-39,-3-7-101,-8-4 34,-8-19 84,-17-6-17,-13 2-28,-12 9-135,-9 17 183,9 9 0,-1 5-20,3 8 0,0 4 33,0 3 1,3 4-1,-4 24-27,19-9 44,22-22 12,4-8 11,17-5-12,2-4-10,0-8-96,4-17 45,-20 0 56,-1-14 22,-19 12 29,-8 2 5,-8 4-73,-12 8 23,-9 5-60,8 10 1,-2 6-6,2 9 1,1 3 4,-1-1 1,3 3 14,5 6 0,6 2-6,5 8 39,6-4-44,15-8 0,9-9 27,13-6-11,-6-8 1,2-4 11,17-11-34,-2-1 5,-23-13 68,-17 2-11,-5-1 27,-9 2 51,-19-4-134,-13 14-6,-3 0 0,4 21-6,19 4 6,5 9 0,9 0-39,2-5-6,10-2 45,26-9 11,13-14-156,6-9 38,-6-14 74,-25-3 33,-9 2 106,-6-1 432,-12-3 67,-14 14-174,-1 3-128,-6 15-146,13 9-96,2 7-22,4 7 6,5 6-11,2-2-34,3-2-62,0-6-61,0-6-23,2-4-156,-1-4-1015,3-2 1317,-1-20 0,-1 15 0,-1-14 0</inkml:trace>
  <inkml:trace contextRef="#ctx0" brushRef="#br1" timeOffset="316816">5374 23185 14913,'0'7'3871,"0"-2"-2689,0-5 391,0 0-541,82 3-545,-38-7-303,5 2 1,-3-2 123,-20-6 90,-19-2 11,-7 7-107,-24 3-78,-10 18-218,-9 1 27,3 16 1,20-3 11,10-1-12,4-5-27,6-4 0,9-10 5,18-4 67,12-26-72,0-2-1,-9-22-5,-21 5 28,-12-13 158,-29 17 32,8 20 1,-2 5-85,-28 17-50,27 4 0,3 6 168,-1 21-56,8 4-45,9-3-28,5-3-22,10-5-50,22-3-231,1-13-604,16-3 784,-14-16 0,-1-3 0,-5 4 0,17-9 0</inkml:trace>
  <inkml:trace contextRef="#ctx0" brushRef="#br1" timeOffset="317582">6367 23052 23747,'-9'47'211,"0"-1"0,1 0 1,-5 11-1,12-10-172,37-12 29,0-26 100,15-8 28,-9-33-146,-23 9 0,-3-3-47,-4-1 0,-5-2 98,-9-26 67,-10 27 353,-23 8-78,-9 15-382,-1 14-10,10 14 5,21 8 5,6-1-61,7-1 11,4-7-11,8-6 12,17-6 72,7-10-90,3-18-39,-16 0-257,-12-28 218,-19 19 84,-5-8 56,-23 17-6,5 9 96,-7 4 22,8 19-28,14-3-28,2 10-112,12-9-28,6-5-34,9-3 57,9-4-57,8-6-28,7-14 141,-16 4 386,-2-10 330,-17 17-77,-22 3-690,-6 14 0,-11 12 0,11 1-1575,15 3 1575,27-14 0,-11-6 0,12-2 0</inkml:trace>
  <inkml:trace contextRef="#ctx0" brushRef="#br1" timeOffset="318716">6243 23239 18992,'5'0'3758,"0"0"-3215,0 0-112,3 0 45,8 0-17,11 0-201,5 0 0,4 0-172,11-3 1,3-2-653,-9 2 1,1 0-1,-1-1 569,11-2 0,-3-1 30,-9 2 1,-5 2 145,-2 0 241,-9 3-235,-8 0-95,0 0-29,-7 0 6,-1 0 1855,-3 0-1636,-3 0-830,-1 0-3712,1-8 4256,-2-9 0,1 5 0,-1-2 0</inkml:trace>
  <inkml:trace contextRef="#ctx0" brushRef="#br1" timeOffset="319667">4709 20063 20800,'19'21'902,"17"-5"-549,5-13-168,0-15 6,-18 1-46,-16-14-111,-13 8 22,-22 2 129,-11 9 5,-5 16 40,10 9-29,21 15-44,8 3-73,8 1-50,15-4-29,11-6-5,3-16 0,5-4 3,-1-5 0,1-4-99,-1-4 1,-1-4 75,-8-5 1,-5-5 19,-7-24 33,-16 10 1,-8 1 221,-14 4 0,-8 3 252,-4-3 0,-4 4-199,0 10 0,1 4-121,6 5 1,3 3-70,3 4-112,9 7-6,7 6-45,5 9-207,4 2-4734,19 6 4986,16-9 0,-9-4 0,5-12 0</inkml:trace>
  <inkml:trace contextRef="#ctx0" brushRef="#br1" timeOffset="320349">5829 20084 24144,'-30'37'165,"1"0"0,0 0 1,-12 14-1,17-11-131,35-27-34,5-5 5,6-4 113,-3-5 167,-9-20-145,-4 1-44,-18-14-29,-4 12 23,-14 4 39,1 7 89,-11 5-167,6 17-35,2 9 35,15 5-46,12 1 1,9-12-6,6-4-6,4-5-33,9-3-174,-7-7 146,-3-12 67,-7-1 0,-6-8 6,-4 9 39,-8 2 50,-4 7-11,2 3-73,5 12 23,8 1 5,1 8-39,1-2-6,7 0-207,7-7 12,0-2 201,-2-11 39,-9-3 28,-4-8 6,-3 0-73,-2 4-196,-2 2-409,1 7 605,2 1 0,3 3 0,1 0 0</inkml:trace>
  <inkml:trace contextRef="#ctx0" brushRef="#br1" timeOffset="321133">6494 20102 16577,'0'6'3372,"0"0"-2829,0-6 152,0 0-466,32 47 85,-13-36-169,4 15 1,0-5 96,-4-22 654,-3-17-493,-9-12-157,-20-11-95,-7 8 376,-30 13-236,17 14-145,-10 13 156,14 20 124,13 17-247,6 10-123,22-11 6,9-17 28,9-17 27,14-7-66,-2-23-1,-4 1-11,-14-21 23,-18 6 5,-5 0-17,-5 3 23,-6 8 45,-9 8 235,-12 8-348,0 24-10,3 13 5,12 6-6,12 0-28,11-18-33,14-5 56,9-8-56,5-17 67,-15-3 45,-10-30 67,-13 17 5,-5-6 208,-10 22-594,-6 12-571,3 9-2610,3 13 3450,7 8 0,7-12 0,-2 1 0</inkml:trace>
  <inkml:trace contextRef="#ctx0" brushRef="#br1" timeOffset="321951">5494 20069 21114,'19'49'355,"-1"0"0,-1-4 0,4-12-148,21-26-39,-1-4-56,-4-3 246,-4-20 107,-15-8-157,-7-17-162,-18 11 139,-8 10 79,-7 18 258,-12 9-538,3 18-34,3 9 12,13 4-56,11-7 33,8-12 6,6-4-11,7-5 5,16-3-28,0-14-22,1-17 16,-12-5 57,-13-13 72,-8 14-50,-1 4 6,-7 5 179,-8 12-152,-2 10-117,2 12-5,9 8-1,6 6 1,0 0 5,5-1-6,0-6 0,4-7-50,2-6 51,-4-9 5,2-8 0,-6-7 61,-2-5 7,-1 1 21,-3 5-38,-5 4-124,-10 8-2537,-3 10 2610,-5 10 0,13-4 0,2 2 0</inkml:trace>
  <inkml:trace contextRef="#ctx0" brushRef="#br1" timeOffset="322400">4749 19981 8696,'0'-3'95,"0"0"9735,0 3-7634,0-4-1289,2 25-599,4-9-156,4 21-152,7-13-118,9-6-173,-3-11 425,-1-24 141,-11 2 44,-9-14 460,-10 17-51,-1 7 95,-5 5-353,3 4-4418,5 0 3948,3 0 0,4 0 0,0 0 0</inkml:trace>
  <inkml:trace contextRef="#ctx0" brushRef="#br1" timeOffset="330870">12259 23380 19697,'-15'14'2493,"3"-4"-1412,12-10 1607,0 0-2548,5 0 39,15 0 146,14-4-210,-6 2 0,3-2-181,21-5 0,6-1 211,-13 3 1,1 0 0,3-1-574,-4 2 0,3-1 0,0 0 0,-2 1 457,6-1 1,-1 0 0,-1 1 18,-2 2 1,0-1 0,-3 1-133,3 0 1,1 1 208,-4 1 1,4-1-1,0 1-125,2-1 0,0 0 0,3 0-391,-5 0 0,2-1 1,0 1-1,-3-1 391,5 1 0,-2-1 0,-1 0 0,-2 0 0,-1 0 0,-4 0-307,4 0 1,-3 1 306,-1 0 0,1 0 381,-3 0 1,0 1-382,-2 1 0,-1-1 112,-4 1 1,2 0-113,6 0 0,0 1 0,-12 0 0,-1-1 661,6 1 1,-1 0-662,4 0 1302,-1 0-1302,-4 0 851,-2 0-851,-3 1 74,4 1-74,-2 1 439,9-1-439,-9-1 0,1 0 0,-6 0 0,-2 1 0,1-1 0,2 3 0,-6-4 0,-2 4 0,-9-3 0,-4 0 0,0 0 0,-1 0 0,-1 0 0,-1-1 0,-13 0 0,-26-12 0,18 9 0,-15-9 0</inkml:trace>
  <inkml:trace contextRef="#ctx0" brushRef="#br1" timeOffset="332322">11834 20183 21159,'37'-14'1166,"-1"0"1,-1 1 0,-2 2-719,6 1-44,2 3-101,-7 1-63,13 0-139,-19 2 0,3 0 33,4 1 1,4-1-1,2 0-631,5-1 1,2 1-1,3 0 534,-3 0 1,3 0 0,0-1 0,-2 2-852,8-1 0,-3 0 1,1 1 852,-2-1 0,1 1 0,-4 0 3,6 0 0,-3 1 162,2 0 0,-1 0-162,-3 1 0,2 0 0,-7 0 1,4 0 0,0 0-23,-1 0 1,1-1 0,-1 1 7,0-1 0,1 1 0,-2-1-254,-4 0 1,-1-1 0,-3 0 242,2 0 0,-3-1 16,-1 1 1,0 0 230,-3-1 0,0 0-217,6 0 1,-1 0 1150,-4 0 1,-2 0-1101,5-1 0,-1-1 8,10-1 667,-10-1-666,-15 2 989,1 2-1063,-1-1 36,9 4-69,0-1 0,-1 2 0,-6 0 0,-10 0 0,0 0 0,-3 0 0,3 0 0,-3 0 0,0 0 0,-4 0 0,-3 0 0,-3 0 0,-1 0 0,-7 0 0,5 0 0,-5 0 0</inkml:trace>
  <inkml:trace contextRef="#ctx0" brushRef="#br1" timeOffset="333819">12783 23371 18672,'-10'-15'1400,"0"3"-515,4 12-291,1 0-359,-2 4-90,4 12-77,-1-2-35,3 9-22,11-5 51,3-9-56,11 0 67,-1-9-73,5-17-101,-11-15 56,-2-7 45,-18-7 11,-10 16 39,-9 7 7,-7 6 55,1 9-28,1 4-78,1 24 145,12 13 62,17 21-34,17-11-17,17-9 23,0-25 174,15-9-63,-14-33-296,-4-1-6,-24 7 1,-5-3-40,-7-14 45,-10 4 51,-7 6 16,-13 11 163,-4 12 83,-12 17 253,6 28-309,7 2 24,15 13 38,16-17-112,3-7-55,2-8 10,15-8-44,2-5-74,5-8-38,-6 1-6,-11-2 0,-2 2-336,-4 3-874,2 4 1210,-1 13 0,0-9 0,0 8 0</inkml:trace>
  <inkml:trace contextRef="#ctx0" brushRef="#br1" timeOffset="335220">9645 22135 20112,'0'3'1971,"0"0"-1433,0-3 72,0-12-442,9-4-100,5-17-63,10 3 1,6-3-29,6-5 1,4-1-474,-6 7 1,3-1 0,-1 2 472,-7 5 1,0 2 0,0 2-6,10-5 0,-3 4-56,2 3-67,0 9 106,-9 7 73,5 24-28,-9 1 0,1 20 0,-6-4 14,-5-10 0,2 2-17,1 0 1,3-1 18,9 5 1,2-2 36,-6-8 1,2-5 18,2-4 1,0-5 112,17-3 5,0-5-78,-3-1 712,-17-5 0,1-2-784,19-11-371,-3-6-1276,-12-7 1607,-12-2 0,-10 13 0,-2-2 0</inkml:trace>
  <inkml:trace contextRef="#ctx0" brushRef="#br1" timeOffset="335604">10862 21549 12449,'0'-4'6088,"0"1"-5034,0 3-836,21 29-16,-6-10-130,3 2 1,2 2-5,12 7-46,-2-8 0,3 1-5,2 0 0,3 0-505,9 5 1,-1 0 490,-12-8 0,-2 0 33,-5-3 1,-5 2 1257,-8 9 1540,-14 25-2025,-14-19 1,-5 0-527,-2 10 0,0-2-424,-2-7 1,0-4-745,-7 16-2750,22-33 3635,11-8 0,-1-6 0,2 0 0</inkml:trace>
  <inkml:trace contextRef="#ctx0" brushRef="#br1" timeOffset="336988">10040 20514 17479,'3'-4'1462,"0"2"-1003,-3 3 163,0 16-499,0 21-78,-6-3 0,-3 3-20,4-2 0,-2 0-156,-6 5 1,-2-2 376,5-10 1,-2-1 83,-2 5 1,-1-1-85,-7 17-235,4-9 79,11-24 22,15-13 28,11-3 446,15 0-507,14 0-12,-5-2 0,4 0-20,4 0 1,1-1-370,-11 1 0,0 1 0,-2-1 325,6 0 0,-5 0 25,14 2-9859,-49 0 9310,-14 1 0,-5 0 1,1 0-1</inkml:trace>
  <inkml:trace contextRef="#ctx0" brushRef="#br1" timeOffset="340672">12797 23119 7559,'0'5'689,"0"-1"-359,0-4 2914,0 8 66,0-6-2598,0 6-68,0-8 1674,0 0-1914,0-6-258,0-3-79,0-9-62,0-6 51,0-5-16,1-4 144,1-18-117,-1 22 1,0-1-54,0 1 0,0-1-14,-1 0 0,0 0 0,0-13 0,-3 10 0,0-1 5,-3-2 1,0-1-6,-4-11 0,-1 0-316,2 8 1,-1 2 315,0 0 0,1 2-5,-3-18 2,5 26 0,1 0-17,0 0 1,0-1-4,-1 0 1,1 0-53,-1 0 1,0-1 40,-3-12 0,-1-1 31,2 0 1,-1 0-18,-1 0 1,1 1-162,3 3 1,0 4 180,-1-12-3,3 14 0,0-2 6,-1-3 0,-1-2-29,0 4 0,1-2 0,-1 1-181,-3-10 1,0 2 147,0-3 0,1 2 0,1 12 1,1 3 55,1 0 0,0 0-31,1 2 1,0 0 33,-3-26 72,2 4-78,3 17 1,0-3 2,0 0 0,-1-2 3,2 0 0,-1 0 26,-1 2 0,0 2-26,0-18 3,2 19 0,0 0-3,0 0 0,2 0 2,-1-5 1,0 0-3,1 10 0,0 1 6,0-18-1,0 14 1,0 3 851,0 2-768,0 3-38,0 5 128,0 2 416,0 8-421,0 3 128,0 5 504,0 1-671,0 8-85,0 2-39,0 4-11,0-2 0,0-5-935,0 0-1787,-3 1 2722,-14 6 0,10-7 0,-9 2 0</inkml:trace>
  <inkml:trace contextRef="#ctx0" brushRef="#br1" timeOffset="341039">12072 20321 8965,'0'5'8575,"0"-1"-6614,0-4-1300,34 4-370,-12-8-73,32-1-111,-19-13-85,-7 2 1,2-2-4,-2 0 1,1-2 24,-1 2 1,-1-1 0,14-11 22,-24 15 180,-1 4-169,-10 6-11,3 3 219,-1 14-196,10 15-90,-1 2-846,5 8-2789,-8-16 3635,-2-2 0,-6-10 0,-3-4 0</inkml:trace>
  <inkml:trace contextRef="#ctx0" brushRef="#br1" timeOffset="342055">12359 19999 8315,'-6'0'7921,"2"0"-5973,4 0-1640,-10 2-151,6-1-22,-9 5 145,10 0 689,-2 13-230,3 3-453,-1 3-68,3 0-5,0-7 84,13 4-224,1-6-1,11-1 24,8-8-52,-1-5-44,2-4 0,-6-6 0,-11-5 0,-2-8 6,-5 0 68,-2-17 77,-5-1-50,-10-10-51,-3 17-39,-8 6 28,3 18-139,-6 3-152,6 3 133,-6 5 74,-1 19 45,5 1-33,-3 16 33,12-5 0,5-3 0,1-1 123,11 1 23,16-12-90,3-4-11,12-13-45,-9-12-5,-1-4-119,-4-11-72,-5-2-168,-6 0 302,-9-8 292,-19 9 118,-18 5-348,-4 11 0,-3 20-6,15 4-717,7 24 723,6-1 0,6-7 0,4-11 0</inkml:trace>
  <inkml:trace contextRef="#ctx0" brushRef="#br1" timeOffset="347457">13218 20024 13301,'2'-5'2744,"-1"1"-358,-1 4-1265,-3 4-864,1-1-94,-1 5-91,1 0-21,2-1 5,0 0 28,0-2-79,0-2 40,5-2 17,8 1 201,5-10-112,1-4 23,-6-9-29,-9-3-106,-2 0 23,-4 0-62,-10 4 90,-4 5 346,-26 7-424,4 16 21,-1 9 29,15 14 67,16 4 33,5 1-4,3-1 385,22 3-297,15-17-106,8-2 6,3-21-6,-19-13-90,-6-9 51,-8-9-56,-6-1-40,-6 0 46,-27-3-57,-15 17 12,-8 2-6,-1 25 5,23 7-5,7 12 45,9 4 95,8 10 45,27-9-73,-4-5-106,19-15 94,-14-9 24,-6-2-24,-4-7-55,-5-1-39,-7-7 39,-2-8 117,-3 6 23,0 0 123,-2 11-39,1 6-134,-3 0-91,2 4-32,1 5-12,1-1-45,0 4-712,0-8-2189,-2 1-3327,-2-2 6273,-4 0 0,3-2 0,0 1 0</inkml:trace>
  <inkml:trace contextRef="#ctx0" brushRef="#br1" timeOffset="349843">13188 20120 7738,'0'-7'8688,"0"2"-8251,0 5 1282,0 0 12,0 2-740,0 3-789,0 1-23,0 3-28,0 3 79,0 15 73,3 16-1,-1-12 1,1 0 33,3 24-51,0 0-133,-1-18-119,0-1-27,3-5 44,5 14 45,1 2-28,-5-16 1,-1-1 49,2 19-33,-2-4-16,-3-12-29,3 13 45,4 7-51,-1-1 35,0-2 32,-6-16 52,1 0 32,-2-1-66,2 0-23,-2 0 6,7 17 0,0 3-25,-4-18 0,1 0 8,2 20-73,-2-3 45,-3-16 39,0 18-92,0-25 0,0 2 2,0 10 1,0 1-213,1-8 1,-1-1 234,-1 1 0,0-1 34,1 17-12,-2 1-16,0 0-61,0-14 1,-1 1 46,0 1 0,0 2-15,1 11 1,0 0-1,0-11 1,-1-1-153,1-1 0,0-3 158,1 15 8,-1-17 1,-1 1 11,1-4 0,-1 1-9,2 6 1,-1-1-18,2 14 402,0-11-402,-2-14 122,-1-5-122,0 0 322,-2 5-287,0 2-40,0 1 0,1-2 0,0-8 28,0-2-28,1-2 5,0 2-5,-1-2 0,2 2 51,-2-4-51,2 0 5,-3-4 18,2 3-23,-2-2 50,1 6-50,-1-3 6,2 0-6,-1-8 5,0-3 23,0-1-28,-1 1 45,0 2-34,0 2-11,0 0 0,0 2 11,0-4-11,0 1 0,0-2 6,0 0-45,0-2 89,0 1-4480,0-1-5401,-12-15 8848,-16-3 0,10-2 0,-7 4 0</inkml:trace>
  <inkml:trace contextRef="#ctx0" brushRef="#br1" timeOffset="350524">13158 22863 19563,'38'26'1209,"0"-1"1,2 5 0,-3 2-1101,-9-3 1,-2 0-433,1 1 1,-2-2 456,13 9 84,-13-17 1,0-1-113,1-4 1,0-3 66,5 0 1,0-3 129,14-1-51,-8-8 28,-15-7-11,-5-1-118,1-7 17,0-8 0,-1-2 370,-2-4-454,-5 7-84,-7 8 34,0 7-23,-2-1 0,0 3 23,-1 1-34,0 2-1709,0 2 1709,-4 3 0,3-2 0,-4 1 0</inkml:trace>
  <inkml:trace contextRef="#ctx0" brushRef="#br1" timeOffset="352275">14127 23131 19546,'-3'46'2049,"4"-6"-1477,14-28 56,11-5 83,2-2-526,0-9-135,-6-8-39,-10-7 62,-7-5 22,-2 0 129,-10-2 336,-18 11-330,1 3-113,-12 17 7,13 8-40,6 5 0,5 6 67,7 4 118,16-4-22,12-4-40,3-10-62,5-9 23,-15-8-112,-2-2-56,-6-11-5,-3-13-40,-12-1 45,-6 2 0,-9 13-6,-3 14 6,2 5 40,-1 10-40,1 21 117,9 12-22,3 2 12,8-9 5,4-16 22,4-5 17,2-5-33,1-2-28,1-5 10,-4-2-94,-2-1-12,-1 0-38,-2-3 44,1-3-40,4-19-21,2-20 10,0-6-201,-3 20 0,-2-1 168,2-20 56,-3 23 0,0-2-3,-1 1 0,1-3-8,0-18 0,-2-5 27,0 16 1,0-1 0,-1-2-444,-1 2 0,1-2 0,-2 0 0,1 1 455,-1-5 0,0 2 0,-1-1 13,-1 1 0,0 0 1,0 2-14,0-5 0,0 1-426,0-2 1,-1 1 425,2 0 0,0-2-199,-1 4 0,0-2 0,-1 0 200,0-1 1,0 0 0,0 1-2,0-1 0,0 0 0,0 1-159,1 4 1,-1 1 0,1 4 158,-1-3 0,1 3-6,1 1 1,1 2 5,-1 2 0,0 0 595,2 4 1,1 0-601,-1-24 437,2 22 1,0-2-436,1 2 1,0-1 10,0-4 1,0 0-7,0 8 1,0 1 59,0-18 679,-1 14-702,-4-10 1111,-1-1-1125,3 14 1,0-1 41,-1-15 260,3 0-249,-1 13 6,1 1 51,-3 3-1,-1 3-44,2 5 78,-2 1-84,1 8 11,3-1-45,-1 6 23,1 0-11,-1 2 78,0-2-38,0 4-102,2-1 0,0 2 0,0-1 0,0-2 0,0-1-449,0-5-2604,0 2 3053,-11-1 0,8 4 0,-9 4 0</inkml:trace>
  <inkml:trace contextRef="#ctx0" brushRef="#br1" timeOffset="352576">13592 20360 21341,'40'-23'199,"-1"0"0,1 1 1,-3 0-1,-1 1 1,-5 0-167,-7 1 1,-3-1 271,5-2 1,-1 0-266,9-6 289,-3 4-245,-17 23 124,-6 16-124,4 7 249,3 12-333,3-1-922,-1-9 1,0 1 921,14 18 0,-5-9 0,-10-13 0</inkml:trace>
  <inkml:trace contextRef="#ctx0" brushRef="#br1" timeOffset="353491">14632 19960 8450,'0'-6'9830,"0"0"-8715,0 6-516,0 19 1047,0 23-1329,0-14 0,0 2-371,0 9 1,0 1 310,-1-2 1,2 2-191,0 4 0,1 5 1,1 1 95,1-8 1,1 1 0,0 2 0,1 2-557,0-1 1,0 3-1,0 1 1,1-1-1,0-1 443,1 3 1,1-2 0,0 0 0,0-1-14,0 0 1,-1 0 0,1-1 0,-1-3-455,-1-1 1,1-3 0,-1 0 438,-1 1 0,1 0 1,0 0-21,-1-2 1,1-1 0,-1 3 77,3 11 1,-1 3-1,0-2-49,-2-14 1,0-1 0,0 2-4,2 7 0,0 2 0,-1-1 28,-1-5 0,-1 0 0,0-3-20,2 6 1,-1-1 2,0 11 0,-1-1 23,-1-21 0,0-2 52,-1 9 1,-1 0 209,1-6 0,-1 0-288,1 4 1,-1-1-26,0 10 2122,1-13-2083,-3-16 2136,3-3-2096,-2-4 712,2 1-718,0-2-79,-1 0 7,1-2-7,-1-3 29,-2 0-29,3 1 7,-3 6-12,3 4-353,-2 10-269,0-6-151,-1 3 68,0-7 139,0 0 342,0 0 162,0 3 56,0-3-139,0-2-225,0-7-22,0-6 56,0-2-386,3 0 77,1 2-828,4 2 835,-2 1-12,0 2 186,-1-1 116,-1 0-33,0 0-314,-2 2-1422,0-3-795,-2 0 2912,0-3 0,0-1 0,0-1 0</inkml:trace>
  <inkml:trace contextRef="#ctx0" brushRef="#br1" timeOffset="353908">14762 22938 21601,'5'48'855,"1"0"0,-1-4 1,2-5-330,15-1 180,9 2 89,2-18-459,1-3-156,-3-29-40,3-35-90,-8-2-190,-11 13 0,0 0 241,5-10 683,-5 4-297,-4 19-487,-2 6-207,-2 13-823,4 4-2163,9 3-6638,3 2 9474,2 3 1,-11-5 0,-5-1 0</inkml:trace>
  <inkml:trace contextRef="#ctx0" brushRef="#br1" timeOffset="393636">31275 19681 9150,'2'-7'7942,"0"2"-7354,-2 5 1860,0 0-2089,4 1 66,0-10-92,3-15 1,-1-9-245,-1-14 1,-2-9-1,0-6-545,-2 20 0,1-4 1,0-3-1,-1-1 0,0-1 1,0 0-1,0 1 465,-1 1 1,0 1 0,0 0 0,-1-1-1,1-1 1,-2-2 0,0-3-201,0 7 0,-1-2 0,0-2 0,0-2 0,-1-1 0,0-1 0,0 0 0,0 0 0,-1 1 1,1 0-1,-1 1 206,0 1 0,0 2 0,0 0 1,-1 0-1,0 0 0,1-1 0,-1 1 1,-1-1-1,1-1 0,0-1 1,0-2-118,0 5 0,0-1 0,0-1 0,-1-1 0,1 0 0,-1-1 0,1 0 0,-1-1 0,0 0 0,1 0 0,0 1 0,-1-1 0,2 0 0,-1 1 102,0 0 0,1 0 1,-1-1-1,1 1 1,0-1-1,-1 0 1,1 1-1,1-1 1,-1 1-1,0-1 1,0 1-1,1 0 0,0 1 1,0-1-66,0-1 1,0 0 0,0-1 0,0 1-1,0 0 1,1 0 0,-1 0 0,1 1 0,0 0-1,0 1 1,1 1 0,-1 2 0,1 0 72,0-9 1,0 1 0,0 1-1,0 2 1,1 0 0,0 2 0,1 0-1,0 1 1,0 1 5,0-7 0,1 1 1,0 1-1,0 2 1,1 1-1,0 3 1,1 3 6,1-10 0,0 5 0,1 2 0,1-2 137,-2 5 1,1 0 0,0-1 0,0 1 0,0 1-135,1-2 0,-1 2 0,0 0 0,1 1-23,-1 0 0,0 0 1,0 2-1,-1 2 19,1 1 1,-1 2 0,0 3-5,1-3 1,-1 3 601,0 4 0,0 1-427,0-15 2143,-1 16-1959,-3 18 3115,0 7-3254,0 5 594,0 0-1939,1-6 1109,-14-29 0,-3-6 0,10 17 0,-9-13 0,0-1 0</inkml:trace>
  <inkml:trace contextRef="#ctx0" brushRef="#br1" timeOffset="393937">30440 12561 21187,'42'-17'108,"0"1"1,0-1-1,0 1 1,0-1-1,3-3 1,0 0-1,-2-2 1,0-6-1117,-3-4 0,0-5 1,-2-3-1,0-1 1,-3 2 1007,2-2 0,-2 1 0,-2 0 0,0 0 0,-4 4 0,0 0 0,-1 1 0,-2 0-2,4-4 0,-2 2 0,-1-2 323,2-4 1,-1-2 0,-3 5-299,-3-1 0,-2 16-12,15 55 11,-30 1 0,-9 9 1,0 5-315,2-2 0,-1 6 1,-1 2-1,0 1 1,1-2 292,0 0 0,0-1 0,1 1 0,-1 1 0,2 1-79,0 1 1,1 3-1,1 1 1,0 0-1,0-2 1,1-1-30,2 1 0,0-1 0,1-1 1,0-2-1,0-1 0,-1 6 1,-1-2-1,1-3 0,1-5 1,5 4-1,0 0 0</inkml:trace>
  <inkml:trace contextRef="#ctx0" brushRef="#br1" timeOffset="394652">30256 18583 9884,'13'36'128,"0"0"1,0 1 0,5 11 0,-1-10 213,-4-24 604,-1-8 1,-2-7-28,-3-12 178,-4-5 886,-2-18-275,-1 13-1265,0 0-168,6 34 33,12 37-159,-5-14 0,4 8 0,2 5 0,2 4 0,-1 0-480,-3-9 1,1 1 0,0 3 0,2 0 0,-1 2-1,1 1 1,0 0 0,1 1 438,-2-2 1,1 1 0,1 1-1,-1 1 1,1 1 0,1-1-1,-1 1 1,0-1 0,-1-1-1,0-1-283,1 0 1,-1 0 0,0-1 0,0 0 0,-1 0 0,1-2 0,-1 0 0,0 0 0,-1-2 261,2 5 0,0 0 0,0-1 0,-1-1 1,-1-2-1,0-3 0,-2-4-248,6 14 0,-2-6 0,-1-3 317,5 9 1,0-6-192,-3-10 0,1-6 68,-1-9 1,3-5 22,26-6-14,-22-36 0,-2-16 161,-6 1 1,-1-8-1,-1-8-199,-8 17 1,0-5 0,1-5 0,-2-2 0,1-1 0,-1 1 0,0 1 0,0 3 0,1-4 1,0 1 0,-1 2-1,0 0 1,0-1 0,0-3-6,1-1 1,0-4 0,0-1 0,1 0 0,-1 2 0,0 4 0,0 6 0,-1-1 0,0 5 1,0 3-1,4 2 328,6-5 0,3 3 0,3 5-287,15-1 0,6 9-31,-9 11 0,4 5 0,-1 2-254,12 5 0,0 5-1275,1 3 0,-1 2 1518,-7-1 0,-4-2 0,6-1 0,-1-2 0</inkml:trace>
  <inkml:trace contextRef="#ctx0" brushRef="#br1" timeOffset="400954">35379 10822 16588,'41'20'468,"-1"0"1,5 0 0,-1-4-374,-9-9 0,0-1-556,3 1 1,0 1 505,-7 0 0,1 2 25,17 8 0,4 4-42,-15-5 0,2 3 0,1 0 0,-4-2 0,1 1 0,1 1 0,0-1 22,11 8 1,0 0 0,-2-2-342,-10-5 1,-2-2 0,0 0 338,10 5 0,-3-2-23,-14-9 0,-1-1 226,7 3 1,1 1-230,-1-2 0,0 2 28,6 3 1,-2 0 19,-11-4 0,-2 0 126,13 12 62,-20-9 296,-6 0 425,-6-4-520,-3-4 742,-4-3-1157,0-6-1158,0 1 1114,2-10 0,-2 7 0,2-8 0</inkml:trace>
  <inkml:trace contextRef="#ctx0" brushRef="#br1" timeOffset="401288">36823 11000 15275,'18'49'6,"0"1"1,0 0 0,0-4-1,2 0 1,2-5-41,11 0 1,0-4 83,-8-8 1,-7-1 610,-15 21 582,-36-15-568,4-13 0,-3 0-1221,-9 2 1,-2 1 1037,-5 3 1,0 2-237,15-10 0,0 1 0,0 2 233,-8 7 1,-1 3 0,4-1-558,0 9 1,5 0-642,1-5 1,15-4 809,39-11 1,10-8 0,1-11 0,-3-2-1,1-1 1</inkml:trace>
  <inkml:trace contextRef="#ctx0" brushRef="#br1" timeOffset="410023">34444 20923 9274,'-4'5'1288,"1"-1"-135,3-4-705,0 20-448,0-10 1054,3 13 637,-1-17-1013,3-4 196,-3-1 246,1 0 61,-3-1-906,3-4 106,-1-17-224,0-1 11,-1-19-34,-1 13 1,0-1 55,0-19-474,0 15 1,0 0 479,0-16-45,-1-1-38,-4-2-4,-1 13 0,-2-2 28,-2-4 1,-1-3-447,0 8 0,0-2 0,0 2 398,-2-11 1,1 2 22,-3 1 1,1 3-363,5 13 0,-1 1 359,0 0 1,-1 0 45,1 1 1,-1 0-64,1 0 1,-1-1-106,1 1 1,0-2 71,-2-13 0,1-4-29,-1-3 1,2 0-14,0-1 0,2 1 212,0 1 0,0 3-201,5 14 0,-1 1 64,-2-13 1,-2-3 155,0-1 1,-1-2-231,2 7 1,-1-1 0,1 0-16,-3-9 0,1 1-170,0-2 0,2 3 170,2 11 0,1 1-1,0 0 1,0-1 0,0 0 0,0-1-81,1 5 0,-1-2 1,0 0 93,-1 0 1,0 0 0,-1-2-6,1-9 0,-1-2 1,0 3-1,1 9 0,-1 3 0,1 0-8,-2-19 0,0 4-1,1 13 1,-1 3 0,1-3 0,0 0 2,0 1 1,0-3 5,2 3 0,0-2 1,-1 2-12,1-8 0,0 1-263,1 6 0,1-1 0,0 1 263,0-3 0,1 1 3,1 0 0,0-1 105,0 2 0,0-3-104,0 4 0,0-3 0,0 0-4,0-1 0,1-1 0,-1-2-172,1 4 1,1-3 0,-1 0 0,0 2 171,1-4 0,-1 3 0,0-1 0,1 2 0,0 0 0,1 3-283,-1-3 1,0 1 285,1 0 0,0 0 283,0 1 1,0 0-287,0-1 0,0 1-90,0 0 1,0-1 94,-2 4 1,0-4 0,1 1 9,-1-2 0,0-1 0,0 0-15,0-1 0,-1 1 0,0 0 186,0 1 0,0 1 0,0 2-181,0-4 1,0-1 9,1 3 0,0-3 0,0 0 120,2-1 0,1-1 0,1-1-126,-2 5 1,0-1 0,1-1 0,0 0 2,1 3 1,0-1 0,0 1-1,0 2-12,0-4 0,0 3 0,-1 0 0,-1 3 0,1 1 0,-2 2 3,0-3 0,0 2-3,-1-2 0,1 1 236,-2 1 1,2-1-234,0 2 1,0-2 0,1-1-2,1-2 0,0-1 0,0 1 9,0-1 0,0 1 0,1 0-106,0 0 0,0 0 0,1 3 111,0-4 1,1-1-14,0 5 1,2-4 0,-1 0 9,2 0 0,0-1 1,1-1 2,2-9 1,1-1 0,0 0-12,0 2 1,1 1 0,-1 2-5,-3 9 1,0 2 0,0 1 15,6-15 0,-2 4-14,-5 14 0,1 2-3,0-1 0,1 0 385,-1 2 1,1-1-383,6-15 0,3-2 5,1 0 1,2-2-137,-4 8 0,1-1 0,0 2 145,4-8 0,1 3-17,-2 2 0,0 3 137,-8 14 0,0 1-132,7-10 1,3 0 2,1-2 1,3 0-117,-4 7 1,3 0 0,-1 1 110,6-6 0,1 2-3,1 3 0,-1 3-93,-10 10 0,0 1 96,-1 2 0,1 2 1195,23-13-1195,-17 15 0,2 3 19,0 0 1,0 2-20,10 2 0,-1 1-1,-9 2 1,-2 0 0,1 2 0,-2 0 2,16 0 15,-11 3 0,3 1-1,5 2 1,1 2 288,-1 0 0,-1 1-306,0 2 1,-2 1 3,10 6 196,-7 1-163,-3 1 40,-9 1 106,-5 0 274,-1 9-207,-11 0-246,-1 4 351,-10-13-2284,-3-10-2677,0-8 4604,-3-3 0,2 0 0,-2 0 0</inkml:trace>
  <inkml:trace contextRef="#ctx0" brushRef="#br1" timeOffset="410357">35891 11451 23091,'39'25'39,"-1"0"0,1 0 1,3 1-1,1 0 0,-1 0-39,-5-3 0,-1-1 0,-1 0-342,-2 0 0,0 0 0,-6 1 359,-5 3 0,-7 3 459,-7 19 0,-13 6 228,-11-10 0,-9 2 0,-1 3-1126,8-11 0,-2 3 0,-1 1 0,0-1 0,0-1 520,-6 4 0,-1 0 0,0-2 0,2 2-58,1-1 1,0 2 0,3-2 0,3-2 127,3-1 0,4-3 0,1 2-572,2 8 1,3 1 0,1 3 403,4-5 0,1 2 0,0-1 0,1-3 0,-1 13 0,1-4 0,2-14 0,0 0 0,0 0 0</inkml:trace>
  <inkml:trace contextRef="#ctx0" brushRef="#br1" timeOffset="411576">34698 21167 11060,'-2'38'371,"0"0"0,0 1 0,0 13 1,0-6-115,2-5 4095,0-2-3742,0-3 130,0-12 39,0-16 27,0-6-229,0-16-297,-1-12 0,-1-8-137,-3-5 1,-1-6 0,-2-5-683,0 2 0,0-3 1,-2-4-1,-1-2 1,1-1 579,0 9 1,0-3-1,-1-1 1,0 0 0,0-1-1,0 1 1,1 1-326,0 4 0,-1 0 1,1 0-1,0 1 0,0 0 1,0 0-1,0-1 357,-1-6 1,-1-2 0,2 1 0,-1 0 0,1 3-1,1 3 15,0-4 0,0 5 1,2 0-1,-1-3-177,3 7 0,-1-2 1,1-2-1,-1 0 1,1-1-1,0 0 132,-1-3 0,1-1 0,0-1 0,-1 0 0,1 0 0,-1 0-252,1 0 1,0 0 0,0 0 0,-1-1-1,1 1 1,0 1 209,0 0 0,0-1 0,0 1 0,0 0 0,1 2 0,-1 2-1,0-7 0,0 2 0,1 2 0,0-1 15,0 1 1,0 1-1,0-1 1,0 1-15,1 2 1,1 1-1,-1-1 1,1-2 82,1 1 0,0-2 0,0-1 1,0 0-1,1 0-75,-1-1 0,1 0 0,-1 0 0,1 0 0,0 0-82,0 1 0,0-1 1,0 1-1,0 0 1,0 0 78,0 4 1,0-1 0,0 0-1,0 3 1,0 1 4,0-11 0,0 3 1,0-2 60,-1 4 0,0-2 0,0 0 1,0 3-68,-1 2 1,1 2 0,0-1-5,-2-8 1,1-1 0,0 5 15,-1 3 0,1 3 388,1-2 0,0-2-390,1-2 0,-1-5 0,1 0-13,0 11 1,0-1 0,0-1 0,0 1 9,0-2 0,0 0 1,1-1-1,-1 2-11,1 0 1,0 1-1,-1 1 1,2 2-1,-1-1 1,1 2 0,0-3 249,0 2 1,0-3 0,0-1 0,1 0-252,1 1 0,0 0 0,0 0 0,1-2 0,-1 3 0,2-1 0,-1 0 0,1 0 0,-1 3 137,2-1 1,-1 2 0,1 1 0,0 1-138,3-10 0,1 1 0,-1 2 0,2-3 0,-1 1-3,2-1 0,1 1-62,-1 1 1,2-1 64,1 5 0,1-3 0,2 1-2,0 0 0,1 1 0,1-3 3,-2 6 1,2-2-1,0-1 1,-1 3 149,2-3 0,0 1 1,-1 2-151,0 1 1,-1 1 0,-1 2 1,3-5 0,-1-1 136,-1 4 0,1-2 0,1-1-136,0 1 1,1-1 0,2-2-2,-3 6 1,1-1 0,0 0 0,0 2 127,2-2 1,-1 2 0,0 1-130,-1 3 1,1 1 0,-2 4 1,4-2 0,0 3 46,0 0 0,0 0-49,1 1 0,1-1 526,10-7 0,3-1-498,1 2 0,1 2 95,-8 8 0,1 0 0,-1 2 27,5-1 1,-1 4-58,-3 5 0,-1 3 52,11 3 505,-16 6 1,1 2-567,-2 6 0,1 5-20,4 2 0,-2 4-19,-6 0 0,-4 2 22,16 20-61,-17-16 657,-3-1-629,-4-6 190,-1 8-1625,-7-1 1552,-2 15 1,-4-19-1,0 2 1</inkml:trace>
  <inkml:trace contextRef="#ctx0" brushRef="#br1" timeOffset="411890">35857 12019 20772,'51'19'-176,"-1"0"1,1-1 0,-1 1 0,-2-1 0,-1-1 0,-2 1 0,-2-1 121,1-1 0,-3 1 0,-4 0-331,5 4 0,-11 5 872,-22 4 1,-11 2 178,-9-2 1,-7 0-141,-6 5 1,-3 1-200,-3 2 1,-2 4-241,4-4 1,-1 3 0,1 3-1462,3 3 0,2 2 0,0 1 1241,4-6 1,-1 2 0,2 0 0,2-5 0,3-2 0,2-4 0,1-1 0,1 5 0,0 0 0</inkml:trace>
  <inkml:trace contextRef="#ctx0" brushRef="#br1" timeOffset="412943">35035 20794 21534,'0'45'547,"0"0"0,1-6 0,-2-17-295,-2-52-174,-4-8 1,-3-12 0,-2-5-1196,2 6 1,0-5-1,-1-3 1,-1-1 0,1 1 1116,1 9 1,0-1 0,1 1 0,-1-1 0,0-1 0,0-1-150,1 1 1,-1-1 0,0-2 0,0 0-1,0 1 1,1 2 0,1 2 158,0-3 0,1 1 0,0 2 0,1 1 0,-1-1-88,1 0 0,0 0 1,0 0-1,0 1 0,0-1 105,1 1 0,0 1 0,1 0 0,-1-1 0,1 0-180,-1-1 1,1 0 0,0 0 0,0-1 0,-1 0 167,1 0 1,1 0 0,-1 0 0,0-2 0,-1-2 1,1 3 1,0-2-1,-1-1 1,0-2 0,0 0-1,0-1 1,0 2-10,0-2 1,0 1 0,0 0 0,-1 0 0,1-1 0,0-1-1,-1-1-4,1 7 0,0-2 1,0-1-1,0 0 1,0 0-1,-1 0 1,1 1-1,0 1 1,0 2-5,0-3 0,0 1 0,1 2 0,-1 1 0,0 0 0,1 1 0,0 0 36,-1-3 1,1 1 0,0 0-1,1 2 1,-1 1 0,2 3-35,-1-4 1,1 3 0,1 1 0,0-4 118,0-1 1,0-2-1,0-1 1,1-1 0,0 0-112,0 0 0,0 0 0,1 0 0,-1-2 0,0-1-8,1 9 0,-1-1 1,0-2-1,0 0 1,1 0-1,-1 2 1,0 2 17,1-7 0,-1 2 1,0 2-1,1 0 1,-1 1-20,0-7 0,1 0 1,-1 2-1,1 6 1,-1 6 0,0 4 0,0 0 633,0-13 0,0 1-618,0 3 0,0-4-4,0-1 0,0-5 0,0 1 136,0 11 1,0 1-1,0-2-148,0-1 1,0-2-1,0 0 1,0 3-1,-1-1 1,1 3 0,1 0 0,0 0 0,1 0 0,0 0-2,1 1 0,-1 1 0,1 1 0,1 0 0,0 1 0,1 0 305,3-16 1,1-1-304,0 9 0,1-2 0,3 0 1,2 0 1,2 1 0,3-2 66,-2 4 0,1-1 0,2 0 0,0 3-44,3-5 0,1 4 1,1 0 19,1 0 1,1 0 0,-1 4-403,7-4 0,-1 3 432,2-2 0,1 2 438,1 3 0,2 0-425,-4 7 1,3-1 0,1 1-10,0 4 0,2 1 1,2 0-48,-7 4 1,2 1-1,0 0 1,-2 2-77,2 0 0,-1 3 0,0 1 68,11-3 0,-4 3-5,-16 7 0,0 2 831,8 0 0,0 1-793,-3 0 1,1 1 14,6 1 0,-2 0 11,16-1 1687,-14 3-1699,-19-1 502,-4 3-524,-4-3 999,0 3-1390,-5-1-1239,-2 1 1580,-5 0 0,-1 0 0,0 0 0</inkml:trace>
  <inkml:trace contextRef="#ctx0" brushRef="#br1" timeOffset="413243">35874 12116 17932,'-7'0'3344,"1"0"-2610,6 0-364,0 0-235,65 84-1110,-39-64 0,2 0 982,6 13 1,5 7 0,2-4 3,1-12 0,2-3 0,-2-1 11,3 7 1,-2 2 1,-7-5 0,1 2 1,-8 1 359,-9 5 0,-8 1 106,-2 2 0,-6 2-112,-14 0 0,-8 1-119,-1-2 1,-6 2 0,-1-3-316,-3-2 0,-3-2 0,1 2 56,0 7 0,0 3 0,3-6 0,-2-8 0,6-2 0,8 16 0</inkml:trace>
  <inkml:trace contextRef="#ctx0" brushRef="#br1" timeOffset="415343">36543 12540 21203,'-39'15'3602,"7"-4"-2845,32-9-153,5 0-72,3 1 23,14 0 16,14 0-289,-2-2 0,7 0 1,6-1-928,-2-1 0,5 0 1,3 0-1,4-1 1,1 0 644,-9 0 0,4 0 0,1-1 0,2 1 0,1-1 0,0 1 0,0-1 0,-2 1-291,-2-1 0,1 1 1,-1 0-1,0 0 1,0 0-1,1 0 1,-1 0-1,1 0 291,-4 0 0,1 0 0,1 0 0,0-1 0,-1 1 0,0 0 0,-1 0 0,-1 0 0,-3 1-222,9-1 0,-4 1 0,-1 0 0,0 1 1,0-1-1,4 2 222,-7 0 0,3 0 0,1 1 0,0-1 0,0 2 0,1-1 0,-2 1 0,-1 0-159,1 0 0,0 1 0,-1 0 0,0 1 0,-1-1 0,1 1 0,-1-1 159,6 1 0,2 0 0,-1 1 0,-2-1 0,-1 1 0,-4 0 0,7 3 0,-3 1 0,-5-1 0,-4 1 358,5 2 0,-6-1-358,0 0 0,0 0 0,2 0 0,1 0 0,-1-1 0,-1-1 0,-2-2 0,0-1 723,9-1 1,0-2-724,-6-1 0,-1-2 0,5-4 0,-1-1 0,-17 3 0,-2-2 0,11-11 1747,-25 9-1747,-3 0 3051,-7 5-3051,-1-1 982,-3 2-982,0-4 49,-3-1-4884,-32-10 4835,6 7 0,-1 2 0,-16-6 0,-2 5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1:52:06.171"/>
    </inkml:context>
    <inkml:brush xml:id="br0">
      <inkml:brushProperty name="width" value="0.05292" units="cm"/>
      <inkml:brushProperty name="height" value="0.05292" units="cm"/>
      <inkml:brushProperty name="color" value="#00B050"/>
    </inkml:brush>
  </inkml:definitions>
  <inkml:trace contextRef="#ctx0" brushRef="#br0">44565 17702 24575,'52'-1'0,"-9"1"0,5 0 0,-5 0 0,2-1 0,2 1 0,5 0 0,0 1 0,0 0 0,-3-1 0,-1 0 0,-4 1 0,5 0 0,-6 0 0,-12 0 0,-6-1 0,-4 0 0,-7 0 0,9-1 0,11 0 0,19 0 0,-22 0 0,1 1 0,8-1 0,1 1 0,-10-1 0,-2 1 0,21-1 0,-32 1 0,-1 0 0,0 0 0,10-2 0,-5 1 0,-7-1 0,-8 1 0,14 0 0,0 0 0,9-1 0,-10 1 0,-13 1 0,-7-1 0,-1 1 0,-1-1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210F72-E9EE-9A40-BE6D-08E3AD1564FF}" type="datetimeFigureOut">
              <a:rPr lang="es-ES_tradnl" smtClean="0"/>
              <a:t>24/7/26</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FED2C8-807F-FE41-A685-D7898C3DB442}" type="slidenum">
              <a:rPr lang="es-ES_tradnl" smtClean="0"/>
              <a:t>‹#›</a:t>
            </a:fld>
            <a:endParaRPr lang="es-ES_tradnl"/>
          </a:p>
        </p:txBody>
      </p:sp>
    </p:spTree>
    <p:extLst>
      <p:ext uri="{BB962C8B-B14F-4D97-AF65-F5344CB8AC3E}">
        <p14:creationId xmlns:p14="http://schemas.microsoft.com/office/powerpoint/2010/main" val="1670011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7442396D-923A-266F-64E8-C656A0138BA2}"/>
            </a:ext>
          </a:extLst>
        </p:cNvPr>
        <p:cNvGrpSpPr/>
        <p:nvPr/>
      </p:nvGrpSpPr>
      <p:grpSpPr>
        <a:xfrm>
          <a:off x="0" y="0"/>
          <a:ext cx="0" cy="0"/>
          <a:chOff x="0" y="0"/>
          <a:chExt cx="0" cy="0"/>
        </a:xfrm>
      </p:grpSpPr>
      <p:sp>
        <p:nvSpPr>
          <p:cNvPr id="109" name="Google Shape;109;p3:notes">
            <a:extLst>
              <a:ext uri="{FF2B5EF4-FFF2-40B4-BE49-F238E27FC236}">
                <a16:creationId xmlns:a16="http://schemas.microsoft.com/office/drawing/2014/main" id="{AA29890C-254C-6100-6A5F-314FD23E29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a:extLst>
              <a:ext uri="{FF2B5EF4-FFF2-40B4-BE49-F238E27FC236}">
                <a16:creationId xmlns:a16="http://schemas.microsoft.com/office/drawing/2014/main" id="{F8E42F9A-9758-376F-B0A5-EE1E02CB80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9758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AFACCD5C-6E0B-C7A9-9016-2FCE47F7C920}"/>
            </a:ext>
          </a:extLst>
        </p:cNvPr>
        <p:cNvGrpSpPr/>
        <p:nvPr/>
      </p:nvGrpSpPr>
      <p:grpSpPr>
        <a:xfrm>
          <a:off x="0" y="0"/>
          <a:ext cx="0" cy="0"/>
          <a:chOff x="0" y="0"/>
          <a:chExt cx="0" cy="0"/>
        </a:xfrm>
      </p:grpSpPr>
      <p:sp>
        <p:nvSpPr>
          <p:cNvPr id="109" name="Google Shape;109;p3:notes">
            <a:extLst>
              <a:ext uri="{FF2B5EF4-FFF2-40B4-BE49-F238E27FC236}">
                <a16:creationId xmlns:a16="http://schemas.microsoft.com/office/drawing/2014/main" id="{6E4FF5F7-789B-D896-D260-0161FA6C18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a:extLst>
              <a:ext uri="{FF2B5EF4-FFF2-40B4-BE49-F238E27FC236}">
                <a16:creationId xmlns:a16="http://schemas.microsoft.com/office/drawing/2014/main" id="{9E13881C-737F-A3FA-BF51-4626FA5D5F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0178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9D556F16-2771-9ED2-6319-ABF1A15928BD}"/>
            </a:ext>
          </a:extLst>
        </p:cNvPr>
        <p:cNvGrpSpPr/>
        <p:nvPr/>
      </p:nvGrpSpPr>
      <p:grpSpPr>
        <a:xfrm>
          <a:off x="0" y="0"/>
          <a:ext cx="0" cy="0"/>
          <a:chOff x="0" y="0"/>
          <a:chExt cx="0" cy="0"/>
        </a:xfrm>
      </p:grpSpPr>
      <p:sp>
        <p:nvSpPr>
          <p:cNvPr id="109" name="Google Shape;109;p3:notes">
            <a:extLst>
              <a:ext uri="{FF2B5EF4-FFF2-40B4-BE49-F238E27FC236}">
                <a16:creationId xmlns:a16="http://schemas.microsoft.com/office/drawing/2014/main" id="{D2CEB0DA-0741-F3D0-0440-A7C9265A27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a:extLst>
              <a:ext uri="{FF2B5EF4-FFF2-40B4-BE49-F238E27FC236}">
                <a16:creationId xmlns:a16="http://schemas.microsoft.com/office/drawing/2014/main" id="{52E39EEA-76D8-DCCB-D8D4-4D8EFF627E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63041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35408F0F-0448-4DF8-DDF1-5CC93914AA92}"/>
            </a:ext>
          </a:extLst>
        </p:cNvPr>
        <p:cNvGrpSpPr/>
        <p:nvPr/>
      </p:nvGrpSpPr>
      <p:grpSpPr>
        <a:xfrm>
          <a:off x="0" y="0"/>
          <a:ext cx="0" cy="0"/>
          <a:chOff x="0" y="0"/>
          <a:chExt cx="0" cy="0"/>
        </a:xfrm>
      </p:grpSpPr>
      <p:sp>
        <p:nvSpPr>
          <p:cNvPr id="109" name="Google Shape;109;p3:notes">
            <a:extLst>
              <a:ext uri="{FF2B5EF4-FFF2-40B4-BE49-F238E27FC236}">
                <a16:creationId xmlns:a16="http://schemas.microsoft.com/office/drawing/2014/main" id="{375EB320-FBBE-D576-B36F-B783FC5F44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a:extLst>
              <a:ext uri="{FF2B5EF4-FFF2-40B4-BE49-F238E27FC236}">
                <a16:creationId xmlns:a16="http://schemas.microsoft.com/office/drawing/2014/main" id="{51685B14-B819-D876-BF52-48B99EAD60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5183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D0DF37A4-66EE-268A-CDFD-D6EDD97A798C}"/>
            </a:ext>
          </a:extLst>
        </p:cNvPr>
        <p:cNvGrpSpPr/>
        <p:nvPr/>
      </p:nvGrpSpPr>
      <p:grpSpPr>
        <a:xfrm>
          <a:off x="0" y="0"/>
          <a:ext cx="0" cy="0"/>
          <a:chOff x="0" y="0"/>
          <a:chExt cx="0" cy="0"/>
        </a:xfrm>
      </p:grpSpPr>
      <p:sp>
        <p:nvSpPr>
          <p:cNvPr id="109" name="Google Shape;109;p3:notes">
            <a:extLst>
              <a:ext uri="{FF2B5EF4-FFF2-40B4-BE49-F238E27FC236}">
                <a16:creationId xmlns:a16="http://schemas.microsoft.com/office/drawing/2014/main" id="{EBD430E8-BF57-9C67-B788-4C7152124B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a:extLst>
              <a:ext uri="{FF2B5EF4-FFF2-40B4-BE49-F238E27FC236}">
                <a16:creationId xmlns:a16="http://schemas.microsoft.com/office/drawing/2014/main" id="{A9C9E273-C994-1DB9-CD1D-53157C3D6E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9954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217682D2-936B-1E52-7E8E-5A3DF65F9855}"/>
            </a:ext>
          </a:extLst>
        </p:cNvPr>
        <p:cNvGrpSpPr/>
        <p:nvPr/>
      </p:nvGrpSpPr>
      <p:grpSpPr>
        <a:xfrm>
          <a:off x="0" y="0"/>
          <a:ext cx="0" cy="0"/>
          <a:chOff x="0" y="0"/>
          <a:chExt cx="0" cy="0"/>
        </a:xfrm>
      </p:grpSpPr>
      <p:sp>
        <p:nvSpPr>
          <p:cNvPr id="109" name="Google Shape;109;p3:notes">
            <a:extLst>
              <a:ext uri="{FF2B5EF4-FFF2-40B4-BE49-F238E27FC236}">
                <a16:creationId xmlns:a16="http://schemas.microsoft.com/office/drawing/2014/main" id="{4E1F9DFC-CEA6-414C-083F-600D7EDB02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a:extLst>
              <a:ext uri="{FF2B5EF4-FFF2-40B4-BE49-F238E27FC236}">
                <a16:creationId xmlns:a16="http://schemas.microsoft.com/office/drawing/2014/main" id="{44E3C74A-DDAD-D5F5-156E-067386EF61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47705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46222EFE-E12C-2268-AF21-2A173EF20A21}"/>
            </a:ext>
          </a:extLst>
        </p:cNvPr>
        <p:cNvGrpSpPr/>
        <p:nvPr/>
      </p:nvGrpSpPr>
      <p:grpSpPr>
        <a:xfrm>
          <a:off x="0" y="0"/>
          <a:ext cx="0" cy="0"/>
          <a:chOff x="0" y="0"/>
          <a:chExt cx="0" cy="0"/>
        </a:xfrm>
      </p:grpSpPr>
      <p:sp>
        <p:nvSpPr>
          <p:cNvPr id="109" name="Google Shape;109;p3:notes">
            <a:extLst>
              <a:ext uri="{FF2B5EF4-FFF2-40B4-BE49-F238E27FC236}">
                <a16:creationId xmlns:a16="http://schemas.microsoft.com/office/drawing/2014/main" id="{85588077-5AA2-396D-BA4A-C3C4EFC35F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a:extLst>
              <a:ext uri="{FF2B5EF4-FFF2-40B4-BE49-F238E27FC236}">
                <a16:creationId xmlns:a16="http://schemas.microsoft.com/office/drawing/2014/main" id="{EFE52D37-4D90-6094-7094-25110C346A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68136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89819998-2DA8-21D1-CD74-D8C8E1C6F1C4}"/>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30C09637-6641-FCAC-2153-59A9551AFD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C74F9488-2C1F-FFD6-E7AF-7C9BD1F355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2862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80963CF8-A8A5-8063-0BCF-CAD743D6BC40}"/>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FE99C643-263C-CCCE-C92E-38AA0EFA20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6145999A-A9FB-DD5E-F725-A6F3A02965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38892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276F5618-F9E2-B018-BAF8-CFE9004F7652}"/>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187E4FBC-9C3D-B248-F3E7-00AE5AFEFF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AB108F90-D5D3-B7CE-49FC-7DF7D6D758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75082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8D443BE-FEE8-81C7-3620-F190E9CB000F}"/>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E1E21D7E-3DCD-96B6-DDC5-E5CF398B8C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B928AB02-9CAF-114C-14FF-6A92289E59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20171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F79A48D5-52E8-AB25-97AB-5B485EF6BFE0}"/>
            </a:ext>
          </a:extLst>
        </p:cNvPr>
        <p:cNvGrpSpPr/>
        <p:nvPr/>
      </p:nvGrpSpPr>
      <p:grpSpPr>
        <a:xfrm>
          <a:off x="0" y="0"/>
          <a:ext cx="0" cy="0"/>
          <a:chOff x="0" y="0"/>
          <a:chExt cx="0" cy="0"/>
        </a:xfrm>
      </p:grpSpPr>
      <p:sp>
        <p:nvSpPr>
          <p:cNvPr id="172" name="Google Shape;172;p7:notes">
            <a:extLst>
              <a:ext uri="{FF2B5EF4-FFF2-40B4-BE49-F238E27FC236}">
                <a16:creationId xmlns:a16="http://schemas.microsoft.com/office/drawing/2014/main" id="{E11E242D-2BCE-B6B3-837B-317CF536FA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7:notes">
            <a:extLst>
              <a:ext uri="{FF2B5EF4-FFF2-40B4-BE49-F238E27FC236}">
                <a16:creationId xmlns:a16="http://schemas.microsoft.com/office/drawing/2014/main" id="{1835761A-303C-5BF6-AC35-29E9B2DA87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92234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B5F2DA3C-F142-FCDE-23A6-5F7AE2CAE398}"/>
            </a:ext>
          </a:extLst>
        </p:cNvPr>
        <p:cNvGrpSpPr/>
        <p:nvPr/>
      </p:nvGrpSpPr>
      <p:grpSpPr>
        <a:xfrm>
          <a:off x="0" y="0"/>
          <a:ext cx="0" cy="0"/>
          <a:chOff x="0" y="0"/>
          <a:chExt cx="0" cy="0"/>
        </a:xfrm>
      </p:grpSpPr>
      <p:sp>
        <p:nvSpPr>
          <p:cNvPr id="172" name="Google Shape;172;p7:notes">
            <a:extLst>
              <a:ext uri="{FF2B5EF4-FFF2-40B4-BE49-F238E27FC236}">
                <a16:creationId xmlns:a16="http://schemas.microsoft.com/office/drawing/2014/main" id="{DE6A8EBE-3E35-D375-2975-64ED2A2263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7:notes">
            <a:extLst>
              <a:ext uri="{FF2B5EF4-FFF2-40B4-BE49-F238E27FC236}">
                <a16:creationId xmlns:a16="http://schemas.microsoft.com/office/drawing/2014/main" id="{A25D0FB5-9588-7825-5E17-BFD6DA2062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4033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4049D97F-CF58-3F7D-8473-83AD741E9E15}"/>
            </a:ext>
          </a:extLst>
        </p:cNvPr>
        <p:cNvGrpSpPr/>
        <p:nvPr/>
      </p:nvGrpSpPr>
      <p:grpSpPr>
        <a:xfrm>
          <a:off x="0" y="0"/>
          <a:ext cx="0" cy="0"/>
          <a:chOff x="0" y="0"/>
          <a:chExt cx="0" cy="0"/>
        </a:xfrm>
      </p:grpSpPr>
      <p:sp>
        <p:nvSpPr>
          <p:cNvPr id="172" name="Google Shape;172;p7:notes">
            <a:extLst>
              <a:ext uri="{FF2B5EF4-FFF2-40B4-BE49-F238E27FC236}">
                <a16:creationId xmlns:a16="http://schemas.microsoft.com/office/drawing/2014/main" id="{3B3C0350-D46A-7898-4C02-E7D2BD1CCF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7:notes">
            <a:extLst>
              <a:ext uri="{FF2B5EF4-FFF2-40B4-BE49-F238E27FC236}">
                <a16:creationId xmlns:a16="http://schemas.microsoft.com/office/drawing/2014/main" id="{C018B627-6160-D4AC-2CDF-26108CD612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22463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E01A11E6-6061-814C-84DA-6238C5263F6F}"/>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909C15D9-12A7-5DDB-9B62-31E16DCB2B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9282E81F-7264-966B-8DFF-77F8E9F333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01414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23001986-7E45-9726-C858-DA0B2FB869AC}"/>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3DA49DDB-520F-B82F-4E45-EBE2ECC761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896B57A5-B4F7-C94D-382B-522BD76440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22653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69A12E8D-8108-7210-243E-BA1872D3C8DF}"/>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5E424CC1-F6FD-1F35-908F-D770F27E9F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CBCD3ACE-5CCB-662C-9DB4-4C7DCC9622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3080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customXml" Target="../ink/ink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customXml" Target="../ink/ink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customXml" Target="../ink/ink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customXml" Target="../ink/ink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customXml" Target="../ink/ink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customXml" Target="../ink/ink7.xml"/></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customXml" Target="../ink/ink8.xml"/><Relationship Id="rId3" Type="http://schemas.openxmlformats.org/officeDocument/2006/relationships/image" Target="../media/image8.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customXml" Target="../ink/ink9.xml"/><Relationship Id="rId5" Type="http://schemas.openxmlformats.org/officeDocument/2006/relationships/image" Target="../media/image27.png"/><Relationship Id="rId4" Type="http://schemas.openxmlformats.org/officeDocument/2006/relationships/image" Target="../media/image26.jpe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customXml" Target="../ink/ink10.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customXml" Target="../ink/ink12.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customXml" Target="../ink/ink13.xml"/><Relationship Id="rId4" Type="http://schemas.openxmlformats.org/officeDocument/2006/relationships/image" Target="../media/image34.jpeg"/></Relationships>
</file>

<file path=ppt/slides/_rels/slide2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8.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customXml" Target="../ink/ink14.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8" Type="http://schemas.openxmlformats.org/officeDocument/2006/relationships/image" Target="../media/image51.jpeg"/><Relationship Id="rId3" Type="http://schemas.openxmlformats.org/officeDocument/2006/relationships/image" Target="../media/image46.jpeg"/><Relationship Id="rId7" Type="http://schemas.openxmlformats.org/officeDocument/2006/relationships/image" Target="../media/image50.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49.jpeg"/><Relationship Id="rId5" Type="http://schemas.openxmlformats.org/officeDocument/2006/relationships/image" Target="../media/image48.png"/><Relationship Id="rId4" Type="http://schemas.openxmlformats.org/officeDocument/2006/relationships/image" Target="../media/image47.png"/><Relationship Id="rId9" Type="http://schemas.openxmlformats.org/officeDocument/2006/relationships/image" Target="../media/image52.png"/></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Grp="1" noUngrp="1" noRot="1" noMove="1" noResize="1"/>
          </p:cNvGrpSpPr>
          <p:nvPr/>
        </p:nvGrpSpPr>
        <p:grpSpPr>
          <a:xfrm>
            <a:off x="9129613" y="-187037"/>
            <a:ext cx="9324565" cy="10661073"/>
            <a:chOff x="0" y="0"/>
            <a:chExt cx="2455853" cy="2807855"/>
          </a:xfrm>
        </p:grpSpPr>
        <p:sp>
          <p:nvSpPr>
            <p:cNvPr id="3" name="Freeform 3"/>
            <p:cNvSpPr>
              <a:spLocks noGrp="1" noRot="1" noMove="1" noResize="1" noEditPoints="1" noAdjustHandles="1" noChangeArrowheads="1" noChangeShapeType="1"/>
            </p:cNvSpPr>
            <p:nvPr/>
          </p:nvSpPr>
          <p:spPr>
            <a:xfrm>
              <a:off x="0" y="0"/>
              <a:ext cx="2455853" cy="2807855"/>
            </a:xfrm>
            <a:custGeom>
              <a:avLst/>
              <a:gdLst/>
              <a:ahLst/>
              <a:cxnLst/>
              <a:rect l="l" t="t" r="r" b="b"/>
              <a:pathLst>
                <a:path w="2455853" h="2807855">
                  <a:moveTo>
                    <a:pt x="0" y="0"/>
                  </a:moveTo>
                  <a:lnTo>
                    <a:pt x="2455853" y="0"/>
                  </a:lnTo>
                  <a:lnTo>
                    <a:pt x="2455853" y="2807855"/>
                  </a:lnTo>
                  <a:lnTo>
                    <a:pt x="0" y="2807855"/>
                  </a:lnTo>
                  <a:close/>
                </a:path>
              </a:pathLst>
            </a:custGeom>
            <a:solidFill>
              <a:srgbClr val="01386C"/>
            </a:solidFill>
          </p:spPr>
          <p:txBody>
            <a:bodyPr/>
            <a:lstStyle/>
            <a:p>
              <a:endParaRPr lang="es-ES"/>
            </a:p>
          </p:txBody>
        </p:sp>
        <p:sp>
          <p:nvSpPr>
            <p:cNvPr id="4" name="TextBox 4"/>
            <p:cNvSpPr txBox="1">
              <a:spLocks noGrp="1" noRot="1" noMove="1" noResize="1" noEditPoints="1" noAdjustHandles="1" noChangeArrowheads="1" noChangeShapeType="1"/>
            </p:cNvSpPr>
            <p:nvPr/>
          </p:nvSpPr>
          <p:spPr>
            <a:xfrm>
              <a:off x="0" y="-47625"/>
              <a:ext cx="2455853" cy="2855480"/>
            </a:xfrm>
            <a:prstGeom prst="rect">
              <a:avLst/>
            </a:prstGeom>
          </p:spPr>
          <p:txBody>
            <a:bodyPr lIns="50800" tIns="50800" rIns="50800" bIns="50800" rtlCol="0" anchor="ctr"/>
            <a:lstStyle/>
            <a:p>
              <a:pPr algn="ctr">
                <a:lnSpc>
                  <a:spcPts val="2800"/>
                </a:lnSpc>
              </a:pPr>
              <a:endParaRPr/>
            </a:p>
          </p:txBody>
        </p:sp>
      </p:grpSp>
      <p:sp>
        <p:nvSpPr>
          <p:cNvPr id="5" name="Freeform 5"/>
          <p:cNvSpPr>
            <a:spLocks noGrp="1" noRot="1" noMove="1" noResize="1" noEditPoints="1" noAdjustHandles="1" noChangeArrowheads="1" noChangeShapeType="1"/>
          </p:cNvSpPr>
          <p:nvPr/>
        </p:nvSpPr>
        <p:spPr>
          <a:xfrm>
            <a:off x="408363" y="9711457"/>
            <a:ext cx="6800260" cy="195507"/>
          </a:xfrm>
          <a:custGeom>
            <a:avLst/>
            <a:gdLst/>
            <a:ahLst/>
            <a:cxnLst/>
            <a:rect l="l" t="t" r="r" b="b"/>
            <a:pathLst>
              <a:path w="6800260" h="195507">
                <a:moveTo>
                  <a:pt x="0" y="0"/>
                </a:moveTo>
                <a:lnTo>
                  <a:pt x="6800259" y="0"/>
                </a:lnTo>
                <a:lnTo>
                  <a:pt x="6800259" y="195507"/>
                </a:lnTo>
                <a:lnTo>
                  <a:pt x="0" y="195507"/>
                </a:lnTo>
                <a:lnTo>
                  <a:pt x="0" y="0"/>
                </a:lnTo>
                <a:close/>
              </a:path>
            </a:pathLst>
          </a:custGeom>
          <a:blipFill>
            <a:blip r:embed="rId2"/>
            <a:stretch>
              <a:fillRect/>
            </a:stretch>
          </a:blipFill>
        </p:spPr>
        <p:txBody>
          <a:bodyPr/>
          <a:lstStyle/>
          <a:p>
            <a:endParaRPr lang="es-ES"/>
          </a:p>
        </p:txBody>
      </p:sp>
      <p:sp>
        <p:nvSpPr>
          <p:cNvPr id="6" name="Freeform 6"/>
          <p:cNvSpPr>
            <a:spLocks noGrp="1" noRot="1" noMove="1" noResize="1" noEditPoints="1" noAdjustHandles="1" noChangeArrowheads="1" noChangeShapeType="1"/>
          </p:cNvSpPr>
          <p:nvPr/>
        </p:nvSpPr>
        <p:spPr>
          <a:xfrm>
            <a:off x="408363" y="389665"/>
            <a:ext cx="2818306" cy="694008"/>
          </a:xfrm>
          <a:custGeom>
            <a:avLst/>
            <a:gdLst/>
            <a:ahLst/>
            <a:cxnLst/>
            <a:rect l="l" t="t" r="r" b="b"/>
            <a:pathLst>
              <a:path w="2818306" h="694008">
                <a:moveTo>
                  <a:pt x="0" y="0"/>
                </a:moveTo>
                <a:lnTo>
                  <a:pt x="2818306" y="0"/>
                </a:lnTo>
                <a:lnTo>
                  <a:pt x="2818306" y="694008"/>
                </a:lnTo>
                <a:lnTo>
                  <a:pt x="0" y="694008"/>
                </a:lnTo>
                <a:lnTo>
                  <a:pt x="0" y="0"/>
                </a:lnTo>
                <a:close/>
              </a:path>
            </a:pathLst>
          </a:custGeom>
          <a:blipFill>
            <a:blip r:embed="rId3"/>
            <a:stretch>
              <a:fillRect/>
            </a:stretch>
          </a:blipFill>
        </p:spPr>
        <p:txBody>
          <a:bodyPr/>
          <a:lstStyle/>
          <a:p>
            <a:endParaRPr lang="es-ES"/>
          </a:p>
        </p:txBody>
      </p:sp>
      <p:grpSp>
        <p:nvGrpSpPr>
          <p:cNvPr id="7" name="Group 7"/>
          <p:cNvGrpSpPr/>
          <p:nvPr/>
        </p:nvGrpSpPr>
        <p:grpSpPr>
          <a:xfrm>
            <a:off x="15293455" y="300759"/>
            <a:ext cx="2530185" cy="782913"/>
            <a:chOff x="0" y="0"/>
            <a:chExt cx="3373580" cy="1043885"/>
          </a:xfrm>
        </p:grpSpPr>
        <p:sp>
          <p:nvSpPr>
            <p:cNvPr id="8" name="Freeform 8"/>
            <p:cNvSpPr/>
            <p:nvPr/>
          </p:nvSpPr>
          <p:spPr>
            <a:xfrm>
              <a:off x="2091244" y="82157"/>
              <a:ext cx="1282336" cy="879572"/>
            </a:xfrm>
            <a:custGeom>
              <a:avLst/>
              <a:gdLst/>
              <a:ahLst/>
              <a:cxnLst/>
              <a:rect l="l" t="t" r="r" b="b"/>
              <a:pathLst>
                <a:path w="1282336" h="879572">
                  <a:moveTo>
                    <a:pt x="0" y="0"/>
                  </a:moveTo>
                  <a:lnTo>
                    <a:pt x="1282336" y="0"/>
                  </a:lnTo>
                  <a:lnTo>
                    <a:pt x="1282336" y="879571"/>
                  </a:lnTo>
                  <a:lnTo>
                    <a:pt x="0" y="879571"/>
                  </a:lnTo>
                  <a:lnTo>
                    <a:pt x="0" y="0"/>
                  </a:lnTo>
                  <a:close/>
                </a:path>
              </a:pathLst>
            </a:custGeom>
            <a:blipFill>
              <a:blip r:embed="rId4"/>
              <a:stretch>
                <a:fillRect l="-155735"/>
              </a:stretch>
            </a:blipFill>
          </p:spPr>
          <p:txBody>
            <a:bodyPr/>
            <a:lstStyle/>
            <a:p>
              <a:endParaRPr lang="es-ES"/>
            </a:p>
          </p:txBody>
        </p:sp>
        <p:sp>
          <p:nvSpPr>
            <p:cNvPr id="9" name="Freeform 9"/>
            <p:cNvSpPr/>
            <p:nvPr/>
          </p:nvSpPr>
          <p:spPr>
            <a:xfrm>
              <a:off x="0" y="0"/>
              <a:ext cx="1942813" cy="1043885"/>
            </a:xfrm>
            <a:custGeom>
              <a:avLst/>
              <a:gdLst/>
              <a:ahLst/>
              <a:cxnLst/>
              <a:rect l="l" t="t" r="r" b="b"/>
              <a:pathLst>
                <a:path w="1942813" h="1043885">
                  <a:moveTo>
                    <a:pt x="0" y="0"/>
                  </a:moveTo>
                  <a:lnTo>
                    <a:pt x="1942813" y="0"/>
                  </a:lnTo>
                  <a:lnTo>
                    <a:pt x="1942813" y="1043885"/>
                  </a:lnTo>
                  <a:lnTo>
                    <a:pt x="0" y="1043885"/>
                  </a:lnTo>
                  <a:lnTo>
                    <a:pt x="0" y="0"/>
                  </a:lnTo>
                  <a:close/>
                </a:path>
              </a:pathLst>
            </a:custGeom>
            <a:blipFill>
              <a:blip r:embed="rId5"/>
              <a:stretch>
                <a:fillRect l="-7216" t="-13529" r="-5679" b="-44196"/>
              </a:stretch>
            </a:blipFill>
          </p:spPr>
          <p:txBody>
            <a:bodyPr/>
            <a:lstStyle/>
            <a:p>
              <a:endParaRPr lang="es-ES"/>
            </a:p>
          </p:txBody>
        </p:sp>
      </p:grpSp>
      <p:sp>
        <p:nvSpPr>
          <p:cNvPr id="10" name="Freeform 10"/>
          <p:cNvSpPr>
            <a:spLocks noGrp="1" noRot="1" noMove="1" noResize="1" noEditPoints="1" noAdjustHandles="1" noChangeArrowheads="1" noChangeShapeType="1"/>
          </p:cNvSpPr>
          <p:nvPr/>
        </p:nvSpPr>
        <p:spPr>
          <a:xfrm>
            <a:off x="10172415" y="2732021"/>
            <a:ext cx="7238961" cy="4822958"/>
          </a:xfrm>
          <a:custGeom>
            <a:avLst/>
            <a:gdLst/>
            <a:ahLst/>
            <a:cxnLst/>
            <a:rect l="l" t="t" r="r" b="b"/>
            <a:pathLst>
              <a:path w="7238961" h="4822958">
                <a:moveTo>
                  <a:pt x="0" y="0"/>
                </a:moveTo>
                <a:lnTo>
                  <a:pt x="7238961" y="0"/>
                </a:lnTo>
                <a:lnTo>
                  <a:pt x="7238961" y="4822958"/>
                </a:lnTo>
                <a:lnTo>
                  <a:pt x="0" y="4822958"/>
                </a:lnTo>
                <a:lnTo>
                  <a:pt x="0" y="0"/>
                </a:lnTo>
                <a:close/>
              </a:path>
            </a:pathLst>
          </a:custGeom>
          <a:blipFill>
            <a:blip r:embed="rId6"/>
            <a:stretch>
              <a:fillRect/>
            </a:stretch>
          </a:blipFill>
        </p:spPr>
        <p:txBody>
          <a:bodyPr/>
          <a:lstStyle/>
          <a:p>
            <a:endParaRPr lang="es-ES"/>
          </a:p>
        </p:txBody>
      </p:sp>
      <p:sp>
        <p:nvSpPr>
          <p:cNvPr id="11" name="TextBox 11"/>
          <p:cNvSpPr txBox="1"/>
          <p:nvPr/>
        </p:nvSpPr>
        <p:spPr>
          <a:xfrm>
            <a:off x="1752600" y="6275014"/>
            <a:ext cx="1803594" cy="335541"/>
          </a:xfrm>
          <a:prstGeom prst="rect">
            <a:avLst/>
          </a:prstGeom>
        </p:spPr>
        <p:txBody>
          <a:bodyPr wrap="square" lIns="0" tIns="0" rIns="0" bIns="0" rtlCol="0" anchor="t">
            <a:spAutoFit/>
          </a:bodyPr>
          <a:lstStyle/>
          <a:p>
            <a:pPr algn="ctr">
              <a:lnSpc>
                <a:spcPts val="2800"/>
              </a:lnSpc>
            </a:pPr>
            <a:r>
              <a:rPr lang="en-US" sz="2000" b="1" dirty="0">
                <a:solidFill>
                  <a:srgbClr val="143A5B"/>
                </a:solidFill>
                <a:latin typeface="Canva Sans Bold"/>
                <a:ea typeface="Canva Sans Bold"/>
                <a:cs typeface="Canva Sans Bold"/>
                <a:sym typeface="Canva Sans Bold"/>
              </a:rPr>
              <a:t>Pablo Solano</a:t>
            </a:r>
          </a:p>
        </p:txBody>
      </p:sp>
      <p:sp>
        <p:nvSpPr>
          <p:cNvPr id="12" name="TextBox 12"/>
          <p:cNvSpPr txBox="1">
            <a:spLocks noGrp="1" noRot="1" noMove="1" noResize="1" noEditPoints="1" noAdjustHandles="1" noChangeArrowheads="1" noChangeShapeType="1"/>
          </p:cNvSpPr>
          <p:nvPr/>
        </p:nvSpPr>
        <p:spPr>
          <a:xfrm>
            <a:off x="408363" y="3751893"/>
            <a:ext cx="8230564" cy="1560195"/>
          </a:xfrm>
          <a:prstGeom prst="rect">
            <a:avLst/>
          </a:prstGeom>
        </p:spPr>
        <p:txBody>
          <a:bodyPr lIns="0" tIns="0" rIns="0" bIns="0" rtlCol="0" anchor="t">
            <a:spAutoFit/>
          </a:bodyPr>
          <a:lstStyle/>
          <a:p>
            <a:pPr algn="l">
              <a:lnSpc>
                <a:spcPts val="4094"/>
              </a:lnSpc>
            </a:pPr>
            <a:r>
              <a:rPr lang="es-ES" sz="3899" b="1" noProof="0" dirty="0">
                <a:solidFill>
                  <a:srgbClr val="01386C"/>
                </a:solidFill>
                <a:latin typeface="Canva Sans Bold"/>
                <a:ea typeface="Canva Sans Bold"/>
                <a:cs typeface="Canva Sans Bold"/>
                <a:sym typeface="Canva Sans Bold"/>
              </a:rPr>
              <a:t>Diplomado en</a:t>
            </a:r>
          </a:p>
          <a:p>
            <a:pPr algn="l">
              <a:lnSpc>
                <a:spcPts val="4094"/>
              </a:lnSpc>
            </a:pPr>
            <a:r>
              <a:rPr lang="es-ES" sz="3899" noProof="0" dirty="0">
                <a:solidFill>
                  <a:srgbClr val="01386C"/>
                </a:solidFill>
                <a:latin typeface="Canva Sans"/>
                <a:ea typeface="Canva Sans"/>
                <a:cs typeface="Canva Sans"/>
                <a:sym typeface="Canva Sans"/>
              </a:rPr>
              <a:t>Física Moderna: Termodinámica, Mecánica Cuántica y Relatividad</a:t>
            </a:r>
          </a:p>
        </p:txBody>
      </p:sp>
      <p:sp>
        <p:nvSpPr>
          <p:cNvPr id="13" name="TextBox 13"/>
          <p:cNvSpPr txBox="1">
            <a:spLocks noGrp="1" noRot="1" noMove="1" noResize="1" noEditPoints="1" noAdjustHandles="1" noChangeArrowheads="1" noChangeShapeType="1"/>
          </p:cNvSpPr>
          <p:nvPr/>
        </p:nvSpPr>
        <p:spPr>
          <a:xfrm>
            <a:off x="408363" y="6351163"/>
            <a:ext cx="1226841" cy="248275"/>
          </a:xfrm>
          <a:prstGeom prst="rect">
            <a:avLst/>
          </a:prstGeom>
        </p:spPr>
        <p:txBody>
          <a:bodyPr lIns="0" tIns="0" rIns="0" bIns="0" rtlCol="0" anchor="t">
            <a:spAutoFit/>
          </a:bodyPr>
          <a:lstStyle/>
          <a:p>
            <a:pPr algn="l">
              <a:lnSpc>
                <a:spcPts val="1916"/>
              </a:lnSpc>
            </a:pPr>
            <a:r>
              <a:rPr lang="es-ES" sz="1825" b="1" noProof="0" dirty="0">
                <a:solidFill>
                  <a:srgbClr val="01386C"/>
                </a:solidFill>
                <a:latin typeface="Canva Sans Bold"/>
                <a:ea typeface="Canva Sans Bold"/>
                <a:cs typeface="Canva Sans Bold"/>
                <a:sym typeface="Canva Sans Bold"/>
              </a:rPr>
              <a:t>Docente: </a:t>
            </a:r>
          </a:p>
        </p:txBody>
      </p:sp>
      <p:sp>
        <p:nvSpPr>
          <p:cNvPr id="14" name="TextBox 14"/>
          <p:cNvSpPr txBox="1">
            <a:spLocks noGrp="1" noRot="1" noMove="1" noResize="1" noEditPoints="1" noAdjustHandles="1" noChangeArrowheads="1" noChangeShapeType="1"/>
          </p:cNvSpPr>
          <p:nvPr/>
        </p:nvSpPr>
        <p:spPr>
          <a:xfrm>
            <a:off x="408363" y="6652788"/>
            <a:ext cx="1375332" cy="248275"/>
          </a:xfrm>
          <a:prstGeom prst="rect">
            <a:avLst/>
          </a:prstGeom>
        </p:spPr>
        <p:txBody>
          <a:bodyPr lIns="0" tIns="0" rIns="0" bIns="0" rtlCol="0" anchor="t">
            <a:spAutoFit/>
          </a:bodyPr>
          <a:lstStyle/>
          <a:p>
            <a:pPr algn="l">
              <a:lnSpc>
                <a:spcPts val="1916"/>
              </a:lnSpc>
            </a:pPr>
            <a:r>
              <a:rPr lang="es-ES" sz="1825" b="1" noProof="0" dirty="0">
                <a:solidFill>
                  <a:srgbClr val="01386C"/>
                </a:solidFill>
                <a:latin typeface="Canva Sans Bold"/>
                <a:ea typeface="Canva Sans Bold"/>
                <a:cs typeface="Canva Sans Bold"/>
                <a:sym typeface="Canva Sans Bold"/>
              </a:rPr>
              <a:t>Asignatura:</a:t>
            </a:r>
          </a:p>
        </p:txBody>
      </p:sp>
      <p:sp>
        <p:nvSpPr>
          <p:cNvPr id="15" name="TextBox 15"/>
          <p:cNvSpPr txBox="1"/>
          <p:nvPr/>
        </p:nvSpPr>
        <p:spPr>
          <a:xfrm>
            <a:off x="1674332" y="6564226"/>
            <a:ext cx="3659668" cy="335541"/>
          </a:xfrm>
          <a:prstGeom prst="rect">
            <a:avLst/>
          </a:prstGeom>
        </p:spPr>
        <p:txBody>
          <a:bodyPr wrap="square" lIns="0" tIns="0" rIns="0" bIns="0" rtlCol="0" anchor="t">
            <a:spAutoFit/>
          </a:bodyPr>
          <a:lstStyle/>
          <a:p>
            <a:pPr algn="ctr">
              <a:lnSpc>
                <a:spcPts val="2800"/>
              </a:lnSpc>
            </a:pPr>
            <a:r>
              <a:rPr lang="en-US" sz="2000" b="1" dirty="0" err="1">
                <a:solidFill>
                  <a:srgbClr val="143A5B"/>
                </a:solidFill>
                <a:latin typeface="Canva Sans Bold"/>
                <a:ea typeface="Canva Sans Bold"/>
                <a:cs typeface="Canva Sans Bold"/>
                <a:sym typeface="Canva Sans Bold"/>
              </a:rPr>
              <a:t>Teoría</a:t>
            </a:r>
            <a:r>
              <a:rPr lang="en-US" sz="2000" b="1" dirty="0">
                <a:solidFill>
                  <a:srgbClr val="143A5B"/>
                </a:solidFill>
                <a:latin typeface="Canva Sans Bold"/>
                <a:ea typeface="Canva Sans Bold"/>
                <a:cs typeface="Canva Sans Bold"/>
                <a:sym typeface="Canva Sans Bold"/>
              </a:rPr>
              <a:t> </a:t>
            </a:r>
            <a:r>
              <a:rPr lang="en-US" sz="2000" b="1" dirty="0" err="1">
                <a:solidFill>
                  <a:srgbClr val="143A5B"/>
                </a:solidFill>
                <a:latin typeface="Canva Sans Bold"/>
                <a:ea typeface="Canva Sans Bold"/>
                <a:cs typeface="Canva Sans Bold"/>
                <a:sym typeface="Canva Sans Bold"/>
              </a:rPr>
              <a:t>Cuántica</a:t>
            </a:r>
            <a:r>
              <a:rPr lang="en-US" sz="2000" b="1" dirty="0">
                <a:solidFill>
                  <a:srgbClr val="143A5B"/>
                </a:solidFill>
                <a:latin typeface="Canva Sans Bold"/>
                <a:ea typeface="Canva Sans Bold"/>
                <a:cs typeface="Canva Sans Bold"/>
                <a:sym typeface="Canva Sans Bold"/>
              </a:rPr>
              <a:t> </a:t>
            </a:r>
            <a:r>
              <a:rPr lang="en-US" sz="2000" b="1" dirty="0" err="1">
                <a:solidFill>
                  <a:srgbClr val="143A5B"/>
                </a:solidFill>
                <a:latin typeface="Canva Sans Bold"/>
                <a:ea typeface="Canva Sans Bold"/>
                <a:cs typeface="Canva Sans Bold"/>
                <a:sym typeface="Canva Sans Bold"/>
              </a:rPr>
              <a:t>Temprana</a:t>
            </a:r>
            <a:endParaRPr lang="en-US" sz="2000" b="1" dirty="0">
              <a:solidFill>
                <a:srgbClr val="143A5B"/>
              </a:solidFill>
              <a:latin typeface="Canva Sans Bold"/>
              <a:ea typeface="Canva Sans Bold"/>
              <a:cs typeface="Canva Sans Bold"/>
              <a:sym typeface="Canva Sans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AA45C-776A-2108-BF36-5401C0D1DFAC}"/>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0F461973-2EF3-775A-314C-93B1659911FE}"/>
              </a:ext>
            </a:extLst>
          </p:cNvPr>
          <p:cNvPicPr>
            <a:picLocks noChangeAspect="1"/>
          </p:cNvPicPr>
          <p:nvPr/>
        </p:nvPicPr>
        <p:blipFill>
          <a:blip r:embed="rId2"/>
          <a:stretch>
            <a:fillRect/>
          </a:stretch>
        </p:blipFill>
        <p:spPr>
          <a:xfrm>
            <a:off x="1411" y="794"/>
            <a:ext cx="18285178" cy="10285413"/>
          </a:xfrm>
          <a:prstGeom prst="rect">
            <a:avLst/>
          </a:prstGeom>
        </p:spPr>
      </p:pic>
      <p:sp>
        <p:nvSpPr>
          <p:cNvPr id="5" name="TextBox 4">
            <a:extLst>
              <a:ext uri="{FF2B5EF4-FFF2-40B4-BE49-F238E27FC236}">
                <a16:creationId xmlns:a16="http://schemas.microsoft.com/office/drawing/2014/main" id="{188FB08D-5210-6D13-26C5-54B1BB262452}"/>
              </a:ext>
            </a:extLst>
          </p:cNvPr>
          <p:cNvSpPr txBox="1"/>
          <p:nvPr/>
        </p:nvSpPr>
        <p:spPr>
          <a:xfrm>
            <a:off x="4989122" y="647700"/>
            <a:ext cx="8309756" cy="870297"/>
          </a:xfrm>
          <a:prstGeom prst="rect">
            <a:avLst/>
          </a:prstGeom>
          <a:noFill/>
        </p:spPr>
        <p:txBody>
          <a:bodyPr wrap="square" lIns="0" tIns="0" rIns="0" bIns="0" anchor="t">
            <a:spAutoFit/>
          </a:bodyPr>
          <a:lstStyle/>
          <a:p>
            <a:pPr algn="ctr">
              <a:lnSpc>
                <a:spcPts val="6749"/>
              </a:lnSpc>
            </a:pPr>
            <a:r>
              <a:rPr lang="es-ES" sz="5624" b="1" dirty="0">
                <a:solidFill>
                  <a:srgbClr val="223C6A"/>
                </a:solidFill>
                <a:latin typeface="Poppins"/>
              </a:rPr>
              <a:t>¿Dudas generales?</a:t>
            </a:r>
            <a:endParaRPr sz="5624" b="1" dirty="0">
              <a:solidFill>
                <a:srgbClr val="223C6A"/>
              </a:solidFill>
              <a:latin typeface="Poppins"/>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7DAD05A0-C6AA-2379-2C32-7891E21F0808}"/>
                  </a:ext>
                </a:extLst>
              </p14:cNvPr>
              <p14:cNvContentPartPr/>
              <p14:nvPr/>
            </p14:nvContentPartPr>
            <p14:xfrm>
              <a:off x="1842120" y="1504080"/>
              <a:ext cx="9005760" cy="7689240"/>
            </p14:xfrm>
          </p:contentPart>
        </mc:Choice>
        <mc:Fallback>
          <p:pic>
            <p:nvPicPr>
              <p:cNvPr id="3" name="Ink 2">
                <a:extLst>
                  <a:ext uri="{FF2B5EF4-FFF2-40B4-BE49-F238E27FC236}">
                    <a16:creationId xmlns:a16="http://schemas.microsoft.com/office/drawing/2014/main" id="{7DAD05A0-C6AA-2379-2C32-7891E21F0808}"/>
                  </a:ext>
                </a:extLst>
              </p:cNvPr>
              <p:cNvPicPr/>
              <p:nvPr/>
            </p:nvPicPr>
            <p:blipFill>
              <a:blip r:embed="rId4"/>
              <a:stretch>
                <a:fillRect/>
              </a:stretch>
            </p:blipFill>
            <p:spPr>
              <a:xfrm>
                <a:off x="1825920" y="1487880"/>
                <a:ext cx="9038160" cy="7721640"/>
              </a:xfrm>
              <a:prstGeom prst="rect">
                <a:avLst/>
              </a:prstGeom>
            </p:spPr>
          </p:pic>
        </mc:Fallback>
      </mc:AlternateContent>
    </p:spTree>
    <p:extLst>
      <p:ext uri="{BB962C8B-B14F-4D97-AF65-F5344CB8AC3E}">
        <p14:creationId xmlns:p14="http://schemas.microsoft.com/office/powerpoint/2010/main" val="921911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2" name="Freeform 2">
            <a:extLst>
              <a:ext uri="{FF2B5EF4-FFF2-40B4-BE49-F238E27FC236}">
                <a16:creationId xmlns:a16="http://schemas.microsoft.com/office/drawing/2014/main" id="{7B073200-82E4-1489-8A19-8F87CA74872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36" t="-112" r="-126" b="-250"/>
            </a:stretch>
          </a:blipFill>
        </p:spPr>
        <p:txBody>
          <a:bodyPr/>
          <a:lstStyle/>
          <a:p>
            <a:endParaRPr lang="es-ES" dirty="0"/>
          </a:p>
        </p:txBody>
      </p:sp>
      <p:sp>
        <p:nvSpPr>
          <p:cNvPr id="86" name="Google Shape;86;p13"/>
          <p:cNvSpPr txBox="1"/>
          <p:nvPr/>
        </p:nvSpPr>
        <p:spPr>
          <a:xfrm>
            <a:off x="2363152" y="2518839"/>
            <a:ext cx="13561695" cy="1575496"/>
          </a:xfrm>
          <a:prstGeom prst="rect">
            <a:avLst/>
          </a:prstGeom>
          <a:noFill/>
          <a:ln>
            <a:noFill/>
          </a:ln>
        </p:spPr>
        <p:txBody>
          <a:bodyPr spcFirstLastPara="1" wrap="square" lIns="0" tIns="0" rIns="0" bIns="0" anchor="t" anchorCtr="0">
            <a:spAutoFit/>
          </a:bodyPr>
          <a:lstStyle/>
          <a:p>
            <a:pPr algn="ctr">
              <a:lnSpc>
                <a:spcPct val="140000"/>
              </a:lnSpc>
            </a:pPr>
            <a:r>
              <a:rPr lang="en-US" sz="7313" b="1" dirty="0" err="1">
                <a:solidFill>
                  <a:srgbClr val="223C6A"/>
                </a:solidFill>
                <a:latin typeface="Poppins"/>
                <a:ea typeface="Poppins"/>
                <a:cs typeface="Poppins"/>
                <a:sym typeface="Poppins"/>
              </a:rPr>
              <a:t>Teoría</a:t>
            </a:r>
            <a:r>
              <a:rPr lang="en-US" sz="7313" b="1" dirty="0">
                <a:solidFill>
                  <a:srgbClr val="223C6A"/>
                </a:solidFill>
                <a:latin typeface="Poppins"/>
                <a:ea typeface="Poppins"/>
                <a:cs typeface="Poppins"/>
                <a:sym typeface="Poppins"/>
              </a:rPr>
              <a:t> </a:t>
            </a:r>
            <a:r>
              <a:rPr lang="en-US" sz="7313" b="1" dirty="0" err="1">
                <a:solidFill>
                  <a:srgbClr val="223C6A"/>
                </a:solidFill>
                <a:latin typeface="Poppins"/>
                <a:ea typeface="Poppins"/>
                <a:cs typeface="Poppins"/>
                <a:sym typeface="Poppins"/>
              </a:rPr>
              <a:t>Cuántica</a:t>
            </a:r>
            <a:r>
              <a:rPr lang="en-US" sz="7313" b="1" dirty="0">
                <a:solidFill>
                  <a:srgbClr val="223C6A"/>
                </a:solidFill>
                <a:latin typeface="Poppins"/>
                <a:ea typeface="Poppins"/>
                <a:cs typeface="Poppins"/>
                <a:sym typeface="Poppins"/>
              </a:rPr>
              <a:t> </a:t>
            </a:r>
            <a:r>
              <a:rPr lang="en-US" sz="7313" b="1" dirty="0" err="1">
                <a:solidFill>
                  <a:srgbClr val="223C6A"/>
                </a:solidFill>
                <a:latin typeface="Poppins"/>
                <a:ea typeface="Poppins"/>
                <a:cs typeface="Poppins"/>
                <a:sym typeface="Poppins"/>
              </a:rPr>
              <a:t>Temprana</a:t>
            </a:r>
            <a:endParaRPr sz="2700" dirty="0"/>
          </a:p>
        </p:txBody>
      </p:sp>
      <p:sp>
        <p:nvSpPr>
          <p:cNvPr id="87" name="Google Shape;87;p13"/>
          <p:cNvSpPr txBox="1"/>
          <p:nvPr/>
        </p:nvSpPr>
        <p:spPr>
          <a:xfrm>
            <a:off x="2686049" y="4104781"/>
            <a:ext cx="12915900" cy="678647"/>
          </a:xfrm>
          <a:prstGeom prst="rect">
            <a:avLst/>
          </a:prstGeom>
          <a:noFill/>
          <a:ln>
            <a:noFill/>
          </a:ln>
        </p:spPr>
        <p:txBody>
          <a:bodyPr spcFirstLastPara="1" wrap="square" lIns="0" tIns="0" rIns="0" bIns="0" anchor="t" anchorCtr="0">
            <a:spAutoFit/>
          </a:bodyPr>
          <a:lstStyle/>
          <a:p>
            <a:pPr algn="ctr">
              <a:lnSpc>
                <a:spcPct val="140000"/>
              </a:lnSpc>
            </a:pPr>
            <a:r>
              <a:rPr lang="en-US" sz="3150" b="1" dirty="0">
                <a:solidFill>
                  <a:srgbClr val="223C6A"/>
                </a:solidFill>
                <a:latin typeface="Poppins"/>
                <a:ea typeface="Poppins"/>
                <a:cs typeface="Poppins"/>
                <a:sym typeface="Poppins"/>
              </a:rPr>
              <a:t>Clase 4: </a:t>
            </a:r>
            <a:r>
              <a:rPr lang="en-US" sz="3150" b="1" dirty="0" err="1">
                <a:solidFill>
                  <a:srgbClr val="223C6A"/>
                </a:solidFill>
                <a:latin typeface="Poppins"/>
                <a:ea typeface="Poppins"/>
                <a:cs typeface="Poppins"/>
                <a:sym typeface="Poppins"/>
              </a:rPr>
              <a:t>Dinámica</a:t>
            </a:r>
            <a:r>
              <a:rPr lang="en-US" sz="3150" b="1" dirty="0">
                <a:solidFill>
                  <a:srgbClr val="223C6A"/>
                </a:solidFill>
                <a:latin typeface="Poppins"/>
                <a:ea typeface="Poppins"/>
                <a:cs typeface="Poppins"/>
                <a:sym typeface="Poppins"/>
              </a:rPr>
              <a:t> de la </a:t>
            </a:r>
            <a:r>
              <a:rPr lang="en-US" sz="3150" b="1" dirty="0" err="1">
                <a:solidFill>
                  <a:srgbClr val="223C6A"/>
                </a:solidFill>
                <a:latin typeface="Poppins"/>
                <a:ea typeface="Poppins"/>
                <a:cs typeface="Poppins"/>
                <a:sym typeface="Poppins"/>
              </a:rPr>
              <a:t>Radiación</a:t>
            </a:r>
            <a:r>
              <a:rPr lang="en-US" sz="3150" b="1" dirty="0">
                <a:solidFill>
                  <a:srgbClr val="223C6A"/>
                </a:solidFill>
                <a:latin typeface="Poppins"/>
                <a:ea typeface="Poppins"/>
                <a:cs typeface="Poppins"/>
                <a:sym typeface="Poppins"/>
              </a:rPr>
              <a:t> y </a:t>
            </a:r>
            <a:r>
              <a:rPr lang="en-US" sz="3150" b="1" dirty="0" err="1">
                <a:solidFill>
                  <a:srgbClr val="223C6A"/>
                </a:solidFill>
                <a:latin typeface="Poppins"/>
                <a:ea typeface="Poppins"/>
                <a:cs typeface="Poppins"/>
                <a:sym typeface="Poppins"/>
              </a:rPr>
              <a:t>Aplicaciones</a:t>
            </a:r>
            <a:r>
              <a:rPr lang="en-US" sz="3150" b="1" dirty="0">
                <a:solidFill>
                  <a:srgbClr val="223C6A"/>
                </a:solidFill>
                <a:latin typeface="Poppins"/>
                <a:ea typeface="Poppins"/>
                <a:cs typeface="Poppins"/>
                <a:sym typeface="Poppins"/>
              </a:rPr>
              <a:t> </a:t>
            </a:r>
            <a:r>
              <a:rPr lang="en-US" sz="3150" b="1" dirty="0" err="1">
                <a:solidFill>
                  <a:srgbClr val="223C6A"/>
                </a:solidFill>
                <a:latin typeface="Poppins"/>
                <a:ea typeface="Poppins"/>
                <a:cs typeface="Poppins"/>
                <a:sym typeface="Poppins"/>
              </a:rPr>
              <a:t>Modernas</a:t>
            </a:r>
            <a:endParaRPr lang="en-US" sz="3150" b="1" dirty="0">
              <a:solidFill>
                <a:srgbClr val="223C6A"/>
              </a:solidFill>
              <a:latin typeface="Poppins"/>
              <a:ea typeface="Poppins"/>
              <a:cs typeface="Poppins"/>
              <a:sym typeface="Poppins"/>
            </a:endParaRPr>
          </a:p>
        </p:txBody>
      </p:sp>
      <p:sp>
        <p:nvSpPr>
          <p:cNvPr id="88" name="Google Shape;88;p13"/>
          <p:cNvSpPr/>
          <p:nvPr/>
        </p:nvSpPr>
        <p:spPr>
          <a:xfrm>
            <a:off x="8429625" y="5854973"/>
            <a:ext cx="1428750" cy="71438"/>
          </a:xfrm>
          <a:prstGeom prst="rect">
            <a:avLst/>
          </a:prstGeom>
          <a:solidFill>
            <a:srgbClr val="E69B0A"/>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89" name="Google Shape;89;p13"/>
          <p:cNvSpPr txBox="1"/>
          <p:nvPr/>
        </p:nvSpPr>
        <p:spPr>
          <a:xfrm>
            <a:off x="1028699" y="6305645"/>
            <a:ext cx="16230600" cy="1462516"/>
          </a:xfrm>
          <a:prstGeom prst="rect">
            <a:avLst/>
          </a:prstGeom>
          <a:noFill/>
          <a:ln>
            <a:noFill/>
          </a:ln>
        </p:spPr>
        <p:txBody>
          <a:bodyPr spcFirstLastPara="1" wrap="square" lIns="0" tIns="0" rIns="0" bIns="0" anchor="t" anchorCtr="0">
            <a:spAutoFit/>
          </a:bodyPr>
          <a:lstStyle/>
          <a:p>
            <a:pPr algn="ctr">
              <a:lnSpc>
                <a:spcPct val="128333"/>
              </a:lnSpc>
            </a:pPr>
            <a:r>
              <a:rPr lang="en-US" sz="2475" b="1" dirty="0">
                <a:solidFill>
                  <a:srgbClr val="E69B0A"/>
                </a:solidFill>
                <a:latin typeface="Poppins"/>
                <a:ea typeface="Poppins"/>
                <a:cs typeface="Poppins"/>
                <a:sym typeface="Poppins"/>
              </a:rPr>
              <a:t>RA 3:</a:t>
            </a:r>
            <a:r>
              <a:rPr lang="en-US" sz="2475" dirty="0">
                <a:solidFill>
                  <a:srgbClr val="000000"/>
                </a:solidFill>
                <a:latin typeface="Poppins"/>
                <a:ea typeface="Poppins"/>
                <a:cs typeface="Poppins"/>
                <a:sym typeface="Poppins"/>
              </a:rPr>
              <a:t> </a:t>
            </a:r>
            <a:r>
              <a:rPr lang="en-US" sz="2475" dirty="0" err="1">
                <a:solidFill>
                  <a:srgbClr val="000000"/>
                </a:solidFill>
                <a:latin typeface="Poppins"/>
                <a:ea typeface="Poppins"/>
                <a:cs typeface="Poppins"/>
                <a:sym typeface="Poppins"/>
              </a:rPr>
              <a:t>Describir</a:t>
            </a:r>
            <a:r>
              <a:rPr lang="en-US" sz="2475" dirty="0">
                <a:solidFill>
                  <a:srgbClr val="000000"/>
                </a:solidFill>
                <a:latin typeface="Poppins"/>
                <a:ea typeface="Poppins"/>
                <a:cs typeface="Poppins"/>
                <a:sym typeface="Poppins"/>
              </a:rPr>
              <a:t> las </a:t>
            </a:r>
            <a:r>
              <a:rPr lang="en-US" sz="2475" dirty="0" err="1">
                <a:solidFill>
                  <a:srgbClr val="000000"/>
                </a:solidFill>
                <a:latin typeface="Poppins"/>
                <a:ea typeface="Poppins"/>
                <a:cs typeface="Poppins"/>
                <a:sym typeface="Poppins"/>
              </a:rPr>
              <a:t>propiedades</a:t>
            </a:r>
            <a:r>
              <a:rPr lang="en-US" sz="2475" dirty="0">
                <a:solidFill>
                  <a:srgbClr val="000000"/>
                </a:solidFill>
                <a:latin typeface="Poppins"/>
                <a:ea typeface="Poppins"/>
                <a:cs typeface="Poppins"/>
                <a:sym typeface="Poppins"/>
              </a:rPr>
              <a:t> de </a:t>
            </a:r>
            <a:r>
              <a:rPr lang="en-US" sz="2475" dirty="0" err="1">
                <a:solidFill>
                  <a:srgbClr val="000000"/>
                </a:solidFill>
                <a:latin typeface="Poppins"/>
                <a:ea typeface="Poppins"/>
                <a:cs typeface="Poppins"/>
                <a:sym typeface="Poppins"/>
              </a:rPr>
              <a:t>los</a:t>
            </a:r>
            <a:r>
              <a:rPr lang="en-US" sz="2475" dirty="0">
                <a:solidFill>
                  <a:srgbClr val="000000"/>
                </a:solidFill>
                <a:latin typeface="Poppins"/>
                <a:ea typeface="Poppins"/>
                <a:cs typeface="Poppins"/>
                <a:sym typeface="Poppins"/>
              </a:rPr>
              <a:t> </a:t>
            </a:r>
            <a:r>
              <a:rPr lang="en-US" sz="2475" dirty="0" err="1">
                <a:solidFill>
                  <a:srgbClr val="000000"/>
                </a:solidFill>
                <a:latin typeface="Poppins"/>
                <a:ea typeface="Poppins"/>
                <a:cs typeface="Poppins"/>
                <a:sym typeface="Poppins"/>
              </a:rPr>
              <a:t>fotones</a:t>
            </a:r>
            <a:r>
              <a:rPr lang="en-US" sz="2475" dirty="0">
                <a:solidFill>
                  <a:srgbClr val="000000"/>
                </a:solidFill>
                <a:latin typeface="Poppins"/>
                <a:ea typeface="Poppins"/>
                <a:cs typeface="Poppins"/>
                <a:sym typeface="Poppins"/>
              </a:rPr>
              <a:t> y </a:t>
            </a:r>
            <a:r>
              <a:rPr lang="en-US" sz="2475" dirty="0" err="1">
                <a:solidFill>
                  <a:srgbClr val="000000"/>
                </a:solidFill>
                <a:latin typeface="Poppins"/>
                <a:ea typeface="Poppins"/>
                <a:cs typeface="Poppins"/>
                <a:sym typeface="Poppins"/>
              </a:rPr>
              <a:t>su</a:t>
            </a:r>
            <a:r>
              <a:rPr lang="en-US" sz="2475" dirty="0">
                <a:solidFill>
                  <a:srgbClr val="000000"/>
                </a:solidFill>
                <a:latin typeface="Poppins"/>
                <a:ea typeface="Poppins"/>
                <a:cs typeface="Poppins"/>
                <a:sym typeface="Poppins"/>
              </a:rPr>
              <a:t> </a:t>
            </a:r>
            <a:r>
              <a:rPr lang="en-US" sz="2475" dirty="0" err="1">
                <a:solidFill>
                  <a:srgbClr val="000000"/>
                </a:solidFill>
                <a:latin typeface="Poppins"/>
                <a:ea typeface="Poppins"/>
                <a:cs typeface="Poppins"/>
                <a:sym typeface="Poppins"/>
              </a:rPr>
              <a:t>rol</a:t>
            </a:r>
            <a:r>
              <a:rPr lang="en-US" sz="2475" dirty="0">
                <a:solidFill>
                  <a:srgbClr val="000000"/>
                </a:solidFill>
                <a:latin typeface="Poppins"/>
                <a:ea typeface="Poppins"/>
                <a:cs typeface="Poppins"/>
                <a:sym typeface="Poppins"/>
              </a:rPr>
              <a:t> </a:t>
            </a:r>
            <a:r>
              <a:rPr lang="en-US" sz="2475" dirty="0" err="1">
                <a:solidFill>
                  <a:srgbClr val="000000"/>
                </a:solidFill>
                <a:latin typeface="Poppins"/>
                <a:ea typeface="Poppins"/>
                <a:cs typeface="Poppins"/>
                <a:sym typeface="Poppins"/>
              </a:rPr>
              <a:t>en</a:t>
            </a:r>
            <a:r>
              <a:rPr lang="en-US" sz="2475" dirty="0">
                <a:solidFill>
                  <a:srgbClr val="000000"/>
                </a:solidFill>
                <a:latin typeface="Poppins"/>
                <a:ea typeface="Poppins"/>
                <a:cs typeface="Poppins"/>
                <a:sym typeface="Poppins"/>
              </a:rPr>
              <a:t> </a:t>
            </a:r>
            <a:r>
              <a:rPr lang="en-US" sz="2475" dirty="0" err="1">
                <a:solidFill>
                  <a:srgbClr val="000000"/>
                </a:solidFill>
                <a:latin typeface="Poppins"/>
                <a:ea typeface="Poppins"/>
                <a:cs typeface="Poppins"/>
                <a:sym typeface="Poppins"/>
              </a:rPr>
              <a:t>procesos</a:t>
            </a:r>
            <a:r>
              <a:rPr lang="en-US" sz="2475" dirty="0">
                <a:solidFill>
                  <a:srgbClr val="000000"/>
                </a:solidFill>
                <a:latin typeface="Poppins"/>
                <a:ea typeface="Poppins"/>
                <a:cs typeface="Poppins"/>
                <a:sym typeface="Poppins"/>
              </a:rPr>
              <a:t> </a:t>
            </a:r>
            <a:r>
              <a:rPr lang="en-US" sz="2475" dirty="0" err="1">
                <a:solidFill>
                  <a:srgbClr val="000000"/>
                </a:solidFill>
                <a:latin typeface="Poppins"/>
                <a:ea typeface="Poppins"/>
                <a:cs typeface="Poppins"/>
                <a:sym typeface="Poppins"/>
              </a:rPr>
              <a:t>ópticos</a:t>
            </a:r>
            <a:r>
              <a:rPr lang="en-US" sz="2475" dirty="0">
                <a:solidFill>
                  <a:srgbClr val="000000"/>
                </a:solidFill>
                <a:latin typeface="Poppins"/>
                <a:ea typeface="Poppins"/>
                <a:cs typeface="Poppins"/>
                <a:sym typeface="Poppins"/>
              </a:rPr>
              <a:t>, </a:t>
            </a:r>
            <a:r>
              <a:rPr lang="en-US" sz="2475" dirty="0" err="1">
                <a:solidFill>
                  <a:srgbClr val="000000"/>
                </a:solidFill>
                <a:latin typeface="Poppins"/>
                <a:ea typeface="Poppins"/>
                <a:cs typeface="Poppins"/>
                <a:sym typeface="Poppins"/>
              </a:rPr>
              <a:t>químicos</a:t>
            </a:r>
            <a:r>
              <a:rPr lang="en-US" sz="2475" dirty="0">
                <a:solidFill>
                  <a:srgbClr val="000000"/>
                </a:solidFill>
                <a:latin typeface="Poppins"/>
                <a:ea typeface="Poppins"/>
                <a:cs typeface="Poppins"/>
                <a:sym typeface="Poppins"/>
              </a:rPr>
              <a:t> y </a:t>
            </a:r>
            <a:r>
              <a:rPr lang="en-US" sz="2475" dirty="0" err="1">
                <a:solidFill>
                  <a:srgbClr val="000000"/>
                </a:solidFill>
                <a:latin typeface="Poppins"/>
                <a:ea typeface="Poppins"/>
                <a:cs typeface="Poppins"/>
                <a:sym typeface="Poppins"/>
              </a:rPr>
              <a:t>astrofísicos</a:t>
            </a:r>
            <a:r>
              <a:rPr lang="en-US" sz="2475" dirty="0">
                <a:solidFill>
                  <a:srgbClr val="000000"/>
                </a:solidFill>
                <a:latin typeface="Poppins"/>
                <a:ea typeface="Poppins"/>
                <a:cs typeface="Poppins"/>
                <a:sym typeface="Poppins"/>
              </a:rPr>
              <a:t>.</a:t>
            </a:r>
          </a:p>
          <a:p>
            <a:pPr algn="ctr">
              <a:lnSpc>
                <a:spcPct val="128333"/>
              </a:lnSpc>
            </a:pPr>
            <a:r>
              <a:rPr lang="en-US" sz="2475" b="1" dirty="0">
                <a:solidFill>
                  <a:srgbClr val="E69B0A"/>
                </a:solidFill>
                <a:latin typeface="Poppins"/>
                <a:ea typeface="Poppins"/>
                <a:cs typeface="Poppins"/>
                <a:sym typeface="Poppins"/>
              </a:rPr>
              <a:t>RA 6:</a:t>
            </a:r>
            <a:r>
              <a:rPr lang="en-US" sz="2475" dirty="0">
                <a:solidFill>
                  <a:srgbClr val="000000"/>
                </a:solidFill>
                <a:latin typeface="Poppins"/>
                <a:ea typeface="Poppins"/>
                <a:cs typeface="Poppins"/>
                <a:sym typeface="Poppins"/>
              </a:rPr>
              <a:t> </a:t>
            </a:r>
            <a:r>
              <a:rPr lang="en-US" sz="2475" dirty="0" err="1">
                <a:solidFill>
                  <a:srgbClr val="000000"/>
                </a:solidFill>
                <a:latin typeface="Poppins"/>
                <a:ea typeface="Poppins"/>
                <a:cs typeface="Poppins"/>
                <a:sym typeface="Poppins"/>
              </a:rPr>
              <a:t>Analizar</a:t>
            </a:r>
            <a:r>
              <a:rPr lang="en-US" sz="2475" dirty="0">
                <a:solidFill>
                  <a:srgbClr val="000000"/>
                </a:solidFill>
                <a:latin typeface="Poppins"/>
                <a:ea typeface="Poppins"/>
                <a:cs typeface="Poppins"/>
                <a:sym typeface="Poppins"/>
              </a:rPr>
              <a:t> </a:t>
            </a:r>
            <a:r>
              <a:rPr lang="en-US" sz="2475" dirty="0" err="1">
                <a:solidFill>
                  <a:srgbClr val="000000"/>
                </a:solidFill>
                <a:latin typeface="Poppins"/>
                <a:ea typeface="Poppins"/>
                <a:cs typeface="Poppins"/>
                <a:sym typeface="Poppins"/>
              </a:rPr>
              <a:t>los</a:t>
            </a:r>
            <a:r>
              <a:rPr lang="en-US" sz="2475" dirty="0">
                <a:solidFill>
                  <a:srgbClr val="000000"/>
                </a:solidFill>
                <a:latin typeface="Poppins"/>
                <a:ea typeface="Poppins"/>
                <a:cs typeface="Poppins"/>
                <a:sym typeface="Poppins"/>
              </a:rPr>
              <a:t> </a:t>
            </a:r>
            <a:r>
              <a:rPr lang="en-US" sz="2475" dirty="0" err="1">
                <a:solidFill>
                  <a:srgbClr val="000000"/>
                </a:solidFill>
                <a:latin typeface="Poppins"/>
                <a:ea typeface="Poppins"/>
                <a:cs typeface="Poppins"/>
                <a:sym typeface="Poppins"/>
              </a:rPr>
              <a:t>procesos</a:t>
            </a:r>
            <a:r>
              <a:rPr lang="en-US" sz="2475" dirty="0">
                <a:solidFill>
                  <a:srgbClr val="000000"/>
                </a:solidFill>
                <a:latin typeface="Poppins"/>
                <a:ea typeface="Poppins"/>
                <a:cs typeface="Poppins"/>
                <a:sym typeface="Poppins"/>
              </a:rPr>
              <a:t> de </a:t>
            </a:r>
            <a:r>
              <a:rPr lang="en-US" sz="2475" dirty="0" err="1">
                <a:solidFill>
                  <a:srgbClr val="000000"/>
                </a:solidFill>
                <a:latin typeface="Poppins"/>
                <a:ea typeface="Poppins"/>
                <a:cs typeface="Poppins"/>
                <a:sym typeface="Poppins"/>
              </a:rPr>
              <a:t>emisión</a:t>
            </a:r>
            <a:r>
              <a:rPr lang="en-US" sz="2475" dirty="0">
                <a:solidFill>
                  <a:srgbClr val="000000"/>
                </a:solidFill>
                <a:latin typeface="Poppins"/>
                <a:ea typeface="Poppins"/>
                <a:cs typeface="Poppins"/>
                <a:sym typeface="Poppins"/>
              </a:rPr>
              <a:t> y </a:t>
            </a:r>
            <a:r>
              <a:rPr lang="en-US" sz="2475" dirty="0" err="1">
                <a:solidFill>
                  <a:srgbClr val="000000"/>
                </a:solidFill>
                <a:latin typeface="Poppins"/>
                <a:ea typeface="Poppins"/>
                <a:cs typeface="Poppins"/>
                <a:sym typeface="Poppins"/>
              </a:rPr>
              <a:t>absorción</a:t>
            </a:r>
            <a:r>
              <a:rPr lang="en-US" sz="2475" dirty="0">
                <a:solidFill>
                  <a:srgbClr val="000000"/>
                </a:solidFill>
                <a:latin typeface="Poppins"/>
                <a:ea typeface="Poppins"/>
                <a:cs typeface="Poppins"/>
                <a:sym typeface="Poppins"/>
              </a:rPr>
              <a:t> de </a:t>
            </a:r>
            <a:r>
              <a:rPr lang="en-US" sz="2475" dirty="0" err="1">
                <a:solidFill>
                  <a:srgbClr val="000000"/>
                </a:solidFill>
                <a:latin typeface="Poppins"/>
                <a:ea typeface="Poppins"/>
                <a:cs typeface="Poppins"/>
                <a:sym typeface="Poppins"/>
              </a:rPr>
              <a:t>radiación</a:t>
            </a:r>
            <a:r>
              <a:rPr lang="en-US" sz="2475" dirty="0">
                <a:solidFill>
                  <a:srgbClr val="000000"/>
                </a:solidFill>
                <a:latin typeface="Poppins"/>
                <a:ea typeface="Poppins"/>
                <a:cs typeface="Poppins"/>
                <a:sym typeface="Poppins"/>
              </a:rPr>
              <a:t> y sus </a:t>
            </a:r>
            <a:r>
              <a:rPr lang="en-US" sz="2475" dirty="0" err="1">
                <a:solidFill>
                  <a:srgbClr val="000000"/>
                </a:solidFill>
                <a:latin typeface="Poppins"/>
                <a:ea typeface="Poppins"/>
                <a:cs typeface="Poppins"/>
                <a:sym typeface="Poppins"/>
              </a:rPr>
              <a:t>aplicaciones</a:t>
            </a:r>
            <a:r>
              <a:rPr lang="en-US" sz="2475" dirty="0">
                <a:solidFill>
                  <a:srgbClr val="000000"/>
                </a:solidFill>
                <a:latin typeface="Poppins"/>
                <a:ea typeface="Poppins"/>
                <a:cs typeface="Poppins"/>
                <a:sym typeface="Poppins"/>
              </a:rPr>
              <a:t> </a:t>
            </a:r>
            <a:r>
              <a:rPr lang="en-US" sz="2475" dirty="0" err="1">
                <a:solidFill>
                  <a:srgbClr val="000000"/>
                </a:solidFill>
                <a:latin typeface="Poppins"/>
                <a:ea typeface="Poppins"/>
                <a:cs typeface="Poppins"/>
                <a:sym typeface="Poppins"/>
              </a:rPr>
              <a:t>en</a:t>
            </a:r>
            <a:r>
              <a:rPr lang="en-US" sz="2475" dirty="0">
                <a:solidFill>
                  <a:srgbClr val="000000"/>
                </a:solidFill>
                <a:latin typeface="Poppins"/>
                <a:ea typeface="Poppins"/>
                <a:cs typeface="Poppins"/>
                <a:sym typeface="Poppins"/>
              </a:rPr>
              <a:t> la </a:t>
            </a:r>
            <a:r>
              <a:rPr lang="en-US" sz="2475" dirty="0" err="1">
                <a:solidFill>
                  <a:srgbClr val="000000"/>
                </a:solidFill>
                <a:latin typeface="Poppins"/>
                <a:ea typeface="Poppins"/>
                <a:cs typeface="Poppins"/>
                <a:sym typeface="Poppins"/>
              </a:rPr>
              <a:t>física</a:t>
            </a:r>
            <a:r>
              <a:rPr lang="en-US" sz="2475" dirty="0">
                <a:solidFill>
                  <a:srgbClr val="000000"/>
                </a:solidFill>
                <a:latin typeface="Poppins"/>
                <a:ea typeface="Poppins"/>
                <a:cs typeface="Poppins"/>
                <a:sym typeface="Poppins"/>
              </a:rPr>
              <a:t> nuclear y </a:t>
            </a:r>
            <a:r>
              <a:rPr lang="en-US" sz="2475" dirty="0" err="1">
                <a:solidFill>
                  <a:srgbClr val="000000"/>
                </a:solidFill>
                <a:latin typeface="Poppins"/>
                <a:ea typeface="Poppins"/>
                <a:cs typeface="Poppins"/>
                <a:sym typeface="Poppins"/>
              </a:rPr>
              <a:t>fotoquímica</a:t>
            </a:r>
            <a:r>
              <a:rPr lang="en-US" sz="2475" dirty="0">
                <a:solidFill>
                  <a:srgbClr val="000000"/>
                </a:solidFill>
                <a:latin typeface="Poppins"/>
                <a:ea typeface="Poppins"/>
                <a:cs typeface="Poppins"/>
                <a:sym typeface="Poppins"/>
              </a:rPr>
              <a:t>.</a:t>
            </a:r>
            <a:endParaRPr sz="2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2" name="Freeform 2">
            <a:extLst>
              <a:ext uri="{FF2B5EF4-FFF2-40B4-BE49-F238E27FC236}">
                <a16:creationId xmlns:a16="http://schemas.microsoft.com/office/drawing/2014/main" id="{BA9E5661-F947-0E2F-3451-DD0C21443B0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36" t="-112" r="-126" b="-250"/>
            </a:stretch>
          </a:blipFill>
        </p:spPr>
        <p:txBody>
          <a:bodyPr/>
          <a:lstStyle/>
          <a:p>
            <a:endParaRPr lang="es-ES"/>
          </a:p>
        </p:txBody>
      </p:sp>
      <p:sp>
        <p:nvSpPr>
          <p:cNvPr id="98" name="Google Shape;98;p14"/>
          <p:cNvSpPr txBox="1"/>
          <p:nvPr/>
        </p:nvSpPr>
        <p:spPr>
          <a:xfrm>
            <a:off x="1000126" y="564803"/>
            <a:ext cx="17102138" cy="1017971"/>
          </a:xfrm>
          <a:prstGeom prst="rect">
            <a:avLst/>
          </a:prstGeom>
          <a:noFill/>
          <a:ln>
            <a:noFill/>
          </a:ln>
        </p:spPr>
        <p:txBody>
          <a:bodyPr spcFirstLastPara="1" wrap="square" lIns="0" tIns="0" rIns="0" bIns="0" anchor="t" anchorCtr="0">
            <a:spAutoFit/>
          </a:bodyPr>
          <a:lstStyle/>
          <a:p>
            <a:pPr>
              <a:lnSpc>
                <a:spcPct val="139968"/>
              </a:lnSpc>
            </a:pPr>
            <a:r>
              <a:rPr lang="en-US" sz="4725" b="1" dirty="0" err="1">
                <a:solidFill>
                  <a:srgbClr val="223C6A"/>
                </a:solidFill>
                <a:latin typeface="Poppins"/>
                <a:ea typeface="Poppins"/>
                <a:cs typeface="Poppins"/>
                <a:sym typeface="Poppins"/>
              </a:rPr>
              <a:t>Introducción</a:t>
            </a:r>
            <a:r>
              <a:rPr lang="en-US" sz="4725" b="1" dirty="0">
                <a:solidFill>
                  <a:srgbClr val="223C6A"/>
                </a:solidFill>
                <a:latin typeface="Poppins"/>
                <a:ea typeface="Poppins"/>
                <a:cs typeface="Poppins"/>
                <a:sym typeface="Poppins"/>
              </a:rPr>
              <a:t> al </a:t>
            </a:r>
            <a:r>
              <a:rPr lang="en-US" sz="4725" b="1" dirty="0" err="1">
                <a:solidFill>
                  <a:srgbClr val="223C6A"/>
                </a:solidFill>
                <a:latin typeface="Poppins"/>
                <a:ea typeface="Poppins"/>
                <a:cs typeface="Poppins"/>
                <a:sym typeface="Poppins"/>
              </a:rPr>
              <a:t>Problema</a:t>
            </a:r>
            <a:endParaRPr sz="2700" dirty="0"/>
          </a:p>
        </p:txBody>
      </p:sp>
      <p:sp>
        <p:nvSpPr>
          <p:cNvPr id="99" name="Google Shape;99;p14"/>
          <p:cNvSpPr/>
          <p:nvPr/>
        </p:nvSpPr>
        <p:spPr>
          <a:xfrm>
            <a:off x="1000125" y="1547738"/>
            <a:ext cx="16287750" cy="28575"/>
          </a:xfrm>
          <a:prstGeom prst="rect">
            <a:avLst/>
          </a:prstGeom>
          <a:solidFill>
            <a:srgbClr val="E69B0A"/>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grpSp>
        <p:nvGrpSpPr>
          <p:cNvPr id="5" name="Grupo 4">
            <a:extLst>
              <a:ext uri="{FF2B5EF4-FFF2-40B4-BE49-F238E27FC236}">
                <a16:creationId xmlns:a16="http://schemas.microsoft.com/office/drawing/2014/main" id="{1BDFDAF7-64E6-E0F1-3282-2309928F0DAB}"/>
              </a:ext>
            </a:extLst>
          </p:cNvPr>
          <p:cNvGrpSpPr/>
          <p:nvPr/>
        </p:nvGrpSpPr>
        <p:grpSpPr>
          <a:xfrm>
            <a:off x="1943100" y="5026927"/>
            <a:ext cx="14401800" cy="1066446"/>
            <a:chOff x="1000125" y="2390700"/>
            <a:chExt cx="14401800" cy="1066446"/>
          </a:xfrm>
        </p:grpSpPr>
        <p:sp>
          <p:nvSpPr>
            <p:cNvPr id="102" name="Google Shape;102;p14"/>
            <p:cNvSpPr txBox="1"/>
            <p:nvPr/>
          </p:nvSpPr>
          <p:spPr>
            <a:xfrm>
              <a:off x="1000125" y="2390700"/>
              <a:ext cx="14401800" cy="1066446"/>
            </a:xfrm>
            <a:prstGeom prst="rect">
              <a:avLst/>
            </a:prstGeom>
            <a:noFill/>
            <a:ln>
              <a:noFill/>
            </a:ln>
          </p:spPr>
          <p:txBody>
            <a:bodyPr spcFirstLastPara="1" wrap="square" lIns="528638" tIns="0" rIns="0" bIns="0" anchor="t" anchorCtr="0">
              <a:spAutoFit/>
            </a:bodyPr>
            <a:lstStyle/>
            <a:p>
              <a:pPr>
                <a:lnSpc>
                  <a:spcPct val="140000"/>
                </a:lnSpc>
              </a:pPr>
              <a:r>
                <a:rPr lang="en-US" sz="2475" b="1" dirty="0">
                  <a:solidFill>
                    <a:srgbClr val="E69B0A"/>
                  </a:solidFill>
                  <a:latin typeface="Poppins"/>
                  <a:ea typeface="Poppins"/>
                  <a:cs typeface="Poppins"/>
                  <a:sym typeface="Poppins"/>
                </a:rPr>
                <a:t>"¿Por </a:t>
              </a:r>
              <a:r>
                <a:rPr lang="en-US" sz="2475" b="1" dirty="0" err="1">
                  <a:solidFill>
                    <a:srgbClr val="E69B0A"/>
                  </a:solidFill>
                  <a:latin typeface="Poppins"/>
                  <a:ea typeface="Poppins"/>
                  <a:cs typeface="Poppins"/>
                  <a:sym typeface="Poppins"/>
                </a:rPr>
                <a:t>qué</a:t>
              </a:r>
              <a:r>
                <a:rPr lang="en-US" sz="2475" b="1" dirty="0">
                  <a:solidFill>
                    <a:srgbClr val="E69B0A"/>
                  </a:solidFill>
                  <a:latin typeface="Poppins"/>
                  <a:ea typeface="Poppins"/>
                  <a:cs typeface="Poppins"/>
                  <a:sym typeface="Poppins"/>
                </a:rPr>
                <a:t> un </a:t>
              </a:r>
              <a:r>
                <a:rPr lang="en-US" sz="2475" b="1" dirty="0" err="1">
                  <a:solidFill>
                    <a:srgbClr val="E69B0A"/>
                  </a:solidFill>
                  <a:latin typeface="Poppins"/>
                  <a:ea typeface="Poppins"/>
                  <a:cs typeface="Poppins"/>
                  <a:sym typeface="Poppins"/>
                </a:rPr>
                <a:t>átomo</a:t>
              </a:r>
              <a:r>
                <a:rPr lang="en-US" sz="2475" b="1" dirty="0">
                  <a:solidFill>
                    <a:srgbClr val="E69B0A"/>
                  </a:solidFill>
                  <a:latin typeface="Poppins"/>
                  <a:ea typeface="Poppins"/>
                  <a:cs typeface="Poppins"/>
                  <a:sym typeface="Poppins"/>
                </a:rPr>
                <a:t> </a:t>
              </a:r>
              <a:r>
                <a:rPr lang="en-US" sz="2475" b="1" dirty="0" err="1">
                  <a:solidFill>
                    <a:srgbClr val="E69B0A"/>
                  </a:solidFill>
                  <a:latin typeface="Poppins"/>
                  <a:ea typeface="Poppins"/>
                  <a:cs typeface="Poppins"/>
                  <a:sym typeface="Poppins"/>
                </a:rPr>
                <a:t>excitado</a:t>
              </a:r>
              <a:r>
                <a:rPr lang="en-US" sz="2475" b="1" dirty="0">
                  <a:solidFill>
                    <a:srgbClr val="E69B0A"/>
                  </a:solidFill>
                  <a:latin typeface="Poppins"/>
                  <a:ea typeface="Poppins"/>
                  <a:cs typeface="Poppins"/>
                  <a:sym typeface="Poppins"/>
                </a:rPr>
                <a:t> no se </a:t>
              </a:r>
              <a:r>
                <a:rPr lang="en-US" sz="2475" b="1" dirty="0" err="1">
                  <a:solidFill>
                    <a:srgbClr val="E69B0A"/>
                  </a:solidFill>
                  <a:latin typeface="Poppins"/>
                  <a:ea typeface="Poppins"/>
                  <a:cs typeface="Poppins"/>
                  <a:sym typeface="Poppins"/>
                </a:rPr>
                <a:t>queda</a:t>
              </a:r>
              <a:r>
                <a:rPr lang="en-US" sz="2475" b="1" dirty="0">
                  <a:solidFill>
                    <a:srgbClr val="E69B0A"/>
                  </a:solidFill>
                  <a:latin typeface="Poppins"/>
                  <a:ea typeface="Poppins"/>
                  <a:cs typeface="Poppins"/>
                  <a:sym typeface="Poppins"/>
                </a:rPr>
                <a:t> </a:t>
              </a:r>
              <a:r>
                <a:rPr lang="en-US" sz="2475" b="1" dirty="0" err="1">
                  <a:solidFill>
                    <a:srgbClr val="E69B0A"/>
                  </a:solidFill>
                  <a:latin typeface="Poppins"/>
                  <a:ea typeface="Poppins"/>
                  <a:cs typeface="Poppins"/>
                  <a:sym typeface="Poppins"/>
                </a:rPr>
                <a:t>en</a:t>
              </a:r>
              <a:r>
                <a:rPr lang="en-US" sz="2475" b="1" dirty="0">
                  <a:solidFill>
                    <a:srgbClr val="E69B0A"/>
                  </a:solidFill>
                  <a:latin typeface="Poppins"/>
                  <a:ea typeface="Poppins"/>
                  <a:cs typeface="Poppins"/>
                  <a:sym typeface="Poppins"/>
                </a:rPr>
                <a:t> ese </a:t>
              </a:r>
              <a:r>
                <a:rPr lang="en-US" sz="2475" b="1" dirty="0" err="1">
                  <a:solidFill>
                    <a:srgbClr val="E69B0A"/>
                  </a:solidFill>
                  <a:latin typeface="Poppins"/>
                  <a:ea typeface="Poppins"/>
                  <a:cs typeface="Poppins"/>
                  <a:sym typeface="Poppins"/>
                </a:rPr>
                <a:t>estado</a:t>
              </a:r>
              <a:r>
                <a:rPr lang="en-US" sz="2475" b="1" dirty="0">
                  <a:solidFill>
                    <a:srgbClr val="E69B0A"/>
                  </a:solidFill>
                  <a:latin typeface="Poppins"/>
                  <a:ea typeface="Poppins"/>
                  <a:cs typeface="Poppins"/>
                  <a:sym typeface="Poppins"/>
                </a:rPr>
                <a:t> para </a:t>
              </a:r>
              <a:r>
                <a:rPr lang="en-US" sz="2475" b="1" dirty="0" err="1">
                  <a:solidFill>
                    <a:srgbClr val="E69B0A"/>
                  </a:solidFill>
                  <a:latin typeface="Poppins"/>
                  <a:ea typeface="Poppins"/>
                  <a:cs typeface="Poppins"/>
                  <a:sym typeface="Poppins"/>
                </a:rPr>
                <a:t>siempre</a:t>
              </a:r>
              <a:r>
                <a:rPr lang="en-US" sz="2475" b="1" dirty="0">
                  <a:solidFill>
                    <a:srgbClr val="E69B0A"/>
                  </a:solidFill>
                  <a:latin typeface="Poppins"/>
                  <a:ea typeface="Poppins"/>
                  <a:cs typeface="Poppins"/>
                  <a:sym typeface="Poppins"/>
                </a:rPr>
                <a:t>? ¿</a:t>
              </a:r>
              <a:r>
                <a:rPr lang="en-US" sz="2475" b="1" dirty="0" err="1">
                  <a:solidFill>
                    <a:srgbClr val="E69B0A"/>
                  </a:solidFill>
                  <a:latin typeface="Poppins"/>
                  <a:ea typeface="Poppins"/>
                  <a:cs typeface="Poppins"/>
                  <a:sym typeface="Poppins"/>
                </a:rPr>
                <a:t>Qué</a:t>
              </a:r>
              <a:r>
                <a:rPr lang="en-US" sz="2475" b="1" dirty="0">
                  <a:solidFill>
                    <a:srgbClr val="E69B0A"/>
                  </a:solidFill>
                  <a:latin typeface="Poppins"/>
                  <a:ea typeface="Poppins"/>
                  <a:cs typeface="Poppins"/>
                  <a:sym typeface="Poppins"/>
                </a:rPr>
                <a:t> "</a:t>
              </a:r>
              <a:r>
                <a:rPr lang="en-US" sz="2475" b="1" dirty="0" err="1">
                  <a:solidFill>
                    <a:srgbClr val="E69B0A"/>
                  </a:solidFill>
                  <a:latin typeface="Poppins"/>
                  <a:ea typeface="Poppins"/>
                  <a:cs typeface="Poppins"/>
                  <a:sym typeface="Poppins"/>
                </a:rPr>
                <a:t>empuja</a:t>
              </a:r>
              <a:r>
                <a:rPr lang="en-US" sz="2475" b="1" dirty="0">
                  <a:solidFill>
                    <a:srgbClr val="E69B0A"/>
                  </a:solidFill>
                  <a:latin typeface="Poppins"/>
                  <a:ea typeface="Poppins"/>
                  <a:cs typeface="Poppins"/>
                  <a:sym typeface="Poppins"/>
                </a:rPr>
                <a:t>" a un </a:t>
              </a:r>
              <a:r>
                <a:rPr lang="en-US" sz="2475" b="1" dirty="0" err="1">
                  <a:solidFill>
                    <a:srgbClr val="E69B0A"/>
                  </a:solidFill>
                  <a:latin typeface="Poppins"/>
                  <a:ea typeface="Poppins"/>
                  <a:cs typeface="Poppins"/>
                  <a:sym typeface="Poppins"/>
                </a:rPr>
                <a:t>electrón</a:t>
              </a:r>
              <a:r>
                <a:rPr lang="en-US" sz="2475" b="1" dirty="0">
                  <a:solidFill>
                    <a:srgbClr val="E69B0A"/>
                  </a:solidFill>
                  <a:latin typeface="Poppins"/>
                  <a:ea typeface="Poppins"/>
                  <a:cs typeface="Poppins"/>
                  <a:sym typeface="Poppins"/>
                </a:rPr>
                <a:t> a </a:t>
              </a:r>
              <a:r>
                <a:rPr lang="en-US" sz="2475" b="1" dirty="0" err="1">
                  <a:solidFill>
                    <a:srgbClr val="E69B0A"/>
                  </a:solidFill>
                  <a:latin typeface="Poppins"/>
                  <a:ea typeface="Poppins"/>
                  <a:cs typeface="Poppins"/>
                  <a:sym typeface="Poppins"/>
                </a:rPr>
                <a:t>caer</a:t>
              </a:r>
              <a:r>
                <a:rPr lang="en-US" sz="2475" b="1" dirty="0">
                  <a:solidFill>
                    <a:srgbClr val="E69B0A"/>
                  </a:solidFill>
                  <a:latin typeface="Poppins"/>
                  <a:ea typeface="Poppins"/>
                  <a:cs typeface="Poppins"/>
                  <a:sym typeface="Poppins"/>
                </a:rPr>
                <a:t> a un </a:t>
              </a:r>
              <a:r>
                <a:rPr lang="en-US" sz="2475" b="1" dirty="0" err="1">
                  <a:solidFill>
                    <a:srgbClr val="E69B0A"/>
                  </a:solidFill>
                  <a:latin typeface="Poppins"/>
                  <a:ea typeface="Poppins"/>
                  <a:cs typeface="Poppins"/>
                  <a:sym typeface="Poppins"/>
                </a:rPr>
                <a:t>nivel</a:t>
              </a:r>
              <a:r>
                <a:rPr lang="en-US" sz="2475" b="1" dirty="0">
                  <a:solidFill>
                    <a:srgbClr val="E69B0A"/>
                  </a:solidFill>
                  <a:latin typeface="Poppins"/>
                  <a:ea typeface="Poppins"/>
                  <a:cs typeface="Poppins"/>
                  <a:sym typeface="Poppins"/>
                </a:rPr>
                <a:t> inferior y </a:t>
              </a:r>
              <a:r>
                <a:rPr lang="en-US" sz="2475" b="1" dirty="0" err="1">
                  <a:solidFill>
                    <a:srgbClr val="E69B0A"/>
                  </a:solidFill>
                  <a:latin typeface="Poppins"/>
                  <a:ea typeface="Poppins"/>
                  <a:cs typeface="Poppins"/>
                  <a:sym typeface="Poppins"/>
                </a:rPr>
                <a:t>emitir</a:t>
              </a:r>
              <a:r>
                <a:rPr lang="en-US" sz="2475" b="1" dirty="0">
                  <a:solidFill>
                    <a:srgbClr val="E69B0A"/>
                  </a:solidFill>
                  <a:latin typeface="Poppins"/>
                  <a:ea typeface="Poppins"/>
                  <a:cs typeface="Poppins"/>
                  <a:sym typeface="Poppins"/>
                </a:rPr>
                <a:t> luz?".</a:t>
              </a:r>
              <a:endParaRPr sz="2700" dirty="0"/>
            </a:p>
          </p:txBody>
        </p:sp>
        <p:pic>
          <p:nvPicPr>
            <p:cNvPr id="105" name="Google Shape;105;p14" descr="image.png"/>
            <p:cNvPicPr preferRelativeResize="0"/>
            <p:nvPr/>
          </p:nvPicPr>
          <p:blipFill rotWithShape="1">
            <a:blip r:embed="rId4">
              <a:alphaModFix/>
            </a:blip>
            <a:srcRect/>
            <a:stretch/>
          </p:blipFill>
          <p:spPr>
            <a:xfrm>
              <a:off x="1000125" y="2426419"/>
              <a:ext cx="314325" cy="328613"/>
            </a:xfrm>
            <a:prstGeom prst="rect">
              <a:avLst/>
            </a:prstGeom>
            <a:noFill/>
            <a:ln>
              <a:noFill/>
            </a:ln>
          </p:spPr>
        </p:pic>
      </p:grpSp>
      <p:sp>
        <p:nvSpPr>
          <p:cNvPr id="6" name="Google Shape;87;p13">
            <a:extLst>
              <a:ext uri="{FF2B5EF4-FFF2-40B4-BE49-F238E27FC236}">
                <a16:creationId xmlns:a16="http://schemas.microsoft.com/office/drawing/2014/main" id="{80EC56CA-48FD-70EB-1B04-14DF62F186D3}"/>
              </a:ext>
            </a:extLst>
          </p:cNvPr>
          <p:cNvSpPr txBox="1"/>
          <p:nvPr/>
        </p:nvSpPr>
        <p:spPr>
          <a:xfrm>
            <a:off x="1752600" y="2445404"/>
            <a:ext cx="13849350" cy="678647"/>
          </a:xfrm>
          <a:prstGeom prst="rect">
            <a:avLst/>
          </a:prstGeom>
          <a:noFill/>
          <a:ln>
            <a:noFill/>
          </a:ln>
        </p:spPr>
        <p:txBody>
          <a:bodyPr spcFirstLastPara="1" wrap="square" lIns="0" tIns="0" rIns="0" bIns="0" anchor="t" anchorCtr="0">
            <a:spAutoFit/>
          </a:bodyPr>
          <a:lstStyle/>
          <a:p>
            <a:pPr algn="ctr">
              <a:lnSpc>
                <a:spcPct val="140000"/>
              </a:lnSpc>
            </a:pPr>
            <a:r>
              <a:rPr lang="en-US" sz="3150" b="1" dirty="0">
                <a:solidFill>
                  <a:srgbClr val="223C6A"/>
                </a:solidFill>
                <a:latin typeface="Poppins"/>
                <a:ea typeface="Poppins"/>
                <a:cs typeface="Poppins"/>
                <a:sym typeface="Poppins"/>
              </a:rPr>
              <a:t>¿</a:t>
            </a:r>
            <a:r>
              <a:rPr lang="en-US" sz="3150" b="1" dirty="0" err="1">
                <a:solidFill>
                  <a:srgbClr val="223C6A"/>
                </a:solidFill>
                <a:latin typeface="Poppins"/>
                <a:ea typeface="Poppins"/>
                <a:cs typeface="Poppins"/>
                <a:sym typeface="Poppins"/>
              </a:rPr>
              <a:t>Cómo</a:t>
            </a:r>
            <a:r>
              <a:rPr lang="en-US" sz="3150" b="1" dirty="0">
                <a:solidFill>
                  <a:srgbClr val="223C6A"/>
                </a:solidFill>
                <a:latin typeface="Poppins"/>
                <a:ea typeface="Poppins"/>
                <a:cs typeface="Poppins"/>
                <a:sym typeface="Poppins"/>
              </a:rPr>
              <a:t> </a:t>
            </a:r>
            <a:r>
              <a:rPr lang="en-US" sz="3150" b="1" dirty="0" err="1">
                <a:solidFill>
                  <a:srgbClr val="223C6A"/>
                </a:solidFill>
                <a:latin typeface="Poppins"/>
                <a:ea typeface="Poppins"/>
                <a:cs typeface="Poppins"/>
                <a:sym typeface="Poppins"/>
              </a:rPr>
              <a:t>interactúa</a:t>
            </a:r>
            <a:r>
              <a:rPr lang="en-US" sz="3150" b="1" dirty="0">
                <a:solidFill>
                  <a:srgbClr val="223C6A"/>
                </a:solidFill>
                <a:latin typeface="Poppins"/>
                <a:ea typeface="Poppins"/>
                <a:cs typeface="Poppins"/>
                <a:sym typeface="Poppins"/>
              </a:rPr>
              <a:t> un </a:t>
            </a:r>
            <a:r>
              <a:rPr lang="en-US" sz="3150" b="1" dirty="0" err="1">
                <a:solidFill>
                  <a:srgbClr val="223C6A"/>
                </a:solidFill>
                <a:latin typeface="Poppins"/>
                <a:ea typeface="Poppins"/>
                <a:cs typeface="Poppins"/>
                <a:sym typeface="Poppins"/>
              </a:rPr>
              <a:t>átomo</a:t>
            </a:r>
            <a:r>
              <a:rPr lang="en-US" sz="3150" b="1" dirty="0">
                <a:solidFill>
                  <a:srgbClr val="223C6A"/>
                </a:solidFill>
                <a:latin typeface="Poppins"/>
                <a:ea typeface="Poppins"/>
                <a:cs typeface="Poppins"/>
                <a:sym typeface="Poppins"/>
              </a:rPr>
              <a:t> </a:t>
            </a:r>
            <a:r>
              <a:rPr lang="en-US" sz="3150" b="1" dirty="0" err="1">
                <a:solidFill>
                  <a:srgbClr val="223C6A"/>
                </a:solidFill>
                <a:latin typeface="Poppins"/>
                <a:ea typeface="Poppins"/>
                <a:cs typeface="Poppins"/>
                <a:sym typeface="Poppins"/>
              </a:rPr>
              <a:t>en</a:t>
            </a:r>
            <a:r>
              <a:rPr lang="en-US" sz="3150" b="1" dirty="0">
                <a:solidFill>
                  <a:srgbClr val="223C6A"/>
                </a:solidFill>
                <a:latin typeface="Poppins"/>
                <a:ea typeface="Poppins"/>
                <a:cs typeface="Poppins"/>
                <a:sym typeface="Poppins"/>
              </a:rPr>
              <a:t> un ”</a:t>
            </a:r>
            <a:r>
              <a:rPr lang="en-US" sz="3150" b="1" dirty="0" err="1">
                <a:solidFill>
                  <a:srgbClr val="223C6A"/>
                </a:solidFill>
                <a:latin typeface="Poppins"/>
                <a:ea typeface="Poppins"/>
                <a:cs typeface="Poppins"/>
                <a:sym typeface="Poppins"/>
              </a:rPr>
              <a:t>baño</a:t>
            </a:r>
            <a:r>
              <a:rPr lang="en-US" sz="3150" b="1" dirty="0">
                <a:solidFill>
                  <a:srgbClr val="223C6A"/>
                </a:solidFill>
                <a:latin typeface="Poppins"/>
                <a:ea typeface="Poppins"/>
                <a:cs typeface="Poppins"/>
                <a:sym typeface="Poppins"/>
              </a:rPr>
              <a:t>” de </a:t>
            </a:r>
            <a:r>
              <a:rPr lang="en-US" sz="3150" b="1" dirty="0" err="1">
                <a:solidFill>
                  <a:srgbClr val="223C6A"/>
                </a:solidFill>
                <a:latin typeface="Poppins"/>
                <a:ea typeface="Poppins"/>
                <a:cs typeface="Poppins"/>
                <a:sym typeface="Poppins"/>
              </a:rPr>
              <a:t>fotones</a:t>
            </a:r>
            <a:r>
              <a:rPr lang="en-US" sz="3150" b="1" dirty="0">
                <a:solidFill>
                  <a:srgbClr val="223C6A"/>
                </a:solidFill>
                <a:latin typeface="Poppins"/>
                <a:ea typeface="Poppins"/>
                <a:cs typeface="Poppins"/>
                <a:sym typeface="Poppins"/>
              </a:rPr>
              <a:t> </a:t>
            </a:r>
            <a:r>
              <a:rPr lang="en-US" sz="3150" b="1" dirty="0" err="1">
                <a:solidFill>
                  <a:srgbClr val="223C6A"/>
                </a:solidFill>
                <a:latin typeface="Poppins"/>
                <a:ea typeface="Poppins"/>
                <a:cs typeface="Poppins"/>
                <a:sym typeface="Poppins"/>
              </a:rPr>
              <a:t>térmicos</a:t>
            </a:r>
            <a:r>
              <a:rPr lang="en-US" sz="3150" b="1" dirty="0">
                <a:solidFill>
                  <a:srgbClr val="223C6A"/>
                </a:solidFill>
                <a:latin typeface="Poppins"/>
                <a:ea typeface="Poppins"/>
                <a:cs typeface="Poppins"/>
                <a:sym typeface="Poppins"/>
              </a:rPr>
              <a:t>?</a:t>
            </a:r>
            <a:endParaRPr sz="2700" dirty="0"/>
          </a:p>
        </p:txBody>
      </p:sp>
      <p:sp>
        <p:nvSpPr>
          <p:cNvPr id="7" name="Google Shape;87;p13">
            <a:extLst>
              <a:ext uri="{FF2B5EF4-FFF2-40B4-BE49-F238E27FC236}">
                <a16:creationId xmlns:a16="http://schemas.microsoft.com/office/drawing/2014/main" id="{9C5311FF-CAA6-2334-9CF4-1B7F85AFDE79}"/>
              </a:ext>
            </a:extLst>
          </p:cNvPr>
          <p:cNvSpPr txBox="1"/>
          <p:nvPr/>
        </p:nvSpPr>
        <p:spPr>
          <a:xfrm>
            <a:off x="3093244" y="7817653"/>
            <a:ext cx="12915900" cy="678647"/>
          </a:xfrm>
          <a:prstGeom prst="rect">
            <a:avLst/>
          </a:prstGeom>
          <a:noFill/>
          <a:ln>
            <a:noFill/>
          </a:ln>
        </p:spPr>
        <p:txBody>
          <a:bodyPr spcFirstLastPara="1" wrap="square" lIns="0" tIns="0" rIns="0" bIns="0" anchor="t" anchorCtr="0">
            <a:spAutoFit/>
          </a:bodyPr>
          <a:lstStyle/>
          <a:p>
            <a:pPr algn="ctr">
              <a:lnSpc>
                <a:spcPct val="140000"/>
              </a:lnSpc>
            </a:pPr>
            <a:r>
              <a:rPr lang="en-US" sz="3150" b="1" dirty="0" err="1">
                <a:solidFill>
                  <a:srgbClr val="223C6A"/>
                </a:solidFill>
                <a:latin typeface="Poppins"/>
                <a:ea typeface="Poppins"/>
                <a:cs typeface="Poppins"/>
                <a:sym typeface="Poppins"/>
              </a:rPr>
              <a:t>Aquí</a:t>
            </a:r>
            <a:r>
              <a:rPr lang="en-US" sz="3150" b="1" dirty="0">
                <a:solidFill>
                  <a:srgbClr val="223C6A"/>
                </a:solidFill>
                <a:latin typeface="Poppins"/>
                <a:ea typeface="Poppins"/>
                <a:cs typeface="Poppins"/>
                <a:sym typeface="Poppins"/>
              </a:rPr>
              <a:t> </a:t>
            </a:r>
            <a:r>
              <a:rPr lang="en-US" sz="3150" b="1" dirty="0" err="1">
                <a:solidFill>
                  <a:srgbClr val="223C6A"/>
                </a:solidFill>
                <a:latin typeface="Poppins"/>
                <a:ea typeface="Poppins"/>
                <a:cs typeface="Poppins"/>
                <a:sym typeface="Poppins"/>
              </a:rPr>
              <a:t>veremos</a:t>
            </a:r>
            <a:r>
              <a:rPr lang="en-US" sz="3150" b="1" dirty="0">
                <a:solidFill>
                  <a:srgbClr val="223C6A"/>
                </a:solidFill>
                <a:latin typeface="Poppins"/>
                <a:ea typeface="Poppins"/>
                <a:cs typeface="Poppins"/>
                <a:sym typeface="Poppins"/>
              </a:rPr>
              <a:t> </a:t>
            </a:r>
            <a:r>
              <a:rPr lang="en-US" sz="3150" b="1" dirty="0" err="1">
                <a:solidFill>
                  <a:srgbClr val="223C6A"/>
                </a:solidFill>
                <a:latin typeface="Poppins"/>
                <a:ea typeface="Poppins"/>
                <a:cs typeface="Poppins"/>
                <a:sym typeface="Poppins"/>
              </a:rPr>
              <a:t>los</a:t>
            </a:r>
            <a:r>
              <a:rPr lang="en-US" sz="3150" b="1" dirty="0">
                <a:solidFill>
                  <a:srgbClr val="223C6A"/>
                </a:solidFill>
                <a:latin typeface="Poppins"/>
                <a:ea typeface="Poppins"/>
                <a:cs typeface="Poppins"/>
                <a:sym typeface="Poppins"/>
              </a:rPr>
              <a:t> </a:t>
            </a:r>
            <a:r>
              <a:rPr lang="en-US" sz="3150" b="1" dirty="0" err="1">
                <a:solidFill>
                  <a:srgbClr val="223C6A"/>
                </a:solidFill>
                <a:latin typeface="Poppins"/>
                <a:ea typeface="Poppins"/>
                <a:cs typeface="Poppins"/>
                <a:sym typeface="Poppins"/>
              </a:rPr>
              <a:t>detalles</a:t>
            </a:r>
            <a:r>
              <a:rPr lang="en-US" sz="3150" b="1" dirty="0">
                <a:solidFill>
                  <a:srgbClr val="223C6A"/>
                </a:solidFill>
                <a:latin typeface="Poppins"/>
                <a:ea typeface="Poppins"/>
                <a:cs typeface="Poppins"/>
                <a:sym typeface="Poppins"/>
              </a:rPr>
              <a:t> </a:t>
            </a:r>
            <a:r>
              <a:rPr lang="en-US" sz="3150" b="1" dirty="0" err="1">
                <a:solidFill>
                  <a:srgbClr val="223C6A"/>
                </a:solidFill>
                <a:latin typeface="Poppins"/>
                <a:ea typeface="Poppins"/>
                <a:cs typeface="Poppins"/>
                <a:sym typeface="Poppins"/>
              </a:rPr>
              <a:t>conceptuales</a:t>
            </a:r>
            <a:r>
              <a:rPr lang="en-US" sz="3150" b="1" dirty="0">
                <a:solidFill>
                  <a:srgbClr val="223C6A"/>
                </a:solidFill>
                <a:latin typeface="Poppins"/>
                <a:ea typeface="Poppins"/>
                <a:cs typeface="Poppins"/>
                <a:sym typeface="Poppins"/>
              </a:rPr>
              <a:t> de </a:t>
            </a:r>
            <a:r>
              <a:rPr lang="en-US" sz="3150" b="1" dirty="0" err="1">
                <a:solidFill>
                  <a:srgbClr val="223C6A"/>
                </a:solidFill>
                <a:latin typeface="Poppins"/>
                <a:ea typeface="Poppins"/>
                <a:cs typeface="Poppins"/>
                <a:sym typeface="Poppins"/>
              </a:rPr>
              <a:t>este</a:t>
            </a:r>
            <a:r>
              <a:rPr lang="en-US" sz="3150" b="1" dirty="0">
                <a:solidFill>
                  <a:srgbClr val="223C6A"/>
                </a:solidFill>
                <a:latin typeface="Poppins"/>
                <a:ea typeface="Poppins"/>
                <a:cs typeface="Poppins"/>
                <a:sym typeface="Poppins"/>
              </a:rPr>
              <a:t> </a:t>
            </a:r>
            <a:r>
              <a:rPr lang="en-US" sz="3150" b="1" dirty="0" err="1">
                <a:solidFill>
                  <a:srgbClr val="223C6A"/>
                </a:solidFill>
                <a:latin typeface="Poppins"/>
                <a:ea typeface="Poppins"/>
                <a:cs typeface="Poppins"/>
                <a:sym typeface="Poppins"/>
              </a:rPr>
              <a:t>fenómeno</a:t>
            </a:r>
            <a:endParaRPr sz="2700" dirty="0"/>
          </a:p>
        </p:txBody>
      </p:sp>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53A6A9B3-5C76-BDB1-4C57-043A3994F98F}"/>
                  </a:ext>
                </a:extLst>
              </p14:cNvPr>
              <p14:cNvContentPartPr/>
              <p14:nvPr/>
            </p14:nvContentPartPr>
            <p14:xfrm>
              <a:off x="6813360" y="3144600"/>
              <a:ext cx="4121280" cy="1761120"/>
            </p14:xfrm>
          </p:contentPart>
        </mc:Choice>
        <mc:Fallback>
          <p:pic>
            <p:nvPicPr>
              <p:cNvPr id="3" name="Ink 2">
                <a:extLst>
                  <a:ext uri="{FF2B5EF4-FFF2-40B4-BE49-F238E27FC236}">
                    <a16:creationId xmlns:a16="http://schemas.microsoft.com/office/drawing/2014/main" id="{53A6A9B3-5C76-BDB1-4C57-043A3994F98F}"/>
                  </a:ext>
                </a:extLst>
              </p:cNvPr>
              <p:cNvPicPr/>
              <p:nvPr/>
            </p:nvPicPr>
            <p:blipFill>
              <a:blip r:embed="rId6"/>
              <a:stretch>
                <a:fillRect/>
              </a:stretch>
            </p:blipFill>
            <p:spPr>
              <a:xfrm>
                <a:off x="6797160" y="3128400"/>
                <a:ext cx="4153680" cy="17935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411" y="794"/>
            <a:ext cx="18285178" cy="10285413"/>
          </a:xfrm>
          <a:prstGeom prst="rect">
            <a:avLst/>
          </a:prstGeom>
        </p:spPr>
      </p:pic>
      <p:sp>
        <p:nvSpPr>
          <p:cNvPr id="4" name="Rectangle 3"/>
          <p:cNvSpPr/>
          <p:nvPr/>
        </p:nvSpPr>
        <p:spPr>
          <a:xfrm>
            <a:off x="8572588" y="3554260"/>
            <a:ext cx="1142824" cy="57141"/>
          </a:xfrm>
          <a:prstGeom prst="rect">
            <a:avLst/>
          </a:prstGeom>
          <a:solidFill>
            <a:srgbClr val="E69B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049"/>
          </a:p>
        </p:txBody>
      </p:sp>
      <p:sp>
        <p:nvSpPr>
          <p:cNvPr id="5" name="TextBox 4"/>
          <p:cNvSpPr txBox="1"/>
          <p:nvPr/>
        </p:nvSpPr>
        <p:spPr>
          <a:xfrm>
            <a:off x="4989121" y="3968535"/>
            <a:ext cx="8309756" cy="870297"/>
          </a:xfrm>
          <a:prstGeom prst="rect">
            <a:avLst/>
          </a:prstGeom>
          <a:noFill/>
        </p:spPr>
        <p:txBody>
          <a:bodyPr wrap="square" lIns="0" tIns="0" rIns="0" bIns="0" anchor="t">
            <a:spAutoFit/>
          </a:bodyPr>
          <a:lstStyle/>
          <a:p>
            <a:pPr algn="ctr">
              <a:lnSpc>
                <a:spcPts val="6749"/>
              </a:lnSpc>
            </a:pPr>
            <a:r>
              <a:rPr sz="5624" b="1">
                <a:solidFill>
                  <a:srgbClr val="223C6A"/>
                </a:solidFill>
                <a:latin typeface="Poppins"/>
              </a:rPr>
              <a:t>I. Emisión y Absorción</a:t>
            </a:r>
          </a:p>
        </p:txBody>
      </p:sp>
      <p:sp>
        <p:nvSpPr>
          <p:cNvPr id="6" name="TextBox 5"/>
          <p:cNvSpPr txBox="1"/>
          <p:nvPr/>
        </p:nvSpPr>
        <p:spPr>
          <a:xfrm>
            <a:off x="3276600" y="5143500"/>
            <a:ext cx="12138785" cy="451086"/>
          </a:xfrm>
          <a:prstGeom prst="rect">
            <a:avLst/>
          </a:prstGeom>
          <a:noFill/>
        </p:spPr>
        <p:txBody>
          <a:bodyPr wrap="square" lIns="0" tIns="0" rIns="0" bIns="0" anchor="t">
            <a:spAutoFit/>
          </a:bodyPr>
          <a:lstStyle/>
          <a:p>
            <a:pPr algn="ctr">
              <a:lnSpc>
                <a:spcPts val="3712"/>
              </a:lnSpc>
            </a:pPr>
            <a:r>
              <a:rPr sz="2475" dirty="0" err="1">
                <a:solidFill>
                  <a:srgbClr val="000000"/>
                </a:solidFill>
                <a:latin typeface="Poppins"/>
              </a:rPr>
              <a:t>Mecanismos</a:t>
            </a:r>
            <a:r>
              <a:rPr sz="2475" dirty="0">
                <a:solidFill>
                  <a:srgbClr val="000000"/>
                </a:solidFill>
                <a:latin typeface="Poppins"/>
              </a:rPr>
              <a:t> de </a:t>
            </a:r>
            <a:r>
              <a:rPr sz="2475" dirty="0" err="1">
                <a:solidFill>
                  <a:srgbClr val="000000"/>
                </a:solidFill>
                <a:latin typeface="Poppins"/>
              </a:rPr>
              <a:t>interacción</a:t>
            </a:r>
            <a:r>
              <a:rPr sz="2475" dirty="0">
                <a:solidFill>
                  <a:srgbClr val="000000"/>
                </a:solidFill>
                <a:latin typeface="Poppins"/>
              </a:rPr>
              <a:t> entre la </a:t>
            </a:r>
            <a:r>
              <a:rPr sz="2475" dirty="0" err="1">
                <a:solidFill>
                  <a:srgbClr val="000000"/>
                </a:solidFill>
                <a:latin typeface="Poppins"/>
              </a:rPr>
              <a:t>materia</a:t>
            </a:r>
            <a:r>
              <a:rPr sz="2475" dirty="0">
                <a:solidFill>
                  <a:srgbClr val="000000"/>
                </a:solidFill>
                <a:latin typeface="Poppins"/>
              </a:rPr>
              <a:t> y </a:t>
            </a:r>
            <a:r>
              <a:rPr sz="2475" dirty="0" err="1">
                <a:solidFill>
                  <a:srgbClr val="000000"/>
                </a:solidFill>
                <a:latin typeface="Poppins"/>
              </a:rPr>
              <a:t>el</a:t>
            </a:r>
            <a:r>
              <a:rPr sz="2475" dirty="0">
                <a:solidFill>
                  <a:srgbClr val="000000"/>
                </a:solidFill>
                <a:latin typeface="Poppins"/>
              </a:rPr>
              <a:t> campo </a:t>
            </a:r>
            <a:r>
              <a:rPr sz="2475" dirty="0" err="1">
                <a:solidFill>
                  <a:srgbClr val="000000"/>
                </a:solidFill>
                <a:latin typeface="Poppins"/>
              </a:rPr>
              <a:t>electromagnético</a:t>
            </a:r>
            <a:r>
              <a:rPr sz="2475" dirty="0">
                <a:solidFill>
                  <a:srgbClr val="000000"/>
                </a:solidFill>
                <a:latin typeface="Poppins"/>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53669F21-7E4D-87FE-02A5-7EB998D555E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16985A3-E4B7-4AD3-F345-1970DE31390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36" t="-112" r="-126" b="-250"/>
            </a:stretch>
          </a:blipFill>
        </p:spPr>
        <p:txBody>
          <a:bodyPr/>
          <a:lstStyle/>
          <a:p>
            <a:endParaRPr lang="es-ES"/>
          </a:p>
        </p:txBody>
      </p:sp>
      <p:sp>
        <p:nvSpPr>
          <p:cNvPr id="115" name="Google Shape;115;p15">
            <a:extLst>
              <a:ext uri="{FF2B5EF4-FFF2-40B4-BE49-F238E27FC236}">
                <a16:creationId xmlns:a16="http://schemas.microsoft.com/office/drawing/2014/main" id="{18ACBE48-C42C-F603-4E4A-A9B7C5978022}"/>
              </a:ext>
            </a:extLst>
          </p:cNvPr>
          <p:cNvSpPr txBox="1"/>
          <p:nvPr/>
        </p:nvSpPr>
        <p:spPr>
          <a:xfrm>
            <a:off x="1000125" y="1233599"/>
            <a:ext cx="17102138" cy="410369"/>
          </a:xfrm>
          <a:prstGeom prst="rect">
            <a:avLst/>
          </a:prstGeom>
          <a:noFill/>
          <a:ln>
            <a:noFill/>
          </a:ln>
        </p:spPr>
        <p:txBody>
          <a:bodyPr spcFirstLastPara="1" wrap="square" lIns="0" tIns="0" rIns="0" bIns="0" anchor="t" anchorCtr="0">
            <a:spAutoFit/>
          </a:bodyPr>
          <a:lstStyle/>
          <a:p>
            <a:pPr algn="l">
              <a:lnSpc>
                <a:spcPts val="3240"/>
              </a:lnSpc>
            </a:pPr>
            <a:r>
              <a:rPr lang="es-CL" sz="4800" b="1" i="0" u="none" dirty="0">
                <a:solidFill>
                  <a:srgbClr val="223C6A"/>
                </a:solidFill>
                <a:latin typeface="Poppins"/>
              </a:rPr>
              <a:t>Coeficientes de Einstein (1917)</a:t>
            </a:r>
          </a:p>
        </p:txBody>
      </p:sp>
      <p:sp>
        <p:nvSpPr>
          <p:cNvPr id="116" name="Google Shape;116;p15">
            <a:extLst>
              <a:ext uri="{FF2B5EF4-FFF2-40B4-BE49-F238E27FC236}">
                <a16:creationId xmlns:a16="http://schemas.microsoft.com/office/drawing/2014/main" id="{4373267F-B32B-B301-5F52-EE53A73AEFA9}"/>
              </a:ext>
            </a:extLst>
          </p:cNvPr>
          <p:cNvSpPr/>
          <p:nvPr/>
        </p:nvSpPr>
        <p:spPr>
          <a:xfrm>
            <a:off x="1000125" y="1811610"/>
            <a:ext cx="16287750" cy="28575"/>
          </a:xfrm>
          <a:prstGeom prst="rect">
            <a:avLst/>
          </a:prstGeom>
          <a:solidFill>
            <a:srgbClr val="E69B0A"/>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0" name="TextBox 5">
            <a:extLst>
              <a:ext uri="{FF2B5EF4-FFF2-40B4-BE49-F238E27FC236}">
                <a16:creationId xmlns:a16="http://schemas.microsoft.com/office/drawing/2014/main" id="{BAE2D5C0-05A8-FA75-7CE4-5D009CF7530A}"/>
              </a:ext>
            </a:extLst>
          </p:cNvPr>
          <p:cNvSpPr txBox="1"/>
          <p:nvPr/>
        </p:nvSpPr>
        <p:spPr>
          <a:xfrm>
            <a:off x="857250" y="2148802"/>
            <a:ext cx="8001000" cy="390043"/>
          </a:xfrm>
          <a:prstGeom prst="rect">
            <a:avLst/>
          </a:prstGeom>
          <a:noFill/>
        </p:spPr>
        <p:txBody>
          <a:bodyPr wrap="square" lIns="0" tIns="0" rIns="0" bIns="0" anchor="t">
            <a:spAutoFit/>
          </a:bodyPr>
          <a:lstStyle/>
          <a:p>
            <a:pPr>
              <a:lnSpc>
                <a:spcPts val="3206"/>
              </a:lnSpc>
            </a:pPr>
            <a:r>
              <a:rPr sz="2138" dirty="0">
                <a:solidFill>
                  <a:srgbClr val="000000"/>
                </a:solidFill>
                <a:latin typeface="Poppins"/>
              </a:rPr>
              <a:t>Einstein </a:t>
            </a:r>
            <a:r>
              <a:rPr sz="2138" dirty="0" err="1">
                <a:solidFill>
                  <a:srgbClr val="000000"/>
                </a:solidFill>
                <a:latin typeface="Poppins"/>
              </a:rPr>
              <a:t>postuló</a:t>
            </a:r>
            <a:r>
              <a:rPr sz="2138" dirty="0">
                <a:solidFill>
                  <a:srgbClr val="000000"/>
                </a:solidFill>
                <a:latin typeface="Poppins"/>
              </a:rPr>
              <a:t> </a:t>
            </a:r>
            <a:r>
              <a:rPr sz="2138" dirty="0" err="1">
                <a:solidFill>
                  <a:srgbClr val="000000"/>
                </a:solidFill>
                <a:latin typeface="Poppins"/>
              </a:rPr>
              <a:t>tres</a:t>
            </a:r>
            <a:r>
              <a:rPr sz="2138" dirty="0">
                <a:solidFill>
                  <a:srgbClr val="000000"/>
                </a:solidFill>
                <a:latin typeface="Poppins"/>
              </a:rPr>
              <a:t> </a:t>
            </a:r>
            <a:r>
              <a:rPr sz="2138" dirty="0" err="1">
                <a:solidFill>
                  <a:srgbClr val="000000"/>
                </a:solidFill>
                <a:latin typeface="Poppins"/>
              </a:rPr>
              <a:t>procesos</a:t>
            </a:r>
            <a:r>
              <a:rPr sz="2138" dirty="0">
                <a:solidFill>
                  <a:srgbClr val="000000"/>
                </a:solidFill>
                <a:latin typeface="Poppins"/>
              </a:rPr>
              <a:t> clave </a:t>
            </a:r>
            <a:r>
              <a:rPr sz="2138" dirty="0" err="1">
                <a:solidFill>
                  <a:srgbClr val="000000"/>
                </a:solidFill>
                <a:latin typeface="Poppins"/>
              </a:rPr>
              <a:t>en</a:t>
            </a:r>
            <a:r>
              <a:rPr sz="2138" dirty="0">
                <a:solidFill>
                  <a:srgbClr val="000000"/>
                </a:solidFill>
                <a:latin typeface="Poppins"/>
              </a:rPr>
              <a:t> </a:t>
            </a:r>
            <a:r>
              <a:rPr sz="2138" dirty="0" err="1">
                <a:solidFill>
                  <a:srgbClr val="000000"/>
                </a:solidFill>
                <a:latin typeface="Poppins"/>
              </a:rPr>
              <a:t>equilibrio</a:t>
            </a:r>
            <a:r>
              <a:rPr sz="2138" dirty="0">
                <a:solidFill>
                  <a:srgbClr val="000000"/>
                </a:solidFill>
                <a:latin typeface="Poppins"/>
              </a:rPr>
              <a:t> </a:t>
            </a:r>
            <a:r>
              <a:rPr sz="2138" dirty="0" err="1">
                <a:solidFill>
                  <a:srgbClr val="000000"/>
                </a:solidFill>
                <a:latin typeface="Poppins"/>
              </a:rPr>
              <a:t>térmico</a:t>
            </a:r>
            <a:r>
              <a:rPr sz="2138" dirty="0">
                <a:solidFill>
                  <a:srgbClr val="000000"/>
                </a:solidFill>
                <a:latin typeface="Poppins"/>
              </a:rPr>
              <a:t>:</a:t>
            </a:r>
          </a:p>
        </p:txBody>
      </p:sp>
      <p:sp>
        <p:nvSpPr>
          <p:cNvPr id="21" name="TextBox 6">
            <a:extLst>
              <a:ext uri="{FF2B5EF4-FFF2-40B4-BE49-F238E27FC236}">
                <a16:creationId xmlns:a16="http://schemas.microsoft.com/office/drawing/2014/main" id="{BB45043F-60B0-8A78-2C36-8E82E42F85A8}"/>
              </a:ext>
            </a:extLst>
          </p:cNvPr>
          <p:cNvSpPr txBox="1"/>
          <p:nvPr/>
        </p:nvSpPr>
        <p:spPr>
          <a:xfrm>
            <a:off x="857250" y="6209695"/>
            <a:ext cx="8001000" cy="305405"/>
          </a:xfrm>
          <a:prstGeom prst="rect">
            <a:avLst/>
          </a:prstGeom>
          <a:noFill/>
        </p:spPr>
        <p:txBody>
          <a:bodyPr wrap="square" lIns="0" tIns="0" rIns="0" bIns="0" anchor="t">
            <a:spAutoFit/>
          </a:bodyPr>
          <a:lstStyle/>
          <a:p>
            <a:pPr>
              <a:lnSpc>
                <a:spcPts val="2531"/>
              </a:lnSpc>
            </a:pPr>
            <a:r>
              <a:rPr sz="1688" i="1" dirty="0">
                <a:solidFill>
                  <a:srgbClr val="A0A0A0"/>
                </a:solidFill>
                <a:latin typeface="Poppins"/>
              </a:rPr>
              <a:t>* Los </a:t>
            </a:r>
            <a:r>
              <a:rPr sz="1688" i="1" dirty="0" err="1">
                <a:solidFill>
                  <a:srgbClr val="A0A0A0"/>
                </a:solidFill>
                <a:latin typeface="Poppins"/>
              </a:rPr>
              <a:t>coeficientes</a:t>
            </a:r>
            <a:r>
              <a:rPr sz="1688" i="1" dirty="0">
                <a:solidFill>
                  <a:srgbClr val="A0A0A0"/>
                </a:solidFill>
                <a:latin typeface="Poppins"/>
              </a:rPr>
              <a:t> A y B son </a:t>
            </a:r>
            <a:r>
              <a:rPr sz="1688" i="1" dirty="0" err="1">
                <a:solidFill>
                  <a:srgbClr val="A0A0A0"/>
                </a:solidFill>
                <a:latin typeface="Poppins"/>
              </a:rPr>
              <a:t>propiedades</a:t>
            </a:r>
            <a:r>
              <a:rPr sz="1688" i="1" dirty="0">
                <a:solidFill>
                  <a:srgbClr val="A0A0A0"/>
                </a:solidFill>
                <a:latin typeface="Poppins"/>
              </a:rPr>
              <a:t> </a:t>
            </a:r>
            <a:r>
              <a:rPr sz="1688" i="1" dirty="0" err="1">
                <a:solidFill>
                  <a:srgbClr val="A0A0A0"/>
                </a:solidFill>
                <a:latin typeface="Poppins"/>
              </a:rPr>
              <a:t>intrínsecas</a:t>
            </a:r>
            <a:r>
              <a:rPr sz="1688" i="1" dirty="0">
                <a:solidFill>
                  <a:srgbClr val="A0A0A0"/>
                </a:solidFill>
                <a:latin typeface="Poppins"/>
              </a:rPr>
              <a:t> del </a:t>
            </a:r>
            <a:r>
              <a:rPr sz="1688" i="1" dirty="0" err="1">
                <a:solidFill>
                  <a:srgbClr val="A0A0A0"/>
                </a:solidFill>
                <a:latin typeface="Poppins"/>
              </a:rPr>
              <a:t>átomo</a:t>
            </a:r>
            <a:r>
              <a:rPr sz="1688" i="1" dirty="0">
                <a:solidFill>
                  <a:srgbClr val="A0A0A0"/>
                </a:solidFill>
                <a:latin typeface="Poppins"/>
              </a:rPr>
              <a:t>.</a:t>
            </a:r>
          </a:p>
        </p:txBody>
      </p:sp>
      <p:sp>
        <p:nvSpPr>
          <p:cNvPr id="22" name="TextBox 9">
            <a:extLst>
              <a:ext uri="{FF2B5EF4-FFF2-40B4-BE49-F238E27FC236}">
                <a16:creationId xmlns:a16="http://schemas.microsoft.com/office/drawing/2014/main" id="{E05308DB-53AD-B73D-E11E-07C123930DB6}"/>
              </a:ext>
            </a:extLst>
          </p:cNvPr>
          <p:cNvSpPr txBox="1"/>
          <p:nvPr/>
        </p:nvSpPr>
        <p:spPr>
          <a:xfrm>
            <a:off x="1314450" y="2841747"/>
            <a:ext cx="7543800" cy="800412"/>
          </a:xfrm>
          <a:prstGeom prst="rect">
            <a:avLst/>
          </a:prstGeom>
          <a:noFill/>
        </p:spPr>
        <p:txBody>
          <a:bodyPr wrap="square" lIns="0" tIns="0" rIns="0" bIns="0" anchor="t">
            <a:spAutoFit/>
          </a:bodyPr>
          <a:lstStyle/>
          <a:p>
            <a:pPr>
              <a:lnSpc>
                <a:spcPts val="3206"/>
              </a:lnSpc>
            </a:pPr>
            <a:r>
              <a:rPr sz="2138" b="1" dirty="0" err="1">
                <a:solidFill>
                  <a:srgbClr val="000000"/>
                </a:solidFill>
                <a:latin typeface="Poppins"/>
              </a:rPr>
              <a:t>Emisión</a:t>
            </a:r>
            <a:r>
              <a:rPr sz="2138" b="1" dirty="0">
                <a:solidFill>
                  <a:srgbClr val="000000"/>
                </a:solidFill>
                <a:latin typeface="Poppins"/>
              </a:rPr>
              <a:t> </a:t>
            </a:r>
            <a:r>
              <a:rPr sz="2138" b="1" dirty="0" err="1">
                <a:solidFill>
                  <a:srgbClr val="000000"/>
                </a:solidFill>
                <a:latin typeface="Poppins"/>
              </a:rPr>
              <a:t>Espontánea</a:t>
            </a:r>
            <a:r>
              <a:rPr sz="2138" b="1" dirty="0">
                <a:solidFill>
                  <a:srgbClr val="000000"/>
                </a:solidFill>
                <a:latin typeface="Poppins"/>
              </a:rPr>
              <a:t> (</a:t>
            </a:r>
            <a:r>
              <a:rPr lang="es-CL" sz="2138" b="1" dirty="0" err="1">
                <a:solidFill>
                  <a:srgbClr val="000000"/>
                </a:solidFill>
                <a:latin typeface="Poppins"/>
              </a:rPr>
              <a:t>A</a:t>
            </a:r>
            <a:r>
              <a:rPr lang="es-CL" sz="2138" b="1" baseline="-25000" dirty="0" err="1">
                <a:solidFill>
                  <a:srgbClr val="000000"/>
                </a:solidFill>
                <a:latin typeface="Poppins"/>
              </a:rPr>
              <a:t>nm</a:t>
            </a:r>
            <a:r>
              <a:rPr sz="2138" b="1" dirty="0">
                <a:solidFill>
                  <a:srgbClr val="000000"/>
                </a:solidFill>
                <a:latin typeface="Poppins"/>
              </a:rPr>
              <a:t>):</a:t>
            </a:r>
            <a:r>
              <a:rPr sz="2138" dirty="0">
                <a:solidFill>
                  <a:srgbClr val="000000"/>
                </a:solidFill>
                <a:latin typeface="Poppins"/>
              </a:rPr>
              <a:t> </a:t>
            </a:r>
            <a:r>
              <a:rPr sz="2138" dirty="0" err="1">
                <a:solidFill>
                  <a:srgbClr val="000000"/>
                </a:solidFill>
                <a:latin typeface="Poppins"/>
              </a:rPr>
              <a:t>Decaimiento</a:t>
            </a:r>
            <a:r>
              <a:rPr sz="2138" dirty="0">
                <a:solidFill>
                  <a:srgbClr val="000000"/>
                </a:solidFill>
                <a:latin typeface="Poppins"/>
              </a:rPr>
              <a:t> </a:t>
            </a:r>
            <a:r>
              <a:rPr sz="2138" dirty="0" err="1">
                <a:solidFill>
                  <a:srgbClr val="000000"/>
                </a:solidFill>
                <a:latin typeface="Poppins"/>
              </a:rPr>
              <a:t>aleatorio</a:t>
            </a:r>
            <a:r>
              <a:rPr sz="2138" dirty="0">
                <a:solidFill>
                  <a:srgbClr val="000000"/>
                </a:solidFill>
                <a:latin typeface="Poppins"/>
              </a:rPr>
              <a:t> del </a:t>
            </a:r>
            <a:r>
              <a:rPr sz="2138" dirty="0" err="1">
                <a:solidFill>
                  <a:srgbClr val="000000"/>
                </a:solidFill>
                <a:latin typeface="Poppins"/>
              </a:rPr>
              <a:t>nivel</a:t>
            </a:r>
            <a:r>
              <a:rPr sz="2138" dirty="0">
                <a:solidFill>
                  <a:srgbClr val="000000"/>
                </a:solidFill>
                <a:latin typeface="Poppins"/>
              </a:rPr>
              <a:t> </a:t>
            </a:r>
            <a:r>
              <a:rPr sz="2138" dirty="0" err="1">
                <a:solidFill>
                  <a:srgbClr val="000000"/>
                </a:solidFill>
                <a:latin typeface="Poppins"/>
              </a:rPr>
              <a:t>excitado</a:t>
            </a:r>
            <a:r>
              <a:rPr sz="2138" dirty="0">
                <a:solidFill>
                  <a:srgbClr val="000000"/>
                </a:solidFill>
                <a:latin typeface="Poppins"/>
              </a:rPr>
              <a:t> </a:t>
            </a:r>
            <a:r>
              <a:rPr lang="es-ES" sz="2138" dirty="0">
                <a:solidFill>
                  <a:srgbClr val="000000"/>
                </a:solidFill>
                <a:latin typeface="Poppins"/>
              </a:rPr>
              <a:t>E</a:t>
            </a:r>
            <a:r>
              <a:rPr lang="es-ES" sz="2138" baseline="-25000" dirty="0">
                <a:solidFill>
                  <a:srgbClr val="000000"/>
                </a:solidFill>
                <a:latin typeface="Poppins"/>
              </a:rPr>
              <a:t>m </a:t>
            </a:r>
            <a:r>
              <a:rPr lang="es-ES" sz="2138" dirty="0">
                <a:solidFill>
                  <a:srgbClr val="000000"/>
                </a:solidFill>
                <a:latin typeface="Poppins"/>
              </a:rPr>
              <a:t>a </a:t>
            </a:r>
            <a:r>
              <a:rPr sz="2138" dirty="0">
                <a:solidFill>
                  <a:srgbClr val="000000"/>
                </a:solidFill>
                <a:latin typeface="Poppins"/>
              </a:rPr>
              <a:t>E</a:t>
            </a:r>
            <a:r>
              <a:rPr lang="es-ES" sz="2138" baseline="-25000" dirty="0">
                <a:solidFill>
                  <a:srgbClr val="000000"/>
                </a:solidFill>
                <a:latin typeface="Poppins"/>
              </a:rPr>
              <a:t>n</a:t>
            </a:r>
            <a:r>
              <a:rPr sz="2138" dirty="0">
                <a:solidFill>
                  <a:srgbClr val="000000"/>
                </a:solidFill>
                <a:latin typeface="Poppins"/>
              </a:rPr>
              <a:t>.</a:t>
            </a:r>
          </a:p>
        </p:txBody>
      </p:sp>
      <p:sp>
        <p:nvSpPr>
          <p:cNvPr id="23" name="TextBox 10">
            <a:extLst>
              <a:ext uri="{FF2B5EF4-FFF2-40B4-BE49-F238E27FC236}">
                <a16:creationId xmlns:a16="http://schemas.microsoft.com/office/drawing/2014/main" id="{380C51E5-43A0-7C0A-16FE-714ECD17A6A8}"/>
              </a:ext>
            </a:extLst>
          </p:cNvPr>
          <p:cNvSpPr txBox="1"/>
          <p:nvPr/>
        </p:nvSpPr>
        <p:spPr>
          <a:xfrm>
            <a:off x="1314450" y="3913309"/>
            <a:ext cx="7543800" cy="795731"/>
          </a:xfrm>
          <a:prstGeom prst="rect">
            <a:avLst/>
          </a:prstGeom>
          <a:noFill/>
        </p:spPr>
        <p:txBody>
          <a:bodyPr wrap="square" lIns="0" tIns="0" rIns="0" bIns="0" anchor="t">
            <a:spAutoFit/>
          </a:bodyPr>
          <a:lstStyle/>
          <a:p>
            <a:pPr>
              <a:lnSpc>
                <a:spcPts val="3206"/>
              </a:lnSpc>
            </a:pPr>
            <a:r>
              <a:rPr sz="2138" b="1" dirty="0" err="1">
                <a:solidFill>
                  <a:srgbClr val="000000"/>
                </a:solidFill>
                <a:latin typeface="Poppins"/>
              </a:rPr>
              <a:t>Absorción</a:t>
            </a:r>
            <a:r>
              <a:rPr sz="2138" b="1" dirty="0">
                <a:solidFill>
                  <a:srgbClr val="000000"/>
                </a:solidFill>
                <a:latin typeface="Poppins"/>
              </a:rPr>
              <a:t> (</a:t>
            </a:r>
            <a:r>
              <a:rPr lang="es-ES" sz="2138" b="1" dirty="0" err="1">
                <a:solidFill>
                  <a:srgbClr val="000000"/>
                </a:solidFill>
                <a:latin typeface="Poppins"/>
              </a:rPr>
              <a:t>B</a:t>
            </a:r>
            <a:r>
              <a:rPr lang="es-ES" sz="2138" b="1" baseline="-25000" dirty="0" err="1">
                <a:solidFill>
                  <a:srgbClr val="000000"/>
                </a:solidFill>
                <a:latin typeface="Poppins"/>
              </a:rPr>
              <a:t>mn</a:t>
            </a:r>
            <a:r>
              <a:rPr lang="es-ES" sz="2138" b="1" dirty="0">
                <a:solidFill>
                  <a:srgbClr val="000000"/>
                </a:solidFill>
                <a:latin typeface="Poppins"/>
              </a:rPr>
              <a:t> </a:t>
            </a:r>
            <a:r>
              <a:rPr lang="el-GR" sz="2138" b="1" dirty="0">
                <a:solidFill>
                  <a:srgbClr val="000000"/>
                </a:solidFill>
                <a:latin typeface="Poppins"/>
              </a:rPr>
              <a:t>ρ</a:t>
            </a:r>
            <a:r>
              <a:rPr lang="es-ES" sz="2138" b="1" dirty="0">
                <a:solidFill>
                  <a:srgbClr val="000000"/>
                </a:solidFill>
                <a:latin typeface="Poppins"/>
              </a:rPr>
              <a:t>(f)</a:t>
            </a:r>
            <a:r>
              <a:rPr sz="2138" b="1" dirty="0">
                <a:solidFill>
                  <a:srgbClr val="000000"/>
                </a:solidFill>
                <a:latin typeface="Poppins"/>
              </a:rPr>
              <a:t>):</a:t>
            </a:r>
            <a:r>
              <a:rPr sz="2138" dirty="0">
                <a:solidFill>
                  <a:srgbClr val="000000"/>
                </a:solidFill>
                <a:latin typeface="Poppins"/>
              </a:rPr>
              <a:t> </a:t>
            </a:r>
            <a:r>
              <a:rPr sz="2138" dirty="0" err="1">
                <a:solidFill>
                  <a:srgbClr val="000000"/>
                </a:solidFill>
                <a:latin typeface="Poppins"/>
              </a:rPr>
              <a:t>Captura</a:t>
            </a:r>
            <a:r>
              <a:rPr sz="2138" dirty="0">
                <a:solidFill>
                  <a:srgbClr val="000000"/>
                </a:solidFill>
                <a:latin typeface="Poppins"/>
              </a:rPr>
              <a:t> de </a:t>
            </a:r>
            <a:r>
              <a:rPr sz="2138" dirty="0" err="1">
                <a:solidFill>
                  <a:srgbClr val="000000"/>
                </a:solidFill>
                <a:latin typeface="Poppins"/>
              </a:rPr>
              <a:t>fotón</a:t>
            </a:r>
            <a:r>
              <a:rPr sz="2138" dirty="0">
                <a:solidFill>
                  <a:srgbClr val="000000"/>
                </a:solidFill>
                <a:latin typeface="Poppins"/>
              </a:rPr>
              <a:t> </a:t>
            </a:r>
            <a:r>
              <a:rPr sz="2138" dirty="0" err="1">
                <a:solidFill>
                  <a:srgbClr val="000000"/>
                </a:solidFill>
                <a:latin typeface="Poppins"/>
              </a:rPr>
              <a:t>desde</a:t>
            </a:r>
            <a:r>
              <a:rPr sz="2138" dirty="0">
                <a:solidFill>
                  <a:srgbClr val="000000"/>
                </a:solidFill>
                <a:latin typeface="Poppins"/>
              </a:rPr>
              <a:t> </a:t>
            </a:r>
            <a:r>
              <a:rPr lang="es-ES" sz="2138" dirty="0">
                <a:solidFill>
                  <a:srgbClr val="000000"/>
                </a:solidFill>
                <a:latin typeface="Poppins"/>
              </a:rPr>
              <a:t>E</a:t>
            </a:r>
            <a:r>
              <a:rPr lang="es-ES" sz="2138" baseline="-25000" dirty="0">
                <a:solidFill>
                  <a:srgbClr val="000000"/>
                </a:solidFill>
                <a:latin typeface="Poppins"/>
              </a:rPr>
              <a:t>n </a:t>
            </a:r>
            <a:r>
              <a:rPr lang="es-ES" sz="2138" dirty="0">
                <a:solidFill>
                  <a:srgbClr val="000000"/>
                </a:solidFill>
                <a:latin typeface="Poppins"/>
              </a:rPr>
              <a:t>a E</a:t>
            </a:r>
            <a:r>
              <a:rPr lang="es-ES" sz="2138" baseline="-25000" dirty="0">
                <a:solidFill>
                  <a:srgbClr val="000000"/>
                </a:solidFill>
                <a:latin typeface="Poppins"/>
              </a:rPr>
              <a:t>m</a:t>
            </a:r>
            <a:r>
              <a:rPr lang="es-ES" sz="2138" dirty="0">
                <a:solidFill>
                  <a:srgbClr val="000000"/>
                </a:solidFill>
                <a:latin typeface="Poppins"/>
              </a:rPr>
              <a:t> </a:t>
            </a:r>
            <a:r>
              <a:rPr sz="2138" dirty="0" err="1">
                <a:solidFill>
                  <a:srgbClr val="000000"/>
                </a:solidFill>
                <a:latin typeface="Poppins"/>
              </a:rPr>
              <a:t>impulsada</a:t>
            </a:r>
            <a:r>
              <a:rPr sz="2138" dirty="0">
                <a:solidFill>
                  <a:srgbClr val="000000"/>
                </a:solidFill>
                <a:latin typeface="Poppins"/>
              </a:rPr>
              <a:t> </a:t>
            </a:r>
            <a:r>
              <a:rPr sz="2138" dirty="0" err="1">
                <a:solidFill>
                  <a:srgbClr val="000000"/>
                </a:solidFill>
                <a:latin typeface="Poppins"/>
              </a:rPr>
              <a:t>por</a:t>
            </a:r>
            <a:r>
              <a:rPr sz="2138" dirty="0">
                <a:solidFill>
                  <a:srgbClr val="000000"/>
                </a:solidFill>
                <a:latin typeface="Poppins"/>
              </a:rPr>
              <a:t> </a:t>
            </a:r>
            <a:r>
              <a:rPr sz="2138" dirty="0" err="1">
                <a:solidFill>
                  <a:srgbClr val="000000"/>
                </a:solidFill>
                <a:latin typeface="Poppins"/>
              </a:rPr>
              <a:t>radiación</a:t>
            </a:r>
            <a:r>
              <a:rPr sz="2138" dirty="0">
                <a:solidFill>
                  <a:srgbClr val="000000"/>
                </a:solidFill>
                <a:latin typeface="Poppins"/>
              </a:rPr>
              <a:t> </a:t>
            </a:r>
            <a:r>
              <a:rPr lang="el-GR" sz="2138" dirty="0">
                <a:solidFill>
                  <a:srgbClr val="000000"/>
                </a:solidFill>
                <a:latin typeface="Poppins"/>
              </a:rPr>
              <a:t>ρ</a:t>
            </a:r>
            <a:r>
              <a:rPr sz="2138" dirty="0">
                <a:solidFill>
                  <a:srgbClr val="000000"/>
                </a:solidFill>
                <a:latin typeface="Poppins"/>
              </a:rPr>
              <a:t>(</a:t>
            </a:r>
            <a:r>
              <a:rPr lang="es-ES" sz="2138" dirty="0">
                <a:solidFill>
                  <a:srgbClr val="000000"/>
                </a:solidFill>
                <a:latin typeface="Poppins"/>
              </a:rPr>
              <a:t>f</a:t>
            </a:r>
            <a:r>
              <a:rPr sz="2138" dirty="0">
                <a:solidFill>
                  <a:srgbClr val="000000"/>
                </a:solidFill>
                <a:latin typeface="Poppins"/>
              </a:rPr>
              <a:t>).</a:t>
            </a:r>
          </a:p>
        </p:txBody>
      </p:sp>
      <p:sp>
        <p:nvSpPr>
          <p:cNvPr id="24" name="TextBox 11">
            <a:extLst>
              <a:ext uri="{FF2B5EF4-FFF2-40B4-BE49-F238E27FC236}">
                <a16:creationId xmlns:a16="http://schemas.microsoft.com/office/drawing/2014/main" id="{55D4F867-9F63-1A3F-77E6-AE62876E665B}"/>
              </a:ext>
            </a:extLst>
          </p:cNvPr>
          <p:cNvSpPr txBox="1"/>
          <p:nvPr/>
        </p:nvSpPr>
        <p:spPr>
          <a:xfrm>
            <a:off x="1314450" y="5106315"/>
            <a:ext cx="7543800" cy="800412"/>
          </a:xfrm>
          <a:prstGeom prst="rect">
            <a:avLst/>
          </a:prstGeom>
          <a:noFill/>
        </p:spPr>
        <p:txBody>
          <a:bodyPr wrap="square" lIns="0" tIns="0" rIns="0" bIns="0" anchor="t">
            <a:spAutoFit/>
          </a:bodyPr>
          <a:lstStyle/>
          <a:p>
            <a:pPr>
              <a:lnSpc>
                <a:spcPts val="3206"/>
              </a:lnSpc>
            </a:pPr>
            <a:r>
              <a:rPr sz="2138" b="1" dirty="0" err="1">
                <a:solidFill>
                  <a:srgbClr val="000000"/>
                </a:solidFill>
                <a:latin typeface="Poppins"/>
              </a:rPr>
              <a:t>Emisión</a:t>
            </a:r>
            <a:r>
              <a:rPr sz="2138" b="1" dirty="0">
                <a:solidFill>
                  <a:srgbClr val="000000"/>
                </a:solidFill>
                <a:latin typeface="Poppins"/>
              </a:rPr>
              <a:t> </a:t>
            </a:r>
            <a:r>
              <a:rPr sz="2138" b="1" dirty="0" err="1">
                <a:solidFill>
                  <a:srgbClr val="000000"/>
                </a:solidFill>
                <a:latin typeface="Poppins"/>
              </a:rPr>
              <a:t>Estimulada</a:t>
            </a:r>
            <a:r>
              <a:rPr sz="2138" b="1" dirty="0">
                <a:solidFill>
                  <a:srgbClr val="000000"/>
                </a:solidFill>
                <a:latin typeface="Poppins"/>
              </a:rPr>
              <a:t> (</a:t>
            </a:r>
            <a:r>
              <a:rPr lang="es-ES" sz="2138" b="1" dirty="0" err="1">
                <a:solidFill>
                  <a:srgbClr val="000000"/>
                </a:solidFill>
                <a:latin typeface="Poppins"/>
              </a:rPr>
              <a:t>B</a:t>
            </a:r>
            <a:r>
              <a:rPr lang="es-ES" sz="2138" b="1" baseline="-25000" dirty="0" err="1">
                <a:solidFill>
                  <a:srgbClr val="000000"/>
                </a:solidFill>
                <a:latin typeface="Poppins"/>
              </a:rPr>
              <a:t>nm</a:t>
            </a:r>
            <a:r>
              <a:rPr lang="es-ES" sz="2138" b="1" dirty="0">
                <a:solidFill>
                  <a:srgbClr val="000000"/>
                </a:solidFill>
                <a:latin typeface="Poppins"/>
              </a:rPr>
              <a:t> </a:t>
            </a:r>
            <a:r>
              <a:rPr lang="el-GR" sz="2138" b="1" dirty="0">
                <a:solidFill>
                  <a:srgbClr val="000000"/>
                </a:solidFill>
                <a:latin typeface="Poppins"/>
              </a:rPr>
              <a:t>ρ</a:t>
            </a:r>
            <a:r>
              <a:rPr lang="es-ES" sz="2138" b="1" dirty="0">
                <a:solidFill>
                  <a:srgbClr val="000000"/>
                </a:solidFill>
                <a:latin typeface="Poppins"/>
              </a:rPr>
              <a:t>(f)</a:t>
            </a:r>
            <a:r>
              <a:rPr sz="2138" b="1" dirty="0">
                <a:solidFill>
                  <a:srgbClr val="000000"/>
                </a:solidFill>
                <a:latin typeface="Poppins"/>
              </a:rPr>
              <a:t>):</a:t>
            </a:r>
            <a:r>
              <a:rPr sz="2138" dirty="0">
                <a:solidFill>
                  <a:srgbClr val="000000"/>
                </a:solidFill>
                <a:latin typeface="Poppins"/>
              </a:rPr>
              <a:t> </a:t>
            </a:r>
            <a:r>
              <a:rPr sz="2138" dirty="0" err="1">
                <a:solidFill>
                  <a:srgbClr val="000000"/>
                </a:solidFill>
                <a:latin typeface="Poppins"/>
              </a:rPr>
              <a:t>Fotón</a:t>
            </a:r>
            <a:r>
              <a:rPr sz="2138" dirty="0">
                <a:solidFill>
                  <a:srgbClr val="000000"/>
                </a:solidFill>
                <a:latin typeface="Poppins"/>
              </a:rPr>
              <a:t> </a:t>
            </a:r>
            <a:r>
              <a:rPr sz="2138" dirty="0" err="1">
                <a:solidFill>
                  <a:srgbClr val="000000"/>
                </a:solidFill>
                <a:latin typeface="Poppins"/>
              </a:rPr>
              <a:t>incidente</a:t>
            </a:r>
            <a:r>
              <a:rPr sz="2138" dirty="0">
                <a:solidFill>
                  <a:srgbClr val="000000"/>
                </a:solidFill>
                <a:latin typeface="Poppins"/>
              </a:rPr>
              <a:t> induce </a:t>
            </a:r>
            <a:r>
              <a:rPr sz="2138" dirty="0" err="1">
                <a:solidFill>
                  <a:srgbClr val="000000"/>
                </a:solidFill>
                <a:latin typeface="Poppins"/>
              </a:rPr>
              <a:t>decaimiento</a:t>
            </a:r>
            <a:r>
              <a:rPr sz="2138" dirty="0">
                <a:solidFill>
                  <a:srgbClr val="000000"/>
                </a:solidFill>
                <a:latin typeface="Poppins"/>
              </a:rPr>
              <a:t> </a:t>
            </a:r>
            <a:r>
              <a:rPr sz="2138" dirty="0" err="1">
                <a:solidFill>
                  <a:srgbClr val="000000"/>
                </a:solidFill>
                <a:latin typeface="Poppins"/>
              </a:rPr>
              <a:t>produciendo</a:t>
            </a:r>
            <a:r>
              <a:rPr sz="2138" dirty="0">
                <a:solidFill>
                  <a:srgbClr val="000000"/>
                </a:solidFill>
                <a:latin typeface="Poppins"/>
              </a:rPr>
              <a:t> un </a:t>
            </a:r>
            <a:r>
              <a:rPr sz="2138" b="1" dirty="0" err="1">
                <a:solidFill>
                  <a:srgbClr val="E69B0A"/>
                </a:solidFill>
                <a:latin typeface="Poppins"/>
              </a:rPr>
              <a:t>fotón</a:t>
            </a:r>
            <a:r>
              <a:rPr sz="2138" b="1" dirty="0">
                <a:solidFill>
                  <a:srgbClr val="E69B0A"/>
                </a:solidFill>
                <a:latin typeface="Poppins"/>
              </a:rPr>
              <a:t> </a:t>
            </a:r>
            <a:r>
              <a:rPr sz="2138" b="1" dirty="0" err="1">
                <a:solidFill>
                  <a:srgbClr val="E69B0A"/>
                </a:solidFill>
                <a:latin typeface="Poppins"/>
              </a:rPr>
              <a:t>idéntico</a:t>
            </a:r>
            <a:r>
              <a:rPr sz="2138" dirty="0">
                <a:solidFill>
                  <a:srgbClr val="000000"/>
                </a:solidFill>
                <a:latin typeface="Poppins"/>
              </a:rPr>
              <a:t>.</a:t>
            </a: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590E54FF-B4E4-0FFC-D69F-E514224BE92A}"/>
                  </a:ext>
                </a:extLst>
              </p14:cNvPr>
              <p14:cNvContentPartPr/>
              <p14:nvPr/>
            </p14:nvContentPartPr>
            <p14:xfrm>
              <a:off x="1501560" y="3084840"/>
              <a:ext cx="14740560" cy="5623560"/>
            </p14:xfrm>
          </p:contentPart>
        </mc:Choice>
        <mc:Fallback>
          <p:pic>
            <p:nvPicPr>
              <p:cNvPr id="3" name="Ink 2">
                <a:extLst>
                  <a:ext uri="{FF2B5EF4-FFF2-40B4-BE49-F238E27FC236}">
                    <a16:creationId xmlns:a16="http://schemas.microsoft.com/office/drawing/2014/main" id="{590E54FF-B4E4-0FFC-D69F-E514224BE92A}"/>
                  </a:ext>
                </a:extLst>
              </p:cNvPr>
              <p:cNvPicPr/>
              <p:nvPr/>
            </p:nvPicPr>
            <p:blipFill>
              <a:blip r:embed="rId5"/>
              <a:stretch>
                <a:fillRect/>
              </a:stretch>
            </p:blipFill>
            <p:spPr>
              <a:xfrm>
                <a:off x="1485360" y="3068640"/>
                <a:ext cx="14772960" cy="5655960"/>
              </a:xfrm>
              <a:prstGeom prst="rect">
                <a:avLst/>
              </a:prstGeom>
            </p:spPr>
          </p:pic>
        </mc:Fallback>
      </mc:AlternateContent>
    </p:spTree>
    <p:extLst>
      <p:ext uri="{BB962C8B-B14F-4D97-AF65-F5344CB8AC3E}">
        <p14:creationId xmlns:p14="http://schemas.microsoft.com/office/powerpoint/2010/main" val="766859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5740C3C5-7E01-6B5C-899D-828C5F09279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968BCBF-A546-F92C-76D4-E526F78591A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36" t="-112" r="-126" b="-250"/>
            </a:stretch>
          </a:blipFill>
        </p:spPr>
        <p:txBody>
          <a:bodyPr/>
          <a:lstStyle/>
          <a:p>
            <a:endParaRPr lang="es-ES"/>
          </a:p>
        </p:txBody>
      </p:sp>
      <p:sp>
        <p:nvSpPr>
          <p:cNvPr id="115" name="Google Shape;115;p15">
            <a:extLst>
              <a:ext uri="{FF2B5EF4-FFF2-40B4-BE49-F238E27FC236}">
                <a16:creationId xmlns:a16="http://schemas.microsoft.com/office/drawing/2014/main" id="{44E6D136-D3F8-FFDC-4FB6-78CE0F158C93}"/>
              </a:ext>
            </a:extLst>
          </p:cNvPr>
          <p:cNvSpPr txBox="1"/>
          <p:nvPr/>
        </p:nvSpPr>
        <p:spPr>
          <a:xfrm>
            <a:off x="1000125" y="1181100"/>
            <a:ext cx="17102138" cy="628377"/>
          </a:xfrm>
          <a:prstGeom prst="rect">
            <a:avLst/>
          </a:prstGeom>
          <a:noFill/>
          <a:ln>
            <a:noFill/>
          </a:ln>
        </p:spPr>
        <p:txBody>
          <a:bodyPr spcFirstLastPara="1" wrap="square" lIns="0" tIns="0" rIns="0" bIns="0" anchor="t" anchorCtr="0">
            <a:spAutoFit/>
          </a:bodyPr>
          <a:lstStyle/>
          <a:p>
            <a:pPr>
              <a:lnSpc>
                <a:spcPts val="4860"/>
              </a:lnSpc>
            </a:pPr>
            <a:r>
              <a:rPr lang="es-CL" sz="4800" b="1" dirty="0">
                <a:solidFill>
                  <a:srgbClr val="223C6A"/>
                </a:solidFill>
                <a:latin typeface="Poppins"/>
              </a:rPr>
              <a:t>Derivación y Equilibrio</a:t>
            </a:r>
          </a:p>
        </p:txBody>
      </p:sp>
      <p:sp>
        <p:nvSpPr>
          <p:cNvPr id="116" name="Google Shape;116;p15">
            <a:extLst>
              <a:ext uri="{FF2B5EF4-FFF2-40B4-BE49-F238E27FC236}">
                <a16:creationId xmlns:a16="http://schemas.microsoft.com/office/drawing/2014/main" id="{D17F7ECA-FC51-56C4-1665-F86050FCBADC}"/>
              </a:ext>
            </a:extLst>
          </p:cNvPr>
          <p:cNvSpPr/>
          <p:nvPr/>
        </p:nvSpPr>
        <p:spPr>
          <a:xfrm>
            <a:off x="1000125" y="1811610"/>
            <a:ext cx="16287750" cy="28575"/>
          </a:xfrm>
          <a:prstGeom prst="rect">
            <a:avLst/>
          </a:prstGeom>
          <a:solidFill>
            <a:srgbClr val="E69B0A"/>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4" name="TextBox 8">
            <a:extLst>
              <a:ext uri="{FF2B5EF4-FFF2-40B4-BE49-F238E27FC236}">
                <a16:creationId xmlns:a16="http://schemas.microsoft.com/office/drawing/2014/main" id="{CC2E0E2D-FA45-E60B-8BA7-10FECB0A1083}"/>
              </a:ext>
            </a:extLst>
          </p:cNvPr>
          <p:cNvSpPr txBox="1"/>
          <p:nvPr/>
        </p:nvSpPr>
        <p:spPr>
          <a:xfrm>
            <a:off x="1314450" y="2257707"/>
            <a:ext cx="7543800" cy="800412"/>
          </a:xfrm>
          <a:prstGeom prst="rect">
            <a:avLst/>
          </a:prstGeom>
          <a:noFill/>
        </p:spPr>
        <p:txBody>
          <a:bodyPr wrap="square" lIns="0" tIns="0" rIns="0" bIns="0" anchor="t">
            <a:spAutoFit/>
          </a:bodyPr>
          <a:lstStyle/>
          <a:p>
            <a:pPr>
              <a:lnSpc>
                <a:spcPts val="3206"/>
              </a:lnSpc>
            </a:pPr>
            <a:r>
              <a:rPr sz="2138" b="1">
                <a:solidFill>
                  <a:srgbClr val="000000"/>
                </a:solidFill>
                <a:latin typeface="Poppins"/>
              </a:rPr>
              <a:t>Balance Estadístico:</a:t>
            </a:r>
            <a:r>
              <a:rPr sz="2138">
                <a:solidFill>
                  <a:srgbClr val="000000"/>
                </a:solidFill>
                <a:latin typeface="Poppins"/>
              </a:rPr>
              <a:t> Tasa de absorción debe igualar la suma de emisiones.</a:t>
            </a: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55A730AF-8F34-07C1-087E-75B369F7A42E}"/>
                  </a:ext>
                </a:extLst>
              </p14:cNvPr>
              <p14:cNvContentPartPr/>
              <p14:nvPr/>
            </p14:nvContentPartPr>
            <p14:xfrm>
              <a:off x="900000" y="2262960"/>
              <a:ext cx="13669560" cy="5256720"/>
            </p14:xfrm>
          </p:contentPart>
        </mc:Choice>
        <mc:Fallback>
          <p:pic>
            <p:nvPicPr>
              <p:cNvPr id="3" name="Ink 2">
                <a:extLst>
                  <a:ext uri="{FF2B5EF4-FFF2-40B4-BE49-F238E27FC236}">
                    <a16:creationId xmlns:a16="http://schemas.microsoft.com/office/drawing/2014/main" id="{55A730AF-8F34-07C1-087E-75B369F7A42E}"/>
                  </a:ext>
                </a:extLst>
              </p:cNvPr>
              <p:cNvPicPr/>
              <p:nvPr/>
            </p:nvPicPr>
            <p:blipFill>
              <a:blip r:embed="rId5"/>
              <a:stretch>
                <a:fillRect/>
              </a:stretch>
            </p:blipFill>
            <p:spPr>
              <a:xfrm>
                <a:off x="883800" y="2246760"/>
                <a:ext cx="13701960" cy="5289120"/>
              </a:xfrm>
              <a:prstGeom prst="rect">
                <a:avLst/>
              </a:prstGeom>
            </p:spPr>
          </p:pic>
        </mc:Fallback>
      </mc:AlternateContent>
    </p:spTree>
    <p:extLst>
      <p:ext uri="{BB962C8B-B14F-4D97-AF65-F5344CB8AC3E}">
        <p14:creationId xmlns:p14="http://schemas.microsoft.com/office/powerpoint/2010/main" val="3936859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6DB75EEA-2985-C305-B792-B33746A7208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712C358-CD41-BB0D-0F93-3F627680CE2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36" t="-112" r="-126" b="-250"/>
            </a:stretch>
          </a:blipFill>
        </p:spPr>
        <p:txBody>
          <a:bodyPr/>
          <a:lstStyle/>
          <a:p>
            <a:endParaRPr lang="es-ES"/>
          </a:p>
        </p:txBody>
      </p:sp>
      <p:sp>
        <p:nvSpPr>
          <p:cNvPr id="115" name="Google Shape;115;p15">
            <a:extLst>
              <a:ext uri="{FF2B5EF4-FFF2-40B4-BE49-F238E27FC236}">
                <a16:creationId xmlns:a16="http://schemas.microsoft.com/office/drawing/2014/main" id="{C1B45493-1261-FC4D-A2E6-29068CF52566}"/>
              </a:ext>
            </a:extLst>
          </p:cNvPr>
          <p:cNvSpPr txBox="1"/>
          <p:nvPr/>
        </p:nvSpPr>
        <p:spPr>
          <a:xfrm>
            <a:off x="1000125" y="1181100"/>
            <a:ext cx="17102138" cy="628377"/>
          </a:xfrm>
          <a:prstGeom prst="rect">
            <a:avLst/>
          </a:prstGeom>
          <a:noFill/>
          <a:ln>
            <a:noFill/>
          </a:ln>
        </p:spPr>
        <p:txBody>
          <a:bodyPr spcFirstLastPara="1" wrap="square" lIns="0" tIns="0" rIns="0" bIns="0" anchor="t" anchorCtr="0">
            <a:spAutoFit/>
          </a:bodyPr>
          <a:lstStyle/>
          <a:p>
            <a:pPr>
              <a:lnSpc>
                <a:spcPts val="4860"/>
              </a:lnSpc>
            </a:pPr>
            <a:r>
              <a:rPr lang="es-CL" sz="4800" b="1" dirty="0">
                <a:solidFill>
                  <a:srgbClr val="223C6A"/>
                </a:solidFill>
                <a:latin typeface="Poppins"/>
              </a:rPr>
              <a:t>Derivación y Equilibrio</a:t>
            </a:r>
          </a:p>
        </p:txBody>
      </p:sp>
      <p:sp>
        <p:nvSpPr>
          <p:cNvPr id="116" name="Google Shape;116;p15">
            <a:extLst>
              <a:ext uri="{FF2B5EF4-FFF2-40B4-BE49-F238E27FC236}">
                <a16:creationId xmlns:a16="http://schemas.microsoft.com/office/drawing/2014/main" id="{A65E7BD3-BC1E-06DB-8129-174EE9837677}"/>
              </a:ext>
            </a:extLst>
          </p:cNvPr>
          <p:cNvSpPr/>
          <p:nvPr/>
        </p:nvSpPr>
        <p:spPr>
          <a:xfrm>
            <a:off x="1000125" y="1811610"/>
            <a:ext cx="16287750" cy="28575"/>
          </a:xfrm>
          <a:prstGeom prst="rect">
            <a:avLst/>
          </a:prstGeom>
          <a:solidFill>
            <a:srgbClr val="E69B0A"/>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3" name="TextBox 9">
            <a:extLst>
              <a:ext uri="{FF2B5EF4-FFF2-40B4-BE49-F238E27FC236}">
                <a16:creationId xmlns:a16="http://schemas.microsoft.com/office/drawing/2014/main" id="{978D299B-61E7-97C7-09BF-A4E0F978BC0D}"/>
              </a:ext>
            </a:extLst>
          </p:cNvPr>
          <p:cNvSpPr txBox="1"/>
          <p:nvPr/>
        </p:nvSpPr>
        <p:spPr>
          <a:xfrm>
            <a:off x="1297517" y="2190165"/>
            <a:ext cx="7543800" cy="800412"/>
          </a:xfrm>
          <a:prstGeom prst="rect">
            <a:avLst/>
          </a:prstGeom>
          <a:noFill/>
        </p:spPr>
        <p:txBody>
          <a:bodyPr wrap="square" lIns="0" tIns="0" rIns="0" bIns="0" anchor="t">
            <a:spAutoFit/>
          </a:bodyPr>
          <a:lstStyle/>
          <a:p>
            <a:pPr>
              <a:lnSpc>
                <a:spcPts val="3206"/>
              </a:lnSpc>
            </a:pPr>
            <a:r>
              <a:rPr sz="2138" b="1" dirty="0">
                <a:solidFill>
                  <a:srgbClr val="000000"/>
                </a:solidFill>
                <a:latin typeface="Poppins"/>
              </a:rPr>
              <a:t>Factor de Boltzmann:</a:t>
            </a:r>
            <a:r>
              <a:rPr sz="2138" dirty="0">
                <a:solidFill>
                  <a:srgbClr val="000000"/>
                </a:solidFill>
                <a:latin typeface="Poppins"/>
              </a:rPr>
              <a:t> </a:t>
            </a:r>
            <a:r>
              <a:rPr sz="2138" dirty="0" err="1">
                <a:solidFill>
                  <a:srgbClr val="000000"/>
                </a:solidFill>
                <a:latin typeface="Poppins"/>
              </a:rPr>
              <a:t>Proporción</a:t>
            </a:r>
            <a:r>
              <a:rPr sz="2138" dirty="0">
                <a:solidFill>
                  <a:srgbClr val="000000"/>
                </a:solidFill>
                <a:latin typeface="Poppins"/>
              </a:rPr>
              <a:t> de </a:t>
            </a:r>
            <a:r>
              <a:rPr sz="2138" dirty="0" err="1">
                <a:solidFill>
                  <a:srgbClr val="000000"/>
                </a:solidFill>
                <a:latin typeface="Poppins"/>
              </a:rPr>
              <a:t>poblaciones</a:t>
            </a:r>
            <a:r>
              <a:rPr sz="2138" dirty="0">
                <a:solidFill>
                  <a:srgbClr val="000000"/>
                </a:solidFill>
                <a:latin typeface="Poppins"/>
              </a:rPr>
              <a:t> </a:t>
            </a:r>
            <a:r>
              <a:rPr sz="2138" dirty="0" err="1">
                <a:solidFill>
                  <a:srgbClr val="000000"/>
                </a:solidFill>
                <a:latin typeface="Poppins"/>
              </a:rPr>
              <a:t>atómicas</a:t>
            </a:r>
            <a:r>
              <a:rPr sz="2138" dirty="0">
                <a:solidFill>
                  <a:srgbClr val="000000"/>
                </a:solidFill>
                <a:latin typeface="Poppins"/>
              </a:rPr>
              <a:t> </a:t>
            </a:r>
            <a:r>
              <a:rPr sz="2138" dirty="0" err="1">
                <a:solidFill>
                  <a:srgbClr val="000000"/>
                </a:solidFill>
                <a:latin typeface="Poppins"/>
              </a:rPr>
              <a:t>en</a:t>
            </a:r>
            <a:r>
              <a:rPr sz="2138" dirty="0">
                <a:solidFill>
                  <a:srgbClr val="000000"/>
                </a:solidFill>
                <a:latin typeface="Poppins"/>
              </a:rPr>
              <a:t> </a:t>
            </a:r>
            <a:r>
              <a:rPr sz="2138" dirty="0" err="1">
                <a:solidFill>
                  <a:srgbClr val="000000"/>
                </a:solidFill>
                <a:latin typeface="Poppins"/>
              </a:rPr>
              <a:t>equilibrio</a:t>
            </a:r>
            <a:r>
              <a:rPr lang="es-ES" sz="2138" dirty="0">
                <a:solidFill>
                  <a:srgbClr val="000000"/>
                </a:solidFill>
                <a:latin typeface="Poppins"/>
              </a:rPr>
              <a:t>.</a:t>
            </a:r>
            <a:endParaRPr sz="2138" dirty="0">
              <a:solidFill>
                <a:srgbClr val="000000"/>
              </a:solidFill>
              <a:latin typeface="Poppins"/>
            </a:endParaRPr>
          </a:p>
        </p:txBody>
      </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00E0C88C-A454-7582-FCB9-7CAD0BD635B5}"/>
                  </a:ext>
                </a:extLst>
              </p14:cNvPr>
              <p14:cNvContentPartPr/>
              <p14:nvPr/>
            </p14:nvContentPartPr>
            <p14:xfrm>
              <a:off x="754200" y="1888560"/>
              <a:ext cx="15565680" cy="6125760"/>
            </p14:xfrm>
          </p:contentPart>
        </mc:Choice>
        <mc:Fallback>
          <p:pic>
            <p:nvPicPr>
              <p:cNvPr id="4" name="Ink 3">
                <a:extLst>
                  <a:ext uri="{FF2B5EF4-FFF2-40B4-BE49-F238E27FC236}">
                    <a16:creationId xmlns:a16="http://schemas.microsoft.com/office/drawing/2014/main" id="{00E0C88C-A454-7582-FCB9-7CAD0BD635B5}"/>
                  </a:ext>
                </a:extLst>
              </p:cNvPr>
              <p:cNvPicPr/>
              <p:nvPr/>
            </p:nvPicPr>
            <p:blipFill>
              <a:blip r:embed="rId5"/>
              <a:stretch>
                <a:fillRect/>
              </a:stretch>
            </p:blipFill>
            <p:spPr>
              <a:xfrm>
                <a:off x="738000" y="1872360"/>
                <a:ext cx="15598080" cy="6158160"/>
              </a:xfrm>
              <a:prstGeom prst="rect">
                <a:avLst/>
              </a:prstGeom>
            </p:spPr>
          </p:pic>
        </mc:Fallback>
      </mc:AlternateContent>
    </p:spTree>
    <p:extLst>
      <p:ext uri="{BB962C8B-B14F-4D97-AF65-F5344CB8AC3E}">
        <p14:creationId xmlns:p14="http://schemas.microsoft.com/office/powerpoint/2010/main" val="2141383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0E941CB8-977B-6541-C52B-8770C78BA8C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2B32E2B-B1BD-6E25-1018-2F721EF21FF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36" t="-112" r="-126" b="-250"/>
            </a:stretch>
          </a:blipFill>
        </p:spPr>
        <p:txBody>
          <a:bodyPr/>
          <a:lstStyle/>
          <a:p>
            <a:endParaRPr lang="es-ES"/>
          </a:p>
        </p:txBody>
      </p:sp>
      <p:sp>
        <p:nvSpPr>
          <p:cNvPr id="115" name="Google Shape;115;p15">
            <a:extLst>
              <a:ext uri="{FF2B5EF4-FFF2-40B4-BE49-F238E27FC236}">
                <a16:creationId xmlns:a16="http://schemas.microsoft.com/office/drawing/2014/main" id="{D6FBB656-E3BF-BE21-1320-1AC34FA506DA}"/>
              </a:ext>
            </a:extLst>
          </p:cNvPr>
          <p:cNvSpPr txBox="1"/>
          <p:nvPr/>
        </p:nvSpPr>
        <p:spPr>
          <a:xfrm>
            <a:off x="1000125" y="1181100"/>
            <a:ext cx="17102138" cy="628377"/>
          </a:xfrm>
          <a:prstGeom prst="rect">
            <a:avLst/>
          </a:prstGeom>
          <a:noFill/>
          <a:ln>
            <a:noFill/>
          </a:ln>
        </p:spPr>
        <p:txBody>
          <a:bodyPr spcFirstLastPara="1" wrap="square" lIns="0" tIns="0" rIns="0" bIns="0" anchor="t" anchorCtr="0">
            <a:spAutoFit/>
          </a:bodyPr>
          <a:lstStyle/>
          <a:p>
            <a:pPr>
              <a:lnSpc>
                <a:spcPts val="4860"/>
              </a:lnSpc>
            </a:pPr>
            <a:r>
              <a:rPr lang="es-CL" sz="4800" b="1" dirty="0">
                <a:solidFill>
                  <a:srgbClr val="223C6A"/>
                </a:solidFill>
                <a:latin typeface="Poppins"/>
              </a:rPr>
              <a:t>Correspondencia con la Ley de Planck</a:t>
            </a:r>
          </a:p>
        </p:txBody>
      </p:sp>
      <p:sp>
        <p:nvSpPr>
          <p:cNvPr id="116" name="Google Shape;116;p15">
            <a:extLst>
              <a:ext uri="{FF2B5EF4-FFF2-40B4-BE49-F238E27FC236}">
                <a16:creationId xmlns:a16="http://schemas.microsoft.com/office/drawing/2014/main" id="{9F60A37B-D696-ED63-8C90-6BA5F1335C4F}"/>
              </a:ext>
            </a:extLst>
          </p:cNvPr>
          <p:cNvSpPr/>
          <p:nvPr/>
        </p:nvSpPr>
        <p:spPr>
          <a:xfrm>
            <a:off x="1000125" y="1811610"/>
            <a:ext cx="16287750" cy="28575"/>
          </a:xfrm>
          <a:prstGeom prst="rect">
            <a:avLst/>
          </a:prstGeom>
          <a:solidFill>
            <a:srgbClr val="E69B0A"/>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6" name="TextBox 10">
            <a:extLst>
              <a:ext uri="{FF2B5EF4-FFF2-40B4-BE49-F238E27FC236}">
                <a16:creationId xmlns:a16="http://schemas.microsoft.com/office/drawing/2014/main" id="{CCBE43AB-711B-8B34-0FBD-B676BFB96631}"/>
              </a:ext>
            </a:extLst>
          </p:cNvPr>
          <p:cNvSpPr txBox="1"/>
          <p:nvPr/>
        </p:nvSpPr>
        <p:spPr>
          <a:xfrm>
            <a:off x="12801600" y="7222330"/>
            <a:ext cx="7543800" cy="390043"/>
          </a:xfrm>
          <a:prstGeom prst="rect">
            <a:avLst/>
          </a:prstGeom>
          <a:noFill/>
        </p:spPr>
        <p:txBody>
          <a:bodyPr wrap="square" lIns="0" tIns="0" rIns="0" bIns="0" anchor="t">
            <a:spAutoFit/>
          </a:bodyPr>
          <a:lstStyle/>
          <a:p>
            <a:pPr>
              <a:lnSpc>
                <a:spcPts val="3206"/>
              </a:lnSpc>
            </a:pPr>
            <a:r>
              <a:rPr sz="2138" b="1" dirty="0" err="1">
                <a:solidFill>
                  <a:srgbClr val="000000"/>
                </a:solidFill>
                <a:latin typeface="Poppins"/>
              </a:rPr>
              <a:t>Simetría</a:t>
            </a:r>
            <a:r>
              <a:rPr sz="2138" b="1" dirty="0">
                <a:solidFill>
                  <a:srgbClr val="000000"/>
                </a:solidFill>
                <a:latin typeface="Poppins"/>
              </a:rPr>
              <a:t> de </a:t>
            </a:r>
            <a:r>
              <a:rPr sz="2138" b="1" dirty="0" err="1">
                <a:solidFill>
                  <a:srgbClr val="000000"/>
                </a:solidFill>
                <a:latin typeface="Poppins"/>
              </a:rPr>
              <a:t>Coeficientes</a:t>
            </a:r>
            <a:r>
              <a:rPr sz="2138" b="1" dirty="0">
                <a:solidFill>
                  <a:srgbClr val="000000"/>
                </a:solidFill>
                <a:latin typeface="Poppins"/>
              </a:rPr>
              <a:t>:</a:t>
            </a:r>
            <a:r>
              <a:rPr sz="2138" dirty="0">
                <a:solidFill>
                  <a:srgbClr val="000000"/>
                </a:solidFill>
                <a:latin typeface="Poppins"/>
              </a:rPr>
              <a:t> </a:t>
            </a:r>
            <a:r>
              <a:rPr lang="es-ES" sz="2138" b="1" dirty="0" err="1">
                <a:solidFill>
                  <a:srgbClr val="E69B0A"/>
                </a:solidFill>
                <a:latin typeface="Poppins"/>
              </a:rPr>
              <a:t>B</a:t>
            </a:r>
            <a:r>
              <a:rPr lang="es-ES" sz="2138" b="1" baseline="-25000" dirty="0" err="1">
                <a:solidFill>
                  <a:srgbClr val="E69B0A"/>
                </a:solidFill>
                <a:latin typeface="Poppins"/>
              </a:rPr>
              <a:t>nm</a:t>
            </a:r>
            <a:r>
              <a:rPr lang="es-ES" sz="2138" b="1" dirty="0">
                <a:solidFill>
                  <a:srgbClr val="E69B0A"/>
                </a:solidFill>
                <a:latin typeface="Poppins"/>
              </a:rPr>
              <a:t>=</a:t>
            </a:r>
            <a:r>
              <a:rPr lang="es-ES" sz="2138" b="1" dirty="0" err="1">
                <a:solidFill>
                  <a:srgbClr val="E69B0A"/>
                </a:solidFill>
                <a:latin typeface="Poppins"/>
              </a:rPr>
              <a:t>B</a:t>
            </a:r>
            <a:r>
              <a:rPr lang="es-ES" sz="2138" b="1" baseline="-25000" dirty="0" err="1">
                <a:solidFill>
                  <a:srgbClr val="E69B0A"/>
                </a:solidFill>
                <a:latin typeface="Poppins"/>
              </a:rPr>
              <a:t>mn</a:t>
            </a:r>
            <a:endParaRPr sz="2138" b="1" dirty="0">
              <a:solidFill>
                <a:srgbClr val="E69B0A"/>
              </a:solidFill>
              <a:latin typeface="Poppins"/>
            </a:endParaRPr>
          </a:p>
        </p:txBody>
      </p:sp>
      <p:sp>
        <p:nvSpPr>
          <p:cNvPr id="7" name="TextBox 11">
            <a:extLst>
              <a:ext uri="{FF2B5EF4-FFF2-40B4-BE49-F238E27FC236}">
                <a16:creationId xmlns:a16="http://schemas.microsoft.com/office/drawing/2014/main" id="{CDF3483E-EA7E-441B-A749-0C46241236DC}"/>
              </a:ext>
            </a:extLst>
          </p:cNvPr>
          <p:cNvSpPr txBox="1"/>
          <p:nvPr/>
        </p:nvSpPr>
        <p:spPr>
          <a:xfrm>
            <a:off x="12801600" y="7886700"/>
            <a:ext cx="7543800" cy="800412"/>
          </a:xfrm>
          <a:prstGeom prst="rect">
            <a:avLst/>
          </a:prstGeom>
          <a:noFill/>
        </p:spPr>
        <p:txBody>
          <a:bodyPr wrap="square" lIns="0" tIns="0" rIns="0" bIns="0" anchor="t">
            <a:spAutoFit/>
          </a:bodyPr>
          <a:lstStyle/>
          <a:p>
            <a:pPr>
              <a:lnSpc>
                <a:spcPts val="3206"/>
              </a:lnSpc>
            </a:pPr>
            <a:r>
              <a:rPr sz="2138" b="1" dirty="0" err="1">
                <a:solidFill>
                  <a:srgbClr val="000000"/>
                </a:solidFill>
                <a:latin typeface="Poppins"/>
              </a:rPr>
              <a:t>Relación</a:t>
            </a:r>
            <a:r>
              <a:rPr sz="2138" b="1" dirty="0">
                <a:solidFill>
                  <a:srgbClr val="000000"/>
                </a:solidFill>
                <a:latin typeface="Poppins"/>
              </a:rPr>
              <a:t> Fundamental</a:t>
            </a:r>
            <a:r>
              <a:rPr lang="es-CL" sz="2138" b="1" dirty="0">
                <a:solidFill>
                  <a:srgbClr val="000000"/>
                </a:solidFill>
                <a:latin typeface="Poppins"/>
              </a:rPr>
              <a:t>:</a:t>
            </a:r>
            <a:r>
              <a:rPr lang="es-CL" sz="2138" dirty="0">
                <a:solidFill>
                  <a:srgbClr val="000000"/>
                </a:solidFill>
                <a:latin typeface="Poppins"/>
              </a:rPr>
              <a:t> </a:t>
            </a:r>
            <a:r>
              <a:rPr lang="es-CL" sz="2138" b="1" dirty="0">
                <a:solidFill>
                  <a:srgbClr val="E69B0A"/>
                </a:solidFill>
                <a:latin typeface="Poppins"/>
              </a:rPr>
              <a:t>A</a:t>
            </a:r>
            <a:r>
              <a:rPr lang="es-CL" sz="2138" b="1" baseline="-25000" dirty="0">
                <a:solidFill>
                  <a:srgbClr val="E69B0A"/>
                </a:solidFill>
                <a:latin typeface="Poppins"/>
              </a:rPr>
              <a:t>nm</a:t>
            </a:r>
            <a:r>
              <a:rPr lang="es-CL" sz="2138" b="1" dirty="0">
                <a:solidFill>
                  <a:srgbClr val="E69B0A"/>
                </a:solidFill>
                <a:latin typeface="Poppins"/>
              </a:rPr>
              <a:t>~f</a:t>
            </a:r>
            <a:r>
              <a:rPr lang="es-CL" sz="2138" b="1" baseline="30000" dirty="0">
                <a:solidFill>
                  <a:srgbClr val="E69B0A"/>
                </a:solidFill>
                <a:latin typeface="Poppins"/>
              </a:rPr>
              <a:t>3</a:t>
            </a:r>
            <a:r>
              <a:rPr lang="es-CL" sz="2138" b="1" dirty="0">
                <a:solidFill>
                  <a:srgbClr val="E69B0A"/>
                </a:solidFill>
                <a:latin typeface="Poppins"/>
              </a:rPr>
              <a:t>B</a:t>
            </a:r>
            <a:r>
              <a:rPr lang="es-CL" sz="2138" b="1" baseline="-25000" dirty="0">
                <a:solidFill>
                  <a:srgbClr val="E69B0A"/>
                </a:solidFill>
                <a:latin typeface="Poppins"/>
              </a:rPr>
              <a:t>nm</a:t>
            </a:r>
            <a:r>
              <a:rPr lang="es-CL" sz="2138" dirty="0">
                <a:solidFill>
                  <a:srgbClr val="000000"/>
                </a:solidFill>
                <a:latin typeface="Poppins"/>
              </a:rPr>
              <a:t> </a:t>
            </a:r>
          </a:p>
          <a:p>
            <a:pPr>
              <a:lnSpc>
                <a:spcPts val="3206"/>
              </a:lnSpc>
            </a:pPr>
            <a:r>
              <a:rPr lang="es-CL" sz="2138" dirty="0">
                <a:solidFill>
                  <a:srgbClr val="000000"/>
                </a:solidFill>
                <a:latin typeface="Poppins"/>
              </a:rPr>
              <a:t>(Coincidencia exacta con Planck).</a:t>
            </a:r>
            <a:endParaRPr sz="2138" dirty="0">
              <a:solidFill>
                <a:srgbClr val="000000"/>
              </a:solidFill>
              <a:latin typeface="Poppins"/>
            </a:endParaRP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6E2B472B-11C5-5346-A790-2904E662BE86}"/>
                  </a:ext>
                </a:extLst>
              </p14:cNvPr>
              <p14:cNvContentPartPr/>
              <p14:nvPr/>
            </p14:nvContentPartPr>
            <p14:xfrm>
              <a:off x="1647360" y="2113560"/>
              <a:ext cx="15928560" cy="6046920"/>
            </p14:xfrm>
          </p:contentPart>
        </mc:Choice>
        <mc:Fallback>
          <p:pic>
            <p:nvPicPr>
              <p:cNvPr id="3" name="Ink 2">
                <a:extLst>
                  <a:ext uri="{FF2B5EF4-FFF2-40B4-BE49-F238E27FC236}">
                    <a16:creationId xmlns:a16="http://schemas.microsoft.com/office/drawing/2014/main" id="{6E2B472B-11C5-5346-A790-2904E662BE86}"/>
                  </a:ext>
                </a:extLst>
              </p:cNvPr>
              <p:cNvPicPr/>
              <p:nvPr/>
            </p:nvPicPr>
            <p:blipFill>
              <a:blip r:embed="rId5"/>
              <a:stretch>
                <a:fillRect/>
              </a:stretch>
            </p:blipFill>
            <p:spPr>
              <a:xfrm>
                <a:off x="1638000" y="2097360"/>
                <a:ext cx="15954120" cy="6079320"/>
              </a:xfrm>
              <a:prstGeom prst="rect">
                <a:avLst/>
              </a:prstGeom>
            </p:spPr>
          </p:pic>
        </mc:Fallback>
      </mc:AlternateContent>
    </p:spTree>
    <p:extLst>
      <p:ext uri="{BB962C8B-B14F-4D97-AF65-F5344CB8AC3E}">
        <p14:creationId xmlns:p14="http://schemas.microsoft.com/office/powerpoint/2010/main" val="2189483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132B299B-46BB-2E33-5BA3-F1899CC608D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FCBCC28-47F4-5C10-E018-91160AAA452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36" t="-112" r="-126" b="-250"/>
            </a:stretch>
          </a:blipFill>
        </p:spPr>
        <p:txBody>
          <a:bodyPr/>
          <a:lstStyle/>
          <a:p>
            <a:endParaRPr lang="es-ES"/>
          </a:p>
        </p:txBody>
      </p:sp>
      <p:sp>
        <p:nvSpPr>
          <p:cNvPr id="115" name="Google Shape;115;p15">
            <a:extLst>
              <a:ext uri="{FF2B5EF4-FFF2-40B4-BE49-F238E27FC236}">
                <a16:creationId xmlns:a16="http://schemas.microsoft.com/office/drawing/2014/main" id="{40229834-864F-725C-03A3-170B001CBE63}"/>
              </a:ext>
            </a:extLst>
          </p:cNvPr>
          <p:cNvSpPr txBox="1"/>
          <p:nvPr/>
        </p:nvSpPr>
        <p:spPr>
          <a:xfrm>
            <a:off x="1000125" y="1181100"/>
            <a:ext cx="17102138" cy="628377"/>
          </a:xfrm>
          <a:prstGeom prst="rect">
            <a:avLst/>
          </a:prstGeom>
          <a:noFill/>
          <a:ln>
            <a:noFill/>
          </a:ln>
        </p:spPr>
        <p:txBody>
          <a:bodyPr spcFirstLastPara="1" wrap="square" lIns="0" tIns="0" rIns="0" bIns="0" anchor="t" anchorCtr="0">
            <a:spAutoFit/>
          </a:bodyPr>
          <a:lstStyle/>
          <a:p>
            <a:pPr>
              <a:lnSpc>
                <a:spcPts val="4860"/>
              </a:lnSpc>
            </a:pPr>
            <a:r>
              <a:rPr lang="es-CL" sz="4800" b="1" dirty="0">
                <a:solidFill>
                  <a:srgbClr val="223C6A"/>
                </a:solidFill>
                <a:latin typeface="Poppins"/>
              </a:rPr>
              <a:t>“Necesidad” de la emisión estimulada</a:t>
            </a:r>
          </a:p>
        </p:txBody>
      </p:sp>
      <p:sp>
        <p:nvSpPr>
          <p:cNvPr id="116" name="Google Shape;116;p15">
            <a:extLst>
              <a:ext uri="{FF2B5EF4-FFF2-40B4-BE49-F238E27FC236}">
                <a16:creationId xmlns:a16="http://schemas.microsoft.com/office/drawing/2014/main" id="{4E50323C-19C6-5C40-D23C-A4D8BD65E27A}"/>
              </a:ext>
            </a:extLst>
          </p:cNvPr>
          <p:cNvSpPr/>
          <p:nvPr/>
        </p:nvSpPr>
        <p:spPr>
          <a:xfrm>
            <a:off x="1000125" y="1811610"/>
            <a:ext cx="16287750" cy="28575"/>
          </a:xfrm>
          <a:prstGeom prst="rect">
            <a:avLst/>
          </a:prstGeom>
          <a:solidFill>
            <a:srgbClr val="E69B0A"/>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3" name="CuadroTexto 6">
            <a:extLst>
              <a:ext uri="{FF2B5EF4-FFF2-40B4-BE49-F238E27FC236}">
                <a16:creationId xmlns:a16="http://schemas.microsoft.com/office/drawing/2014/main" id="{75E9ABFD-98A0-31E5-A5D8-75D5D46B7A47}"/>
              </a:ext>
            </a:extLst>
          </p:cNvPr>
          <p:cNvSpPr txBox="1"/>
          <p:nvPr/>
        </p:nvSpPr>
        <p:spPr>
          <a:xfrm>
            <a:off x="1586754" y="3208269"/>
            <a:ext cx="14478000" cy="1333500"/>
          </a:xfrm>
          <a:prstGeom prst="rect">
            <a:avLst/>
          </a:prstGeom>
          <a:noFill/>
        </p:spPr>
        <p:txBody>
          <a:bodyPr wrap="square">
            <a:spAutoFit/>
          </a:bodyPr>
          <a:lstStyle/>
          <a:p>
            <a:pPr lvl="0" algn="just"/>
            <a:r>
              <a:rPr lang="en-CL" sz="2000" dirty="0">
                <a:latin typeface="Poppins" pitchFamily="2" charset="77"/>
                <a:cs typeface="Poppins" pitchFamily="2" charset="77"/>
              </a:rPr>
              <a:t>	Einstein demostró que para que un conjunto de átomos alcance el equilibrio térmico con la radiación de cuerpo negro (siguiendo la distribución de Planck), la tasa de transiciones hacia niveles de menor energía </a:t>
            </a:r>
            <a:r>
              <a:rPr lang="en-CL" sz="2000" b="1" dirty="0">
                <a:latin typeface="Poppins" pitchFamily="2" charset="77"/>
                <a:cs typeface="Poppins" pitchFamily="2" charset="77"/>
              </a:rPr>
              <a:t>debe</a:t>
            </a:r>
            <a:r>
              <a:rPr lang="en-CL" sz="2000" dirty="0">
                <a:latin typeface="Poppins" pitchFamily="2" charset="77"/>
                <a:cs typeface="Poppins" pitchFamily="2" charset="77"/>
              </a:rPr>
              <a:t> incluir un término proporcional a la densidad de energía del campo externo. Sin este término "estimulado", la física estadística no lograría reconciliar la ley de Planck con los niveles de energía discretos de Bohr.</a:t>
            </a:r>
          </a:p>
        </p:txBody>
      </p:sp>
      <p:sp>
        <p:nvSpPr>
          <p:cNvPr id="4" name="CuadroTexto 6">
            <a:extLst>
              <a:ext uri="{FF2B5EF4-FFF2-40B4-BE49-F238E27FC236}">
                <a16:creationId xmlns:a16="http://schemas.microsoft.com/office/drawing/2014/main" id="{4472AB1A-5720-5200-B3D1-F8A2BD1EFD4D}"/>
              </a:ext>
            </a:extLst>
          </p:cNvPr>
          <p:cNvSpPr txBox="1"/>
          <p:nvPr/>
        </p:nvSpPr>
        <p:spPr>
          <a:xfrm>
            <a:off x="1600201" y="5725060"/>
            <a:ext cx="14478000" cy="1323439"/>
          </a:xfrm>
          <a:prstGeom prst="rect">
            <a:avLst/>
          </a:prstGeom>
          <a:noFill/>
        </p:spPr>
        <p:txBody>
          <a:bodyPr wrap="square">
            <a:spAutoFit/>
          </a:bodyPr>
          <a:lstStyle/>
          <a:p>
            <a:pPr algn="just"/>
            <a:r>
              <a:rPr lang="en-CL" sz="2000" dirty="0">
                <a:latin typeface="Poppins" pitchFamily="2" charset="77"/>
                <a:cs typeface="Poppins" pitchFamily="2" charset="77"/>
              </a:rPr>
              <a:t>	</a:t>
            </a:r>
            <a:r>
              <a:rPr lang="en-CL" sz="2000" b="1" dirty="0">
                <a:latin typeface="Poppins" pitchFamily="2" charset="77"/>
                <a:cs typeface="Poppins" pitchFamily="2" charset="77"/>
              </a:rPr>
              <a:t>Vínculo con la Emisión Espontánea:</a:t>
            </a:r>
            <a:r>
              <a:rPr lang="en-CL" sz="2000" dirty="0">
                <a:latin typeface="Poppins" pitchFamily="2" charset="77"/>
                <a:cs typeface="Poppins" pitchFamily="2" charset="77"/>
              </a:rPr>
              <a:t> Existe una relación matemática rígida entre los coeficientes de Einstein: </a:t>
            </a:r>
            <a:r>
              <a:rPr lang="en-CL" sz="2000" i="1" dirty="0">
                <a:latin typeface="Poppins" pitchFamily="2" charset="77"/>
                <a:cs typeface="Poppins" pitchFamily="2" charset="77"/>
              </a:rPr>
              <a:t>Anm </a:t>
            </a:r>
            <a:r>
              <a:rPr lang="en-CL" sz="2000" dirty="0">
                <a:latin typeface="Poppins" pitchFamily="2" charset="77"/>
                <a:cs typeface="Poppins" pitchFamily="2" charset="77"/>
              </a:rPr>
              <a:t>y</a:t>
            </a:r>
            <a:r>
              <a:rPr lang="en-CL" sz="2000" i="1" dirty="0">
                <a:latin typeface="Poppins" pitchFamily="2" charset="77"/>
                <a:cs typeface="Poppins" pitchFamily="2" charset="77"/>
              </a:rPr>
              <a:t> </a:t>
            </a:r>
            <a:r>
              <a:rPr lang="en-CL" sz="2000" dirty="0">
                <a:latin typeface="Poppins" pitchFamily="2" charset="77"/>
                <a:cs typeface="Poppins" pitchFamily="2" charset="77"/>
              </a:rPr>
              <a:t> y </a:t>
            </a:r>
            <a:r>
              <a:rPr lang="en-CL" sz="2000" i="1" dirty="0">
                <a:latin typeface="Poppins" pitchFamily="2" charset="77"/>
                <a:cs typeface="Poppins" pitchFamily="2" charset="77"/>
              </a:rPr>
              <a:t>Bnm</a:t>
            </a:r>
            <a:r>
              <a:rPr lang="en-CL" sz="2000" dirty="0">
                <a:latin typeface="Poppins" pitchFamily="2" charset="77"/>
                <a:cs typeface="Poppins" pitchFamily="2" charset="77"/>
              </a:rPr>
              <a:t>​. Esto implica que la capacidad de un átomo para emitir luz por sí solo (un acto puramente cuántico y probabilístico) está intrínsecamente ligada a su capacidad para ser "estimulado" por un campo externo.</a:t>
            </a:r>
          </a:p>
        </p:txBody>
      </p:sp>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31359921-31EE-2D13-8E10-C31E77BD10B7}"/>
                  </a:ext>
                </a:extLst>
              </p14:cNvPr>
              <p14:cNvContentPartPr/>
              <p14:nvPr/>
            </p14:nvContentPartPr>
            <p14:xfrm>
              <a:off x="3070440" y="6343200"/>
              <a:ext cx="1798920" cy="21240"/>
            </p14:xfrm>
          </p:contentPart>
        </mc:Choice>
        <mc:Fallback>
          <p:pic>
            <p:nvPicPr>
              <p:cNvPr id="5" name="Ink 4">
                <a:extLst>
                  <a:ext uri="{FF2B5EF4-FFF2-40B4-BE49-F238E27FC236}">
                    <a16:creationId xmlns:a16="http://schemas.microsoft.com/office/drawing/2014/main" id="{31359921-31EE-2D13-8E10-C31E77BD10B7}"/>
                  </a:ext>
                </a:extLst>
              </p:cNvPr>
              <p:cNvPicPr/>
              <p:nvPr/>
            </p:nvPicPr>
            <p:blipFill>
              <a:blip r:embed="rId5"/>
              <a:stretch>
                <a:fillRect/>
              </a:stretch>
            </p:blipFill>
            <p:spPr>
              <a:xfrm>
                <a:off x="3061080" y="6333840"/>
                <a:ext cx="1817640" cy="39960"/>
              </a:xfrm>
              <a:prstGeom prst="rect">
                <a:avLst/>
              </a:prstGeom>
            </p:spPr>
          </p:pic>
        </mc:Fallback>
      </mc:AlternateContent>
    </p:spTree>
    <p:extLst>
      <p:ext uri="{BB962C8B-B14F-4D97-AF65-F5344CB8AC3E}">
        <p14:creationId xmlns:p14="http://schemas.microsoft.com/office/powerpoint/2010/main" val="2859080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EDB97861-AD97-356E-AB3A-2CFF6F21973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F792255-EC87-13B8-E140-7432405BD40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36" t="-112" r="-126" b="-250"/>
            </a:stretch>
          </a:blipFill>
        </p:spPr>
        <p:txBody>
          <a:bodyPr/>
          <a:lstStyle/>
          <a:p>
            <a:endParaRPr lang="es-ES"/>
          </a:p>
        </p:txBody>
      </p:sp>
      <p:sp>
        <p:nvSpPr>
          <p:cNvPr id="115" name="Google Shape;115;p15">
            <a:extLst>
              <a:ext uri="{FF2B5EF4-FFF2-40B4-BE49-F238E27FC236}">
                <a16:creationId xmlns:a16="http://schemas.microsoft.com/office/drawing/2014/main" id="{70820BA6-0CC7-D32D-0C2F-7783ABDDDB4F}"/>
              </a:ext>
            </a:extLst>
          </p:cNvPr>
          <p:cNvSpPr txBox="1"/>
          <p:nvPr/>
        </p:nvSpPr>
        <p:spPr>
          <a:xfrm>
            <a:off x="1000125" y="1181100"/>
            <a:ext cx="17102138" cy="628377"/>
          </a:xfrm>
          <a:prstGeom prst="rect">
            <a:avLst/>
          </a:prstGeom>
          <a:noFill/>
          <a:ln>
            <a:noFill/>
          </a:ln>
        </p:spPr>
        <p:txBody>
          <a:bodyPr spcFirstLastPara="1" wrap="square" lIns="0" tIns="0" rIns="0" bIns="0" anchor="t" anchorCtr="0">
            <a:spAutoFit/>
          </a:bodyPr>
          <a:lstStyle/>
          <a:p>
            <a:pPr>
              <a:lnSpc>
                <a:spcPts val="4860"/>
              </a:lnSpc>
            </a:pPr>
            <a:r>
              <a:rPr lang="es-CL" sz="4800" b="1" dirty="0">
                <a:solidFill>
                  <a:srgbClr val="223C6A"/>
                </a:solidFill>
                <a:latin typeface="Poppins"/>
              </a:rPr>
              <a:t>El Fotón “Clonado”</a:t>
            </a:r>
          </a:p>
        </p:txBody>
      </p:sp>
      <p:sp>
        <p:nvSpPr>
          <p:cNvPr id="116" name="Google Shape;116;p15">
            <a:extLst>
              <a:ext uri="{FF2B5EF4-FFF2-40B4-BE49-F238E27FC236}">
                <a16:creationId xmlns:a16="http://schemas.microsoft.com/office/drawing/2014/main" id="{6CF228AD-C184-7A32-0504-748608F69602}"/>
              </a:ext>
            </a:extLst>
          </p:cNvPr>
          <p:cNvSpPr/>
          <p:nvPr/>
        </p:nvSpPr>
        <p:spPr>
          <a:xfrm>
            <a:off x="1000125" y="1811610"/>
            <a:ext cx="16287750" cy="28575"/>
          </a:xfrm>
          <a:prstGeom prst="rect">
            <a:avLst/>
          </a:prstGeom>
          <a:solidFill>
            <a:srgbClr val="E69B0A"/>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grpSp>
        <p:nvGrpSpPr>
          <p:cNvPr id="6" name="Group 5">
            <a:extLst>
              <a:ext uri="{FF2B5EF4-FFF2-40B4-BE49-F238E27FC236}">
                <a16:creationId xmlns:a16="http://schemas.microsoft.com/office/drawing/2014/main" id="{AE816603-03A6-17C7-F31F-14D07C361B98}"/>
              </a:ext>
            </a:extLst>
          </p:cNvPr>
          <p:cNvGrpSpPr/>
          <p:nvPr/>
        </p:nvGrpSpPr>
        <p:grpSpPr>
          <a:xfrm>
            <a:off x="879662" y="2247900"/>
            <a:ext cx="5295974" cy="3661841"/>
            <a:chOff x="857251" y="3461047"/>
            <a:chExt cx="5295974" cy="3661841"/>
          </a:xfrm>
        </p:grpSpPr>
        <p:pic>
          <p:nvPicPr>
            <p:cNvPr id="3" name="Picture 2" descr="image.png">
              <a:extLst>
                <a:ext uri="{FF2B5EF4-FFF2-40B4-BE49-F238E27FC236}">
                  <a16:creationId xmlns:a16="http://schemas.microsoft.com/office/drawing/2014/main" id="{646CEA1D-98F9-4715-8FCF-EDC60F7A42A9}"/>
                </a:ext>
              </a:extLst>
            </p:cNvPr>
            <p:cNvPicPr>
              <a:picLocks noChangeAspect="1"/>
            </p:cNvPicPr>
            <p:nvPr/>
          </p:nvPicPr>
          <p:blipFill>
            <a:blip r:embed="rId4"/>
            <a:stretch>
              <a:fillRect/>
            </a:stretch>
          </p:blipFill>
          <p:spPr>
            <a:xfrm>
              <a:off x="857251" y="3461047"/>
              <a:ext cx="5295974" cy="3661841"/>
            </a:xfrm>
            <a:prstGeom prst="rect">
              <a:avLst/>
            </a:prstGeom>
          </p:spPr>
        </p:pic>
        <p:pic>
          <p:nvPicPr>
            <p:cNvPr id="9" name="Picture 8" descr="image.png">
              <a:extLst>
                <a:ext uri="{FF2B5EF4-FFF2-40B4-BE49-F238E27FC236}">
                  <a16:creationId xmlns:a16="http://schemas.microsoft.com/office/drawing/2014/main" id="{0D7F6CF9-45CA-8439-03C1-6DA2A8D9B404}"/>
                </a:ext>
              </a:extLst>
            </p:cNvPr>
            <p:cNvPicPr>
              <a:picLocks noChangeAspect="1"/>
            </p:cNvPicPr>
            <p:nvPr/>
          </p:nvPicPr>
          <p:blipFill>
            <a:blip r:embed="rId5"/>
            <a:stretch>
              <a:fillRect/>
            </a:stretch>
          </p:blipFill>
          <p:spPr>
            <a:xfrm>
              <a:off x="1214438" y="3875384"/>
              <a:ext cx="771525" cy="771525"/>
            </a:xfrm>
            <a:prstGeom prst="rect">
              <a:avLst/>
            </a:prstGeom>
          </p:spPr>
        </p:pic>
        <p:sp>
          <p:nvSpPr>
            <p:cNvPr id="10" name="TextBox 9">
              <a:extLst>
                <a:ext uri="{FF2B5EF4-FFF2-40B4-BE49-F238E27FC236}">
                  <a16:creationId xmlns:a16="http://schemas.microsoft.com/office/drawing/2014/main" id="{D30F56AD-413A-2069-C7E3-155271B9182E}"/>
                </a:ext>
              </a:extLst>
            </p:cNvPr>
            <p:cNvSpPr txBox="1"/>
            <p:nvPr/>
          </p:nvSpPr>
          <p:spPr>
            <a:xfrm>
              <a:off x="1214438" y="4904084"/>
              <a:ext cx="2895362" cy="411651"/>
            </a:xfrm>
            <a:prstGeom prst="rect">
              <a:avLst/>
            </a:prstGeom>
            <a:noFill/>
          </p:spPr>
          <p:txBody>
            <a:bodyPr wrap="square" lIns="0" tIns="0" rIns="0" bIns="0" anchor="t">
              <a:spAutoFit/>
            </a:bodyPr>
            <a:lstStyle/>
            <a:p>
              <a:pPr>
                <a:lnSpc>
                  <a:spcPts val="3240"/>
                </a:lnSpc>
              </a:pPr>
              <a:r>
                <a:rPr b="1" dirty="0">
                  <a:solidFill>
                    <a:srgbClr val="223C6A"/>
                  </a:solidFill>
                  <a:latin typeface="Poppins"/>
                </a:rPr>
                <a:t>Identidad Total</a:t>
              </a:r>
            </a:p>
          </p:txBody>
        </p:sp>
        <p:sp>
          <p:nvSpPr>
            <p:cNvPr id="11" name="TextBox 10">
              <a:extLst>
                <a:ext uri="{FF2B5EF4-FFF2-40B4-BE49-F238E27FC236}">
                  <a16:creationId xmlns:a16="http://schemas.microsoft.com/office/drawing/2014/main" id="{62A19668-EEDB-DDE7-1EEF-8528925D5F79}"/>
                </a:ext>
              </a:extLst>
            </p:cNvPr>
            <p:cNvSpPr txBox="1"/>
            <p:nvPr/>
          </p:nvSpPr>
          <p:spPr>
            <a:xfrm>
              <a:off x="1214438" y="5486971"/>
              <a:ext cx="4581599" cy="1210781"/>
            </a:xfrm>
            <a:prstGeom prst="rect">
              <a:avLst/>
            </a:prstGeom>
            <a:noFill/>
          </p:spPr>
          <p:txBody>
            <a:bodyPr wrap="square" lIns="0" tIns="0" rIns="0" bIns="0" anchor="t">
              <a:spAutoFit/>
            </a:bodyPr>
            <a:lstStyle/>
            <a:p>
              <a:pPr>
                <a:lnSpc>
                  <a:spcPts val="3206"/>
                </a:lnSpc>
              </a:pPr>
              <a:r>
                <a:rPr sz="2138" dirty="0">
                  <a:solidFill>
                    <a:srgbClr val="000000"/>
                  </a:solidFill>
                  <a:latin typeface="Poppins"/>
                </a:rPr>
                <a:t>El </a:t>
              </a:r>
              <a:r>
                <a:rPr sz="2138" dirty="0" err="1">
                  <a:solidFill>
                    <a:srgbClr val="000000"/>
                  </a:solidFill>
                  <a:latin typeface="Poppins"/>
                </a:rPr>
                <a:t>fotón</a:t>
              </a:r>
              <a:r>
                <a:rPr sz="2138" dirty="0">
                  <a:solidFill>
                    <a:srgbClr val="000000"/>
                  </a:solidFill>
                  <a:latin typeface="Poppins"/>
                </a:rPr>
                <a:t> </a:t>
              </a:r>
              <a:r>
                <a:rPr sz="2138" dirty="0" err="1">
                  <a:solidFill>
                    <a:srgbClr val="000000"/>
                  </a:solidFill>
                  <a:latin typeface="Poppins"/>
                </a:rPr>
                <a:t>emitido</a:t>
              </a:r>
              <a:r>
                <a:rPr sz="2138" dirty="0">
                  <a:solidFill>
                    <a:srgbClr val="000000"/>
                  </a:solidFill>
                  <a:latin typeface="Poppins"/>
                </a:rPr>
                <a:t> </a:t>
              </a:r>
              <a:r>
                <a:rPr sz="2138" dirty="0" err="1">
                  <a:solidFill>
                    <a:srgbClr val="000000"/>
                  </a:solidFill>
                  <a:latin typeface="Poppins"/>
                </a:rPr>
                <a:t>conserva</a:t>
              </a:r>
              <a:r>
                <a:rPr sz="2138" dirty="0">
                  <a:solidFill>
                    <a:srgbClr val="000000"/>
                  </a:solidFill>
                  <a:latin typeface="Poppins"/>
                </a:rPr>
                <a:t> </a:t>
              </a:r>
              <a:r>
                <a:rPr sz="2138" b="1" dirty="0" err="1">
                  <a:solidFill>
                    <a:srgbClr val="E69B0A"/>
                  </a:solidFill>
                  <a:latin typeface="Poppins"/>
                </a:rPr>
                <a:t>fase</a:t>
              </a:r>
              <a:r>
                <a:rPr sz="2138" b="1" dirty="0">
                  <a:solidFill>
                    <a:srgbClr val="E69B0A"/>
                  </a:solidFill>
                  <a:latin typeface="Poppins"/>
                </a:rPr>
                <a:t>, </a:t>
              </a:r>
              <a:r>
                <a:rPr sz="2138" b="1" dirty="0" err="1">
                  <a:solidFill>
                    <a:srgbClr val="E69B0A"/>
                  </a:solidFill>
                  <a:latin typeface="Poppins"/>
                </a:rPr>
                <a:t>frecuencia</a:t>
              </a:r>
              <a:r>
                <a:rPr sz="2138" b="1" dirty="0">
                  <a:solidFill>
                    <a:srgbClr val="E69B0A"/>
                  </a:solidFill>
                  <a:latin typeface="Poppins"/>
                </a:rPr>
                <a:t>, </a:t>
              </a:r>
              <a:r>
                <a:rPr sz="2138" b="1" dirty="0" err="1">
                  <a:solidFill>
                    <a:srgbClr val="E69B0A"/>
                  </a:solidFill>
                  <a:latin typeface="Poppins"/>
                </a:rPr>
                <a:t>dirección</a:t>
              </a:r>
              <a:r>
                <a:rPr sz="2138" b="1" dirty="0">
                  <a:solidFill>
                    <a:srgbClr val="E69B0A"/>
                  </a:solidFill>
                  <a:latin typeface="Poppins"/>
                </a:rPr>
                <a:t> y </a:t>
              </a:r>
              <a:r>
                <a:rPr sz="2138" b="1" dirty="0" err="1">
                  <a:solidFill>
                    <a:srgbClr val="E69B0A"/>
                  </a:solidFill>
                  <a:latin typeface="Poppins"/>
                </a:rPr>
                <a:t>polarización</a:t>
              </a:r>
              <a:r>
                <a:rPr sz="2138" dirty="0">
                  <a:solidFill>
                    <a:srgbClr val="000000"/>
                  </a:solidFill>
                  <a:latin typeface="Poppins"/>
                </a:rPr>
                <a:t> del </a:t>
              </a:r>
              <a:r>
                <a:rPr sz="2138" dirty="0" err="1">
                  <a:solidFill>
                    <a:srgbClr val="000000"/>
                  </a:solidFill>
                  <a:latin typeface="Poppins"/>
                </a:rPr>
                <a:t>fotón</a:t>
              </a:r>
              <a:r>
                <a:rPr sz="2138" dirty="0">
                  <a:solidFill>
                    <a:srgbClr val="000000"/>
                  </a:solidFill>
                  <a:latin typeface="Poppins"/>
                </a:rPr>
                <a:t> </a:t>
              </a:r>
              <a:r>
                <a:rPr sz="2138" dirty="0" err="1">
                  <a:solidFill>
                    <a:srgbClr val="000000"/>
                  </a:solidFill>
                  <a:latin typeface="Poppins"/>
                </a:rPr>
                <a:t>incidente</a:t>
              </a:r>
              <a:r>
                <a:rPr sz="2138" dirty="0">
                  <a:solidFill>
                    <a:srgbClr val="000000"/>
                  </a:solidFill>
                  <a:latin typeface="Poppins"/>
                </a:rPr>
                <a:t>.</a:t>
              </a:r>
            </a:p>
          </p:txBody>
        </p:sp>
        <p:pic>
          <p:nvPicPr>
            <p:cNvPr id="18" name="Picture 17" descr="image.png">
              <a:extLst>
                <a:ext uri="{FF2B5EF4-FFF2-40B4-BE49-F238E27FC236}">
                  <a16:creationId xmlns:a16="http://schemas.microsoft.com/office/drawing/2014/main" id="{838DDACF-B309-1029-12A1-37DA277745AC}"/>
                </a:ext>
              </a:extLst>
            </p:cNvPr>
            <p:cNvPicPr>
              <a:picLocks noChangeAspect="1"/>
            </p:cNvPicPr>
            <p:nvPr/>
          </p:nvPicPr>
          <p:blipFill>
            <a:blip r:embed="rId6"/>
            <a:stretch>
              <a:fillRect/>
            </a:stretch>
          </p:blipFill>
          <p:spPr>
            <a:xfrm>
              <a:off x="1428750" y="4089697"/>
              <a:ext cx="342900" cy="342900"/>
            </a:xfrm>
            <a:prstGeom prst="rect">
              <a:avLst/>
            </a:prstGeom>
          </p:spPr>
        </p:pic>
      </p:grpSp>
      <p:grpSp>
        <p:nvGrpSpPr>
          <p:cNvPr id="7" name="Group 6">
            <a:extLst>
              <a:ext uri="{FF2B5EF4-FFF2-40B4-BE49-F238E27FC236}">
                <a16:creationId xmlns:a16="http://schemas.microsoft.com/office/drawing/2014/main" id="{41FD0EA8-427D-00B5-9FE9-55C3C5E7C9B6}"/>
              </a:ext>
            </a:extLst>
          </p:cNvPr>
          <p:cNvGrpSpPr/>
          <p:nvPr/>
        </p:nvGrpSpPr>
        <p:grpSpPr>
          <a:xfrm>
            <a:off x="6518535" y="2247900"/>
            <a:ext cx="5295974" cy="3661841"/>
            <a:chOff x="6496124" y="3461047"/>
            <a:chExt cx="5295974" cy="3661841"/>
          </a:xfrm>
        </p:grpSpPr>
        <p:pic>
          <p:nvPicPr>
            <p:cNvPr id="4" name="Picture 3" descr="image.png">
              <a:extLst>
                <a:ext uri="{FF2B5EF4-FFF2-40B4-BE49-F238E27FC236}">
                  <a16:creationId xmlns:a16="http://schemas.microsoft.com/office/drawing/2014/main" id="{02574956-4ED7-C49A-2DFE-B861B1D280DE}"/>
                </a:ext>
              </a:extLst>
            </p:cNvPr>
            <p:cNvPicPr>
              <a:picLocks noChangeAspect="1"/>
            </p:cNvPicPr>
            <p:nvPr/>
          </p:nvPicPr>
          <p:blipFill>
            <a:blip r:embed="rId7"/>
            <a:stretch>
              <a:fillRect/>
            </a:stretch>
          </p:blipFill>
          <p:spPr>
            <a:xfrm>
              <a:off x="6496124" y="3461047"/>
              <a:ext cx="5295974" cy="3661841"/>
            </a:xfrm>
            <a:prstGeom prst="rect">
              <a:avLst/>
            </a:prstGeom>
          </p:spPr>
        </p:pic>
        <p:pic>
          <p:nvPicPr>
            <p:cNvPr id="12" name="Picture 11" descr="image.png">
              <a:extLst>
                <a:ext uri="{FF2B5EF4-FFF2-40B4-BE49-F238E27FC236}">
                  <a16:creationId xmlns:a16="http://schemas.microsoft.com/office/drawing/2014/main" id="{B22D5E05-2C4D-0008-E532-4E6EC5174F40}"/>
                </a:ext>
              </a:extLst>
            </p:cNvPr>
            <p:cNvPicPr>
              <a:picLocks noChangeAspect="1"/>
            </p:cNvPicPr>
            <p:nvPr/>
          </p:nvPicPr>
          <p:blipFill>
            <a:blip r:embed="rId8"/>
            <a:stretch>
              <a:fillRect/>
            </a:stretch>
          </p:blipFill>
          <p:spPr>
            <a:xfrm>
              <a:off x="6853311" y="3875384"/>
              <a:ext cx="771525" cy="771525"/>
            </a:xfrm>
            <a:prstGeom prst="rect">
              <a:avLst/>
            </a:prstGeom>
          </p:spPr>
        </p:pic>
        <p:sp>
          <p:nvSpPr>
            <p:cNvPr id="13" name="TextBox 12">
              <a:extLst>
                <a:ext uri="{FF2B5EF4-FFF2-40B4-BE49-F238E27FC236}">
                  <a16:creationId xmlns:a16="http://schemas.microsoft.com/office/drawing/2014/main" id="{88B0315F-085D-D077-7481-4F30CF36BE03}"/>
                </a:ext>
              </a:extLst>
            </p:cNvPr>
            <p:cNvSpPr txBox="1"/>
            <p:nvPr/>
          </p:nvSpPr>
          <p:spPr>
            <a:xfrm>
              <a:off x="6853312" y="4904084"/>
              <a:ext cx="2175272" cy="411651"/>
            </a:xfrm>
            <a:prstGeom prst="rect">
              <a:avLst/>
            </a:prstGeom>
            <a:noFill/>
          </p:spPr>
          <p:txBody>
            <a:bodyPr wrap="square" lIns="0" tIns="0" rIns="0" bIns="0" anchor="t">
              <a:spAutoFit/>
            </a:bodyPr>
            <a:lstStyle/>
            <a:p>
              <a:pPr>
                <a:lnSpc>
                  <a:spcPts val="3240"/>
                </a:lnSpc>
              </a:pPr>
              <a:r>
                <a:rPr b="1">
                  <a:solidFill>
                    <a:srgbClr val="223C6A"/>
                  </a:solidFill>
                  <a:latin typeface="Poppins"/>
                </a:rPr>
                <a:t>Coherencia</a:t>
              </a:r>
            </a:p>
          </p:txBody>
        </p:sp>
        <p:sp>
          <p:nvSpPr>
            <p:cNvPr id="14" name="TextBox 13">
              <a:extLst>
                <a:ext uri="{FF2B5EF4-FFF2-40B4-BE49-F238E27FC236}">
                  <a16:creationId xmlns:a16="http://schemas.microsoft.com/office/drawing/2014/main" id="{3424CBE9-D0D6-E002-C9EE-A56779FC34BC}"/>
                </a:ext>
              </a:extLst>
            </p:cNvPr>
            <p:cNvSpPr txBox="1"/>
            <p:nvPr/>
          </p:nvSpPr>
          <p:spPr>
            <a:xfrm>
              <a:off x="6853312" y="5486971"/>
              <a:ext cx="4581599" cy="1210781"/>
            </a:xfrm>
            <a:prstGeom prst="rect">
              <a:avLst/>
            </a:prstGeom>
            <a:noFill/>
          </p:spPr>
          <p:txBody>
            <a:bodyPr wrap="square" lIns="0" tIns="0" rIns="0" bIns="0" anchor="t">
              <a:spAutoFit/>
            </a:bodyPr>
            <a:lstStyle/>
            <a:p>
              <a:pPr>
                <a:lnSpc>
                  <a:spcPts val="3206"/>
                </a:lnSpc>
              </a:pPr>
              <a:r>
                <a:rPr sz="2138">
                  <a:solidFill>
                    <a:srgbClr val="000000"/>
                  </a:solidFill>
                  <a:latin typeface="Poppins"/>
                </a:rPr>
                <a:t>Superposición constructiva perfecta de ondas. Base física para la amplificación de luz.</a:t>
              </a:r>
            </a:p>
          </p:txBody>
        </p:sp>
        <p:pic>
          <p:nvPicPr>
            <p:cNvPr id="19" name="Picture 18" descr="image.png">
              <a:extLst>
                <a:ext uri="{FF2B5EF4-FFF2-40B4-BE49-F238E27FC236}">
                  <a16:creationId xmlns:a16="http://schemas.microsoft.com/office/drawing/2014/main" id="{78324746-21CC-E2AB-E70E-E8E4EE5CFECC}"/>
                </a:ext>
              </a:extLst>
            </p:cNvPr>
            <p:cNvPicPr>
              <a:picLocks noChangeAspect="1"/>
            </p:cNvPicPr>
            <p:nvPr/>
          </p:nvPicPr>
          <p:blipFill>
            <a:blip r:embed="rId9"/>
            <a:stretch>
              <a:fillRect/>
            </a:stretch>
          </p:blipFill>
          <p:spPr>
            <a:xfrm>
              <a:off x="7024761" y="4089697"/>
              <a:ext cx="428625" cy="342900"/>
            </a:xfrm>
            <a:prstGeom prst="rect">
              <a:avLst/>
            </a:prstGeom>
          </p:spPr>
        </p:pic>
      </p:grpSp>
      <p:grpSp>
        <p:nvGrpSpPr>
          <p:cNvPr id="21" name="Group 20">
            <a:extLst>
              <a:ext uri="{FF2B5EF4-FFF2-40B4-BE49-F238E27FC236}">
                <a16:creationId xmlns:a16="http://schemas.microsoft.com/office/drawing/2014/main" id="{FFD24542-5A84-50FF-3CF3-6DDA1ABBE9FE}"/>
              </a:ext>
            </a:extLst>
          </p:cNvPr>
          <p:cNvGrpSpPr/>
          <p:nvPr/>
        </p:nvGrpSpPr>
        <p:grpSpPr>
          <a:xfrm>
            <a:off x="12157410" y="2247900"/>
            <a:ext cx="5295974" cy="3661841"/>
            <a:chOff x="12134999" y="3461047"/>
            <a:chExt cx="5295974" cy="3661841"/>
          </a:xfrm>
        </p:grpSpPr>
        <p:pic>
          <p:nvPicPr>
            <p:cNvPr id="5" name="Picture 4" descr="image.png">
              <a:extLst>
                <a:ext uri="{FF2B5EF4-FFF2-40B4-BE49-F238E27FC236}">
                  <a16:creationId xmlns:a16="http://schemas.microsoft.com/office/drawing/2014/main" id="{AB9A867D-EB28-3E93-5775-6C7F76AC45E4}"/>
                </a:ext>
              </a:extLst>
            </p:cNvPr>
            <p:cNvPicPr>
              <a:picLocks noChangeAspect="1"/>
            </p:cNvPicPr>
            <p:nvPr/>
          </p:nvPicPr>
          <p:blipFill>
            <a:blip r:embed="rId10"/>
            <a:stretch>
              <a:fillRect/>
            </a:stretch>
          </p:blipFill>
          <p:spPr>
            <a:xfrm>
              <a:off x="12134999" y="3461047"/>
              <a:ext cx="5295974" cy="3661841"/>
            </a:xfrm>
            <a:prstGeom prst="rect">
              <a:avLst/>
            </a:prstGeom>
          </p:spPr>
        </p:pic>
        <p:pic>
          <p:nvPicPr>
            <p:cNvPr id="15" name="Picture 14" descr="image.png">
              <a:extLst>
                <a:ext uri="{FF2B5EF4-FFF2-40B4-BE49-F238E27FC236}">
                  <a16:creationId xmlns:a16="http://schemas.microsoft.com/office/drawing/2014/main" id="{E1EDF0D4-3176-B28C-E992-4A4A31FDC528}"/>
                </a:ext>
              </a:extLst>
            </p:cNvPr>
            <p:cNvPicPr>
              <a:picLocks noChangeAspect="1"/>
            </p:cNvPicPr>
            <p:nvPr/>
          </p:nvPicPr>
          <p:blipFill>
            <a:blip r:embed="rId11"/>
            <a:stretch>
              <a:fillRect/>
            </a:stretch>
          </p:blipFill>
          <p:spPr>
            <a:xfrm>
              <a:off x="12492186" y="3875384"/>
              <a:ext cx="771525" cy="771525"/>
            </a:xfrm>
            <a:prstGeom prst="rect">
              <a:avLst/>
            </a:prstGeom>
          </p:spPr>
        </p:pic>
        <p:sp>
          <p:nvSpPr>
            <p:cNvPr id="16" name="TextBox 15">
              <a:extLst>
                <a:ext uri="{FF2B5EF4-FFF2-40B4-BE49-F238E27FC236}">
                  <a16:creationId xmlns:a16="http://schemas.microsoft.com/office/drawing/2014/main" id="{BD03FDB2-7650-37B0-4829-C1BE7BF1AB5A}"/>
                </a:ext>
              </a:extLst>
            </p:cNvPr>
            <p:cNvSpPr txBox="1"/>
            <p:nvPr/>
          </p:nvSpPr>
          <p:spPr>
            <a:xfrm>
              <a:off x="12492187" y="4904084"/>
              <a:ext cx="2970371" cy="411651"/>
            </a:xfrm>
            <a:prstGeom prst="rect">
              <a:avLst/>
            </a:prstGeom>
            <a:noFill/>
          </p:spPr>
          <p:txBody>
            <a:bodyPr wrap="square" lIns="0" tIns="0" rIns="0" bIns="0" anchor="t">
              <a:spAutoFit/>
            </a:bodyPr>
            <a:lstStyle/>
            <a:p>
              <a:pPr>
                <a:lnSpc>
                  <a:spcPts val="3240"/>
                </a:lnSpc>
              </a:pPr>
              <a:r>
                <a:rPr b="1" dirty="0" err="1">
                  <a:solidFill>
                    <a:srgbClr val="223C6A"/>
                  </a:solidFill>
                  <a:latin typeface="Poppins"/>
                </a:rPr>
                <a:t>Efecto</a:t>
              </a:r>
              <a:r>
                <a:rPr b="1" dirty="0">
                  <a:solidFill>
                    <a:srgbClr val="223C6A"/>
                  </a:solidFill>
                  <a:latin typeface="Poppins"/>
                </a:rPr>
                <a:t> </a:t>
              </a:r>
              <a:r>
                <a:rPr b="1" dirty="0" err="1">
                  <a:solidFill>
                    <a:srgbClr val="223C6A"/>
                  </a:solidFill>
                  <a:latin typeface="Poppins"/>
                </a:rPr>
                <a:t>Bosónico</a:t>
              </a:r>
              <a:endParaRPr b="1" dirty="0">
                <a:solidFill>
                  <a:srgbClr val="223C6A"/>
                </a:solidFill>
                <a:latin typeface="Poppins"/>
              </a:endParaRPr>
            </a:p>
          </p:txBody>
        </p:sp>
        <p:sp>
          <p:nvSpPr>
            <p:cNvPr id="17" name="TextBox 16">
              <a:extLst>
                <a:ext uri="{FF2B5EF4-FFF2-40B4-BE49-F238E27FC236}">
                  <a16:creationId xmlns:a16="http://schemas.microsoft.com/office/drawing/2014/main" id="{3C7538FD-0B94-1B9E-7EB1-CBE0C5F7CCF8}"/>
                </a:ext>
              </a:extLst>
            </p:cNvPr>
            <p:cNvSpPr txBox="1"/>
            <p:nvPr/>
          </p:nvSpPr>
          <p:spPr>
            <a:xfrm>
              <a:off x="12492187" y="5486971"/>
              <a:ext cx="4581599" cy="1210781"/>
            </a:xfrm>
            <a:prstGeom prst="rect">
              <a:avLst/>
            </a:prstGeom>
            <a:noFill/>
          </p:spPr>
          <p:txBody>
            <a:bodyPr wrap="square" lIns="0" tIns="0" rIns="0" bIns="0" anchor="t">
              <a:spAutoFit/>
            </a:bodyPr>
            <a:lstStyle/>
            <a:p>
              <a:pPr>
                <a:lnSpc>
                  <a:spcPts val="3206"/>
                </a:lnSpc>
              </a:pPr>
              <a:r>
                <a:rPr sz="2138">
                  <a:solidFill>
                    <a:srgbClr val="000000"/>
                  </a:solidFill>
                  <a:latin typeface="Poppins"/>
                </a:rPr>
                <a:t>Los fotones (bosones) prefieren agruparse en el mismo estado cuántico ocupado.</a:t>
              </a:r>
            </a:p>
          </p:txBody>
        </p:sp>
        <p:pic>
          <p:nvPicPr>
            <p:cNvPr id="20" name="Picture 19" descr="image.png">
              <a:extLst>
                <a:ext uri="{FF2B5EF4-FFF2-40B4-BE49-F238E27FC236}">
                  <a16:creationId xmlns:a16="http://schemas.microsoft.com/office/drawing/2014/main" id="{028F0058-13DF-C077-6134-FFC78BDD6B88}"/>
                </a:ext>
              </a:extLst>
            </p:cNvPr>
            <p:cNvPicPr>
              <a:picLocks noChangeAspect="1"/>
            </p:cNvPicPr>
            <p:nvPr/>
          </p:nvPicPr>
          <p:blipFill>
            <a:blip r:embed="rId12"/>
            <a:stretch>
              <a:fillRect/>
            </a:stretch>
          </p:blipFill>
          <p:spPr>
            <a:xfrm>
              <a:off x="12706499" y="4089697"/>
              <a:ext cx="342900" cy="342900"/>
            </a:xfrm>
            <a:prstGeom prst="rect">
              <a:avLst/>
            </a:prstGeom>
          </p:spPr>
        </p:pic>
      </p:grpSp>
      <mc:AlternateContent xmlns:mc="http://schemas.openxmlformats.org/markup-compatibility/2006">
        <mc:Choice xmlns:p14="http://schemas.microsoft.com/office/powerpoint/2010/main" Requires="p14">
          <p:contentPart p14:bwMode="auto" r:id="rId13">
            <p14:nvContentPartPr>
              <p14:cNvPr id="8" name="Ink 7">
                <a:extLst>
                  <a:ext uri="{FF2B5EF4-FFF2-40B4-BE49-F238E27FC236}">
                    <a16:creationId xmlns:a16="http://schemas.microsoft.com/office/drawing/2014/main" id="{5DEC7B81-311B-F16E-C9BA-5B67CF2EC9FB}"/>
                  </a:ext>
                </a:extLst>
              </p14:cNvPr>
              <p14:cNvContentPartPr/>
              <p14:nvPr/>
            </p14:nvContentPartPr>
            <p14:xfrm>
              <a:off x="840960" y="4634640"/>
              <a:ext cx="14811120" cy="5044320"/>
            </p14:xfrm>
          </p:contentPart>
        </mc:Choice>
        <mc:Fallback>
          <p:pic>
            <p:nvPicPr>
              <p:cNvPr id="8" name="Ink 7">
                <a:extLst>
                  <a:ext uri="{FF2B5EF4-FFF2-40B4-BE49-F238E27FC236}">
                    <a16:creationId xmlns:a16="http://schemas.microsoft.com/office/drawing/2014/main" id="{5DEC7B81-311B-F16E-C9BA-5B67CF2EC9FB}"/>
                  </a:ext>
                </a:extLst>
              </p:cNvPr>
              <p:cNvPicPr/>
              <p:nvPr/>
            </p:nvPicPr>
            <p:blipFill>
              <a:blip r:embed="rId14"/>
              <a:stretch>
                <a:fillRect/>
              </a:stretch>
            </p:blipFill>
            <p:spPr>
              <a:xfrm>
                <a:off x="824760" y="4618440"/>
                <a:ext cx="14843520" cy="5076720"/>
              </a:xfrm>
              <a:prstGeom prst="rect">
                <a:avLst/>
              </a:prstGeom>
            </p:spPr>
          </p:pic>
        </mc:Fallback>
      </mc:AlternateContent>
    </p:spTree>
    <p:extLst>
      <p:ext uri="{BB962C8B-B14F-4D97-AF65-F5344CB8AC3E}">
        <p14:creationId xmlns:p14="http://schemas.microsoft.com/office/powerpoint/2010/main" val="3909732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DCFAD025-C8CA-B0B0-7CA3-2562C82F44E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4E48E2D-31F3-1087-0421-E258B2152B1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36" t="-112" r="-126" b="-250"/>
            </a:stretch>
          </a:blipFill>
        </p:spPr>
        <p:txBody>
          <a:bodyPr/>
          <a:lstStyle/>
          <a:p>
            <a:endParaRPr lang="es-ES" dirty="0"/>
          </a:p>
        </p:txBody>
      </p:sp>
      <p:sp>
        <p:nvSpPr>
          <p:cNvPr id="115" name="Google Shape;115;p15">
            <a:extLst>
              <a:ext uri="{FF2B5EF4-FFF2-40B4-BE49-F238E27FC236}">
                <a16:creationId xmlns:a16="http://schemas.microsoft.com/office/drawing/2014/main" id="{8AD1CE2B-CB44-C75F-579B-AA6C56EDE12C}"/>
              </a:ext>
            </a:extLst>
          </p:cNvPr>
          <p:cNvSpPr txBox="1"/>
          <p:nvPr/>
        </p:nvSpPr>
        <p:spPr>
          <a:xfrm>
            <a:off x="1000125" y="1181100"/>
            <a:ext cx="17102138" cy="628377"/>
          </a:xfrm>
          <a:prstGeom prst="rect">
            <a:avLst/>
          </a:prstGeom>
          <a:noFill/>
          <a:ln>
            <a:noFill/>
          </a:ln>
        </p:spPr>
        <p:txBody>
          <a:bodyPr spcFirstLastPara="1" wrap="square" lIns="0" tIns="0" rIns="0" bIns="0" anchor="t" anchorCtr="0">
            <a:spAutoFit/>
          </a:bodyPr>
          <a:lstStyle/>
          <a:p>
            <a:pPr>
              <a:lnSpc>
                <a:spcPts val="4860"/>
              </a:lnSpc>
            </a:pPr>
            <a:r>
              <a:rPr lang="es-CL" sz="4800" b="1" dirty="0">
                <a:solidFill>
                  <a:srgbClr val="223C6A"/>
                </a:solidFill>
                <a:latin typeface="Poppins"/>
              </a:rPr>
              <a:t>Una implicancia en particular</a:t>
            </a:r>
          </a:p>
        </p:txBody>
      </p:sp>
      <p:sp>
        <p:nvSpPr>
          <p:cNvPr id="116" name="Google Shape;116;p15">
            <a:extLst>
              <a:ext uri="{FF2B5EF4-FFF2-40B4-BE49-F238E27FC236}">
                <a16:creationId xmlns:a16="http://schemas.microsoft.com/office/drawing/2014/main" id="{90CC2668-1575-26F9-7A95-B05A0E2BD753}"/>
              </a:ext>
            </a:extLst>
          </p:cNvPr>
          <p:cNvSpPr/>
          <p:nvPr/>
        </p:nvSpPr>
        <p:spPr>
          <a:xfrm>
            <a:off x="1000125" y="1811610"/>
            <a:ext cx="16287750" cy="28575"/>
          </a:xfrm>
          <a:prstGeom prst="rect">
            <a:avLst/>
          </a:prstGeom>
          <a:solidFill>
            <a:srgbClr val="E69B0A"/>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7" name="CuadroTexto 6">
            <a:extLst>
              <a:ext uri="{FF2B5EF4-FFF2-40B4-BE49-F238E27FC236}">
                <a16:creationId xmlns:a16="http://schemas.microsoft.com/office/drawing/2014/main" id="{7A13C5CE-8AFD-298E-A7B5-5152060D9FCE}"/>
              </a:ext>
            </a:extLst>
          </p:cNvPr>
          <p:cNvSpPr txBox="1"/>
          <p:nvPr/>
        </p:nvSpPr>
        <p:spPr>
          <a:xfrm>
            <a:off x="1000125" y="2354508"/>
            <a:ext cx="9144000" cy="1061829"/>
          </a:xfrm>
          <a:prstGeom prst="rect">
            <a:avLst/>
          </a:prstGeom>
          <a:noFill/>
        </p:spPr>
        <p:txBody>
          <a:bodyPr wrap="square">
            <a:spAutoFit/>
          </a:bodyPr>
          <a:lstStyle/>
          <a:p>
            <a:pPr indent="457200" algn="just"/>
            <a:r>
              <a:rPr lang="en-CL" sz="2100" kern="0" dirty="0">
                <a:solidFill>
                  <a:srgbClr val="303030"/>
                </a:solidFill>
                <a:effectLst/>
                <a:latin typeface="Poppins" pitchFamily="2" charset="77"/>
                <a:ea typeface="Times New Roman" panose="02020603050405020304" pitchFamily="18" charset="0"/>
                <a:cs typeface="Poppins" pitchFamily="2" charset="77"/>
              </a:rPr>
              <a:t>Cuando la energía del fotón es muy pequeña comparada con la energía térmica (</a:t>
            </a:r>
            <a:r>
              <a:rPr lang="en-CL" sz="2100" i="1" kern="0" dirty="0">
                <a:solidFill>
                  <a:srgbClr val="303030"/>
                </a:solidFill>
                <a:effectLst/>
                <a:latin typeface="Poppins" pitchFamily="2" charset="77"/>
                <a:ea typeface="Times New Roman" panose="02020603050405020304" pitchFamily="18" charset="0"/>
                <a:cs typeface="Poppins" pitchFamily="2" charset="77"/>
              </a:rPr>
              <a:t>hν</a:t>
            </a:r>
            <a:r>
              <a:rPr lang="en-CL" sz="2100" kern="0" dirty="0">
                <a:solidFill>
                  <a:srgbClr val="303030"/>
                </a:solidFill>
                <a:effectLst/>
                <a:latin typeface="Poppins" pitchFamily="2" charset="77"/>
                <a:ea typeface="Times New Roman" panose="02020603050405020304" pitchFamily="18" charset="0"/>
                <a:cs typeface="Poppins" pitchFamily="2" charset="77"/>
              </a:rPr>
              <a:t>≪</a:t>
            </a:r>
            <a:r>
              <a:rPr lang="en-CL" sz="2100" i="1" kern="0" dirty="0">
                <a:solidFill>
                  <a:srgbClr val="303030"/>
                </a:solidFill>
                <a:effectLst/>
                <a:latin typeface="Poppins" pitchFamily="2" charset="77"/>
                <a:ea typeface="Times New Roman" panose="02020603050405020304" pitchFamily="18" charset="0"/>
                <a:cs typeface="Poppins" pitchFamily="2" charset="77"/>
              </a:rPr>
              <a:t>kT</a:t>
            </a:r>
            <a:r>
              <a:rPr lang="en-CL" sz="2100" kern="0" dirty="0">
                <a:solidFill>
                  <a:srgbClr val="303030"/>
                </a:solidFill>
                <a:effectLst/>
                <a:latin typeface="Poppins" pitchFamily="2" charset="77"/>
                <a:ea typeface="Times New Roman" panose="02020603050405020304" pitchFamily="18" charset="0"/>
                <a:cs typeface="Poppins" pitchFamily="2" charset="77"/>
              </a:rPr>
              <a:t>), </a:t>
            </a:r>
            <a:r>
              <a:rPr lang="en-CL" sz="2100" kern="0" dirty="0">
                <a:solidFill>
                  <a:srgbClr val="303030"/>
                </a:solidFill>
                <a:latin typeface="Poppins" pitchFamily="2" charset="77"/>
                <a:ea typeface="Times New Roman" panose="02020603050405020304" pitchFamily="18" charset="0"/>
                <a:cs typeface="Poppins" pitchFamily="2" charset="77"/>
              </a:rPr>
              <a:t>los eventos de</a:t>
            </a:r>
            <a:r>
              <a:rPr lang="en-CL" sz="2100" kern="0" dirty="0">
                <a:solidFill>
                  <a:srgbClr val="303030"/>
                </a:solidFill>
                <a:effectLst/>
                <a:latin typeface="Poppins" pitchFamily="2" charset="77"/>
                <a:ea typeface="Times New Roman" panose="02020603050405020304" pitchFamily="18" charset="0"/>
                <a:cs typeface="Poppins" pitchFamily="2" charset="77"/>
              </a:rPr>
              <a:t> emisión estimulada son casi igual a los de absorción. </a:t>
            </a:r>
            <a:endParaRPr lang="es-ES" sz="2100" kern="0" dirty="0">
              <a:solidFill>
                <a:srgbClr val="303030"/>
              </a:solidFill>
              <a:effectLst/>
              <a:latin typeface="Poppins" pitchFamily="2" charset="77"/>
              <a:ea typeface="Times New Roman" panose="02020603050405020304" pitchFamily="18" charset="0"/>
              <a:cs typeface="Poppins" pitchFamily="2" charset="77"/>
            </a:endParaRPr>
          </a:p>
        </p:txBody>
      </p:sp>
      <p:sp>
        <p:nvSpPr>
          <p:cNvPr id="22" name="CuadroTexto 21">
            <a:extLst>
              <a:ext uri="{FF2B5EF4-FFF2-40B4-BE49-F238E27FC236}">
                <a16:creationId xmlns:a16="http://schemas.microsoft.com/office/drawing/2014/main" id="{EBF67F07-62D3-1800-D055-6FD5CDF5C193}"/>
              </a:ext>
            </a:extLst>
          </p:cNvPr>
          <p:cNvSpPr txBox="1"/>
          <p:nvPr/>
        </p:nvSpPr>
        <p:spPr>
          <a:xfrm>
            <a:off x="1600200" y="5886919"/>
            <a:ext cx="6722533" cy="1708160"/>
          </a:xfrm>
          <a:prstGeom prst="rect">
            <a:avLst/>
          </a:prstGeom>
          <a:noFill/>
        </p:spPr>
        <p:txBody>
          <a:bodyPr wrap="square">
            <a:spAutoFit/>
          </a:bodyPr>
          <a:lstStyle/>
          <a:p>
            <a:pPr indent="457200" algn="just"/>
            <a:r>
              <a:rPr lang="en-CL" sz="2100" kern="0" dirty="0">
                <a:solidFill>
                  <a:srgbClr val="303030"/>
                </a:solidFill>
                <a:effectLst/>
                <a:latin typeface="Poppins" pitchFamily="2" charset="77"/>
                <a:ea typeface="Times New Roman" panose="02020603050405020304" pitchFamily="18" charset="0"/>
                <a:cs typeface="Poppins" pitchFamily="2" charset="77"/>
              </a:rPr>
              <a:t>Esto es vital para entender señales como la </a:t>
            </a:r>
            <a:r>
              <a:rPr lang="en-CL" sz="2100" b="1" kern="0" dirty="0">
                <a:solidFill>
                  <a:srgbClr val="303030"/>
                </a:solidFill>
                <a:effectLst/>
                <a:latin typeface="Poppins" pitchFamily="2" charset="77"/>
                <a:ea typeface="Times New Roman" panose="02020603050405020304" pitchFamily="18" charset="0"/>
                <a:cs typeface="Poppins" pitchFamily="2" charset="77"/>
              </a:rPr>
              <a:t>línea de 21 cm del hidrógeno</a:t>
            </a:r>
            <a:r>
              <a:rPr lang="en-CL" sz="2100" kern="0" dirty="0">
                <a:solidFill>
                  <a:srgbClr val="303030"/>
                </a:solidFill>
                <a:effectLst/>
                <a:latin typeface="Poppins" pitchFamily="2" charset="77"/>
                <a:ea typeface="Times New Roman" panose="02020603050405020304" pitchFamily="18" charset="0"/>
                <a:cs typeface="Poppins" pitchFamily="2" charset="77"/>
              </a:rPr>
              <a:t>, que permite mapear la estructura de las galaxias a pesar de las vastas nubes de gas que el trayecto debe atravesar.</a:t>
            </a:r>
            <a:endParaRPr lang="en-CL" sz="2100" kern="100" dirty="0">
              <a:effectLst/>
              <a:latin typeface="Poppins" pitchFamily="2" charset="77"/>
              <a:ea typeface="Aptos" panose="020B0004020202020204" pitchFamily="34" charset="0"/>
              <a:cs typeface="Poppins" pitchFamily="2" charset="77"/>
            </a:endParaRPr>
          </a:p>
        </p:txBody>
      </p:sp>
      <p:pic>
        <p:nvPicPr>
          <p:cNvPr id="1026" name="Picture 2">
            <a:extLst>
              <a:ext uri="{FF2B5EF4-FFF2-40B4-BE49-F238E27FC236}">
                <a16:creationId xmlns:a16="http://schemas.microsoft.com/office/drawing/2014/main" id="{E0ABFBF2-E0F1-C1A6-A783-041905C7A7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5794" y="4708999"/>
            <a:ext cx="8128000" cy="40640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ydrogen line - Wikipedia">
            <a:extLst>
              <a:ext uri="{FF2B5EF4-FFF2-40B4-BE49-F238E27FC236}">
                <a16:creationId xmlns:a16="http://schemas.microsoft.com/office/drawing/2014/main" id="{AD5F12D4-2343-7D48-CE5F-891056B729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25438" y="1805244"/>
            <a:ext cx="2824162" cy="25869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381E566-330B-A668-F06B-6AADE7FD05F3}"/>
              </a:ext>
            </a:extLst>
          </p:cNvPr>
          <p:cNvSpPr txBox="1"/>
          <p:nvPr/>
        </p:nvSpPr>
        <p:spPr>
          <a:xfrm>
            <a:off x="964266" y="3754961"/>
            <a:ext cx="9144000" cy="923330"/>
          </a:xfrm>
          <a:prstGeom prst="rect">
            <a:avLst/>
          </a:prstGeom>
          <a:noFill/>
        </p:spPr>
        <p:txBody>
          <a:bodyPr wrap="square">
            <a:spAutoFit/>
          </a:bodyPr>
          <a:lstStyle/>
          <a:p>
            <a:pPr indent="457200" algn="just"/>
            <a:r>
              <a:rPr lang="en-CL" sz="1800" kern="0" dirty="0">
                <a:solidFill>
                  <a:srgbClr val="303030"/>
                </a:solidFill>
                <a:effectLst/>
                <a:latin typeface="Poppins" pitchFamily="2" charset="77"/>
                <a:ea typeface="Times New Roman" panose="02020603050405020304" pitchFamily="18" charset="0"/>
                <a:cs typeface="Poppins" pitchFamily="2" charset="77"/>
              </a:rPr>
              <a:t>Físicamente, esto significa que el medio se vuelve casi transparente, ya que por cada fotón absorbido, otro es emitido por estímulo en la misma dirección, fenómeno conocido como </a:t>
            </a:r>
            <a:r>
              <a:rPr lang="en-CL" sz="1800" b="1" kern="0" dirty="0">
                <a:solidFill>
                  <a:srgbClr val="303030"/>
                </a:solidFill>
                <a:effectLst/>
                <a:latin typeface="Poppins" pitchFamily="2" charset="77"/>
                <a:ea typeface="Times New Roman" panose="02020603050405020304" pitchFamily="18" charset="0"/>
                <a:cs typeface="Poppins" pitchFamily="2" charset="77"/>
              </a:rPr>
              <a:t>absorción suprimida</a:t>
            </a:r>
            <a:r>
              <a:rPr lang="en-CL" sz="1800" kern="0" dirty="0">
                <a:solidFill>
                  <a:srgbClr val="303030"/>
                </a:solidFill>
                <a:effectLst/>
                <a:latin typeface="Poppins" pitchFamily="2" charset="77"/>
                <a:ea typeface="Times New Roman" panose="02020603050405020304" pitchFamily="18" charset="0"/>
                <a:cs typeface="Poppins" pitchFamily="2" charset="77"/>
              </a:rPr>
              <a:t>. </a:t>
            </a:r>
            <a:endParaRPr lang="es-ES" sz="1800" kern="0" dirty="0">
              <a:solidFill>
                <a:srgbClr val="303030"/>
              </a:solidFill>
              <a:effectLst/>
              <a:latin typeface="Poppins" pitchFamily="2" charset="77"/>
              <a:ea typeface="Times New Roman" panose="02020603050405020304" pitchFamily="18" charset="0"/>
              <a:cs typeface="Poppins" pitchFamily="2" charset="77"/>
            </a:endParaRPr>
          </a:p>
        </p:txBody>
      </p:sp>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705149C3-CDC8-96FD-3F75-E013A5605A7C}"/>
                  </a:ext>
                </a:extLst>
              </p14:cNvPr>
              <p14:cNvContentPartPr/>
              <p14:nvPr/>
            </p14:nvContentPartPr>
            <p14:xfrm>
              <a:off x="138240" y="2773440"/>
              <a:ext cx="16855920" cy="6981120"/>
            </p14:xfrm>
          </p:contentPart>
        </mc:Choice>
        <mc:Fallback>
          <p:pic>
            <p:nvPicPr>
              <p:cNvPr id="3" name="Ink 2">
                <a:extLst>
                  <a:ext uri="{FF2B5EF4-FFF2-40B4-BE49-F238E27FC236}">
                    <a16:creationId xmlns:a16="http://schemas.microsoft.com/office/drawing/2014/main" id="{705149C3-CDC8-96FD-3F75-E013A5605A7C}"/>
                  </a:ext>
                </a:extLst>
              </p:cNvPr>
              <p:cNvPicPr/>
              <p:nvPr/>
            </p:nvPicPr>
            <p:blipFill>
              <a:blip r:embed="rId7"/>
              <a:stretch>
                <a:fillRect/>
              </a:stretch>
            </p:blipFill>
            <p:spPr>
              <a:xfrm>
                <a:off x="122040" y="2764080"/>
                <a:ext cx="16881480" cy="7006680"/>
              </a:xfrm>
              <a:prstGeom prst="rect">
                <a:avLst/>
              </a:prstGeom>
            </p:spPr>
          </p:pic>
        </mc:Fallback>
      </mc:AlternateContent>
    </p:spTree>
    <p:extLst>
      <p:ext uri="{BB962C8B-B14F-4D97-AF65-F5344CB8AC3E}">
        <p14:creationId xmlns:p14="http://schemas.microsoft.com/office/powerpoint/2010/main" val="723041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2"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88273BCE-B222-FA94-CE7F-7283BAFFEB5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6E7B30-8762-EC4E-9F4F-A937DBAB887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36" t="-112" r="-126" b="-250"/>
            </a:stretch>
          </a:blipFill>
        </p:spPr>
        <p:txBody>
          <a:bodyPr/>
          <a:lstStyle/>
          <a:p>
            <a:endParaRPr lang="es-ES" dirty="0"/>
          </a:p>
        </p:txBody>
      </p:sp>
      <p:sp>
        <p:nvSpPr>
          <p:cNvPr id="86" name="Google Shape;86;p13">
            <a:extLst>
              <a:ext uri="{FF2B5EF4-FFF2-40B4-BE49-F238E27FC236}">
                <a16:creationId xmlns:a16="http://schemas.microsoft.com/office/drawing/2014/main" id="{FB2EAAD7-811C-CD74-A7F5-5FE09A21CA5E}"/>
              </a:ext>
            </a:extLst>
          </p:cNvPr>
          <p:cNvSpPr txBox="1"/>
          <p:nvPr/>
        </p:nvSpPr>
        <p:spPr>
          <a:xfrm>
            <a:off x="2363152" y="1556537"/>
            <a:ext cx="13561695" cy="1575496"/>
          </a:xfrm>
          <a:prstGeom prst="rect">
            <a:avLst/>
          </a:prstGeom>
          <a:noFill/>
          <a:ln>
            <a:noFill/>
          </a:ln>
        </p:spPr>
        <p:txBody>
          <a:bodyPr spcFirstLastPara="1" wrap="square" lIns="0" tIns="0" rIns="0" bIns="0" anchor="t" anchorCtr="0">
            <a:spAutoFit/>
          </a:bodyPr>
          <a:lstStyle/>
          <a:p>
            <a:pPr algn="ctr">
              <a:lnSpc>
                <a:spcPct val="140000"/>
              </a:lnSpc>
            </a:pPr>
            <a:r>
              <a:rPr lang="en-US" sz="7313" b="1" dirty="0" err="1">
                <a:solidFill>
                  <a:srgbClr val="223C6A"/>
                </a:solidFill>
                <a:latin typeface="Poppins"/>
                <a:ea typeface="Poppins"/>
                <a:cs typeface="Poppins"/>
                <a:sym typeface="Poppins"/>
              </a:rPr>
              <a:t>Preguntas</a:t>
            </a:r>
            <a:r>
              <a:rPr lang="en-US" sz="7313" b="1" dirty="0">
                <a:solidFill>
                  <a:srgbClr val="223C6A"/>
                </a:solidFill>
                <a:latin typeface="Poppins"/>
                <a:ea typeface="Poppins"/>
                <a:cs typeface="Poppins"/>
                <a:sym typeface="Poppins"/>
              </a:rPr>
              <a:t> para </a:t>
            </a:r>
            <a:r>
              <a:rPr lang="en-US" sz="7313" b="1" dirty="0" err="1">
                <a:solidFill>
                  <a:srgbClr val="223C6A"/>
                </a:solidFill>
                <a:latin typeface="Poppins"/>
                <a:ea typeface="Poppins"/>
                <a:cs typeface="Poppins"/>
                <a:sym typeface="Poppins"/>
              </a:rPr>
              <a:t>trabajar</a:t>
            </a:r>
            <a:endParaRPr sz="2700" dirty="0"/>
          </a:p>
        </p:txBody>
      </p:sp>
      <p:pic>
        <p:nvPicPr>
          <p:cNvPr id="3" name="Google Shape;231;p23" descr="image.png">
            <a:extLst>
              <a:ext uri="{FF2B5EF4-FFF2-40B4-BE49-F238E27FC236}">
                <a16:creationId xmlns:a16="http://schemas.microsoft.com/office/drawing/2014/main" id="{513CA3F7-AA54-1988-ABD5-7D32285007FA}"/>
              </a:ext>
            </a:extLst>
          </p:cNvPr>
          <p:cNvPicPr preferRelativeResize="0"/>
          <p:nvPr/>
        </p:nvPicPr>
        <p:blipFill rotWithShape="1">
          <a:blip r:embed="rId4">
            <a:alphaModFix/>
          </a:blip>
          <a:srcRect/>
          <a:stretch/>
        </p:blipFill>
        <p:spPr>
          <a:xfrm>
            <a:off x="8458200" y="800100"/>
            <a:ext cx="1071563" cy="857250"/>
          </a:xfrm>
          <a:prstGeom prst="rect">
            <a:avLst/>
          </a:prstGeom>
          <a:noFill/>
          <a:ln>
            <a:noFill/>
          </a:ln>
        </p:spPr>
      </p:pic>
      <p:sp>
        <p:nvSpPr>
          <p:cNvPr id="10" name="TextBox 8">
            <a:extLst>
              <a:ext uri="{FF2B5EF4-FFF2-40B4-BE49-F238E27FC236}">
                <a16:creationId xmlns:a16="http://schemas.microsoft.com/office/drawing/2014/main" id="{AF34F771-BDA0-39F1-A50C-10DDA2E3CDDE}"/>
              </a:ext>
            </a:extLst>
          </p:cNvPr>
          <p:cNvSpPr txBox="1"/>
          <p:nvPr/>
        </p:nvSpPr>
        <p:spPr>
          <a:xfrm>
            <a:off x="3754967" y="3379164"/>
            <a:ext cx="10744200" cy="1537344"/>
          </a:xfrm>
          <a:prstGeom prst="rect">
            <a:avLst/>
          </a:prstGeom>
          <a:noFill/>
        </p:spPr>
        <p:txBody>
          <a:bodyPr wrap="square" lIns="0" tIns="0" rIns="0" bIns="0" anchor="t">
            <a:spAutoFit/>
          </a:bodyPr>
          <a:lstStyle/>
          <a:p>
            <a:pPr lvl="0" algn="just"/>
            <a:r>
              <a:rPr lang="es-ES" sz="2140" b="1" dirty="0">
                <a:solidFill>
                  <a:srgbClr val="000000"/>
                </a:solidFill>
                <a:latin typeface="Poppins" pitchFamily="2" charset="77"/>
                <a:cs typeface="Poppins" pitchFamily="2" charset="77"/>
              </a:rPr>
              <a:t>Repasando lo aprendido</a:t>
            </a:r>
            <a:r>
              <a:rPr sz="2140" b="1" dirty="0">
                <a:solidFill>
                  <a:srgbClr val="000000"/>
                </a:solidFill>
                <a:latin typeface="Poppins" pitchFamily="2" charset="77"/>
                <a:cs typeface="Poppins" pitchFamily="2" charset="77"/>
              </a:rPr>
              <a:t>:</a:t>
            </a:r>
            <a:r>
              <a:rPr sz="2140" dirty="0">
                <a:solidFill>
                  <a:srgbClr val="000000"/>
                </a:solidFill>
                <a:latin typeface="Poppins" pitchFamily="2" charset="77"/>
                <a:cs typeface="Poppins" pitchFamily="2" charset="77"/>
              </a:rPr>
              <a:t> </a:t>
            </a:r>
            <a:r>
              <a:rPr lang="en-CL" kern="100" dirty="0">
                <a:solidFill>
                  <a:srgbClr val="303030"/>
                </a:solidFill>
                <a:effectLst/>
                <a:latin typeface="Poppins" pitchFamily="2" charset="77"/>
                <a:ea typeface="Times New Roman" panose="02020603050405020304" pitchFamily="18" charset="0"/>
                <a:cs typeface="Poppins" pitchFamily="2" charset="77"/>
              </a:rPr>
              <a:t>Si los coeficientes </a:t>
            </a:r>
            <a:r>
              <a:rPr lang="en-CL" i="1" kern="100" dirty="0">
                <a:solidFill>
                  <a:srgbClr val="303030"/>
                </a:solidFill>
                <a:effectLst/>
                <a:latin typeface="Poppins" pitchFamily="2" charset="77"/>
                <a:ea typeface="Times New Roman" panose="02020603050405020304" pitchFamily="18" charset="0"/>
                <a:cs typeface="Poppins" pitchFamily="2" charset="77"/>
              </a:rPr>
              <a:t>A</a:t>
            </a:r>
            <a:r>
              <a:rPr lang="en-CL" kern="100" dirty="0">
                <a:solidFill>
                  <a:srgbClr val="303030"/>
                </a:solidFill>
                <a:effectLst/>
                <a:latin typeface="Poppins" pitchFamily="2" charset="77"/>
                <a:ea typeface="Times New Roman" panose="02020603050405020304" pitchFamily="18" charset="0"/>
                <a:cs typeface="Poppins" pitchFamily="2" charset="77"/>
              </a:rPr>
              <a:t> y </a:t>
            </a:r>
            <a:r>
              <a:rPr lang="en-CL" i="1" kern="100" dirty="0">
                <a:solidFill>
                  <a:srgbClr val="303030"/>
                </a:solidFill>
                <a:effectLst/>
                <a:latin typeface="Poppins" pitchFamily="2" charset="77"/>
                <a:ea typeface="Times New Roman" panose="02020603050405020304" pitchFamily="18" charset="0"/>
                <a:cs typeface="Poppins" pitchFamily="2" charset="77"/>
              </a:rPr>
              <a:t>B</a:t>
            </a:r>
            <a:r>
              <a:rPr lang="en-CL" kern="100" dirty="0">
                <a:solidFill>
                  <a:srgbClr val="303030"/>
                </a:solidFill>
                <a:effectLst/>
                <a:latin typeface="Poppins" pitchFamily="2" charset="77"/>
                <a:ea typeface="Times New Roman" panose="02020603050405020304" pitchFamily="18" charset="0"/>
                <a:cs typeface="Poppins" pitchFamily="2" charset="77"/>
              </a:rPr>
              <a:t> de Einstein son propiedades </a:t>
            </a:r>
            <a:r>
              <a:rPr lang="en-CL" b="1" kern="100" dirty="0">
                <a:solidFill>
                  <a:srgbClr val="303030"/>
                </a:solidFill>
                <a:effectLst/>
                <a:latin typeface="Poppins" pitchFamily="2" charset="77"/>
                <a:ea typeface="Times New Roman" panose="02020603050405020304" pitchFamily="18" charset="0"/>
                <a:cs typeface="Poppins" pitchFamily="2" charset="77"/>
              </a:rPr>
              <a:t>intrínsecas del átomo</a:t>
            </a:r>
            <a:r>
              <a:rPr lang="en-CL" kern="100" dirty="0">
                <a:solidFill>
                  <a:srgbClr val="303030"/>
                </a:solidFill>
                <a:effectLst/>
                <a:latin typeface="Poppins" pitchFamily="2" charset="77"/>
                <a:ea typeface="Times New Roman" panose="02020603050405020304" pitchFamily="18" charset="0"/>
                <a:cs typeface="Poppins" pitchFamily="2" charset="77"/>
              </a:rPr>
              <a:t> y no dependen de la temperatura , ¿por qué observamos que un objeto emite muchísima más radiación a medida que aumentamos su temperatura (siguiendo la ley de Stefan-Boltzmann)?</a:t>
            </a:r>
            <a:endParaRPr lang="en-CL" kern="100" dirty="0">
              <a:effectLst/>
              <a:latin typeface="Poppins" pitchFamily="2" charset="77"/>
              <a:ea typeface="Times New Roman" panose="02020603050405020304" pitchFamily="18" charset="0"/>
              <a:cs typeface="Poppins" pitchFamily="2" charset="77"/>
            </a:endParaRPr>
          </a:p>
          <a:p>
            <a:pPr>
              <a:lnSpc>
                <a:spcPts val="3206"/>
              </a:lnSpc>
            </a:pPr>
            <a:endParaRPr dirty="0">
              <a:solidFill>
                <a:srgbClr val="000000"/>
              </a:solidFill>
              <a:latin typeface="Poppins" pitchFamily="2" charset="77"/>
              <a:cs typeface="Poppins" pitchFamily="2" charset="77"/>
            </a:endParaRPr>
          </a:p>
        </p:txBody>
      </p:sp>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46687B8B-D9C4-B6E2-AC4B-90C90A760C02}"/>
                  </a:ext>
                </a:extLst>
              </p14:cNvPr>
              <p14:cNvContentPartPr/>
              <p14:nvPr/>
            </p14:nvContentPartPr>
            <p14:xfrm>
              <a:off x="16849440" y="2765160"/>
              <a:ext cx="360" cy="360"/>
            </p14:xfrm>
          </p:contentPart>
        </mc:Choice>
        <mc:Fallback>
          <p:pic>
            <p:nvPicPr>
              <p:cNvPr id="4" name="Ink 3">
                <a:extLst>
                  <a:ext uri="{FF2B5EF4-FFF2-40B4-BE49-F238E27FC236}">
                    <a16:creationId xmlns:a16="http://schemas.microsoft.com/office/drawing/2014/main" id="{46687B8B-D9C4-B6E2-AC4B-90C90A760C02}"/>
                  </a:ext>
                </a:extLst>
              </p:cNvPr>
              <p:cNvPicPr/>
              <p:nvPr/>
            </p:nvPicPr>
            <p:blipFill>
              <a:blip r:embed="rId6"/>
              <a:stretch>
                <a:fillRect/>
              </a:stretch>
            </p:blipFill>
            <p:spPr>
              <a:xfrm>
                <a:off x="16840080" y="2755800"/>
                <a:ext cx="19080" cy="19080"/>
              </a:xfrm>
              <a:prstGeom prst="rect">
                <a:avLst/>
              </a:prstGeom>
            </p:spPr>
          </p:pic>
        </mc:Fallback>
      </mc:AlternateContent>
    </p:spTree>
    <p:extLst>
      <p:ext uri="{BB962C8B-B14F-4D97-AF65-F5344CB8AC3E}">
        <p14:creationId xmlns:p14="http://schemas.microsoft.com/office/powerpoint/2010/main" val="1381689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DF607904-46C4-1CEB-EBEA-D38F906D274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68B4FE1-CD7B-8F62-A03B-0FF65449A9E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36" t="-112" r="-126" b="-250"/>
            </a:stretch>
          </a:blipFill>
        </p:spPr>
        <p:txBody>
          <a:bodyPr/>
          <a:lstStyle/>
          <a:p>
            <a:endParaRPr lang="es-ES" dirty="0"/>
          </a:p>
        </p:txBody>
      </p:sp>
      <p:sp>
        <p:nvSpPr>
          <p:cNvPr id="86" name="Google Shape;86;p13">
            <a:extLst>
              <a:ext uri="{FF2B5EF4-FFF2-40B4-BE49-F238E27FC236}">
                <a16:creationId xmlns:a16="http://schemas.microsoft.com/office/drawing/2014/main" id="{83269D7A-8508-6B71-5B4D-908CEA05846D}"/>
              </a:ext>
            </a:extLst>
          </p:cNvPr>
          <p:cNvSpPr txBox="1"/>
          <p:nvPr/>
        </p:nvSpPr>
        <p:spPr>
          <a:xfrm>
            <a:off x="2363152" y="1556537"/>
            <a:ext cx="13561695" cy="1575496"/>
          </a:xfrm>
          <a:prstGeom prst="rect">
            <a:avLst/>
          </a:prstGeom>
          <a:noFill/>
          <a:ln>
            <a:noFill/>
          </a:ln>
        </p:spPr>
        <p:txBody>
          <a:bodyPr spcFirstLastPara="1" wrap="square" lIns="0" tIns="0" rIns="0" bIns="0" anchor="t" anchorCtr="0">
            <a:spAutoFit/>
          </a:bodyPr>
          <a:lstStyle/>
          <a:p>
            <a:pPr algn="ctr">
              <a:lnSpc>
                <a:spcPct val="140000"/>
              </a:lnSpc>
            </a:pPr>
            <a:r>
              <a:rPr lang="en-US" sz="7313" b="1" dirty="0" err="1">
                <a:solidFill>
                  <a:srgbClr val="223C6A"/>
                </a:solidFill>
                <a:latin typeface="Poppins"/>
                <a:ea typeface="Poppins"/>
                <a:cs typeface="Poppins"/>
                <a:sym typeface="Poppins"/>
              </a:rPr>
              <a:t>Preguntas</a:t>
            </a:r>
            <a:r>
              <a:rPr lang="en-US" sz="7313" b="1" dirty="0">
                <a:solidFill>
                  <a:srgbClr val="223C6A"/>
                </a:solidFill>
                <a:latin typeface="Poppins"/>
                <a:ea typeface="Poppins"/>
                <a:cs typeface="Poppins"/>
                <a:sym typeface="Poppins"/>
              </a:rPr>
              <a:t> para </a:t>
            </a:r>
            <a:r>
              <a:rPr lang="en-US" sz="7313" b="1" dirty="0" err="1">
                <a:solidFill>
                  <a:srgbClr val="223C6A"/>
                </a:solidFill>
                <a:latin typeface="Poppins"/>
                <a:ea typeface="Poppins"/>
                <a:cs typeface="Poppins"/>
                <a:sym typeface="Poppins"/>
              </a:rPr>
              <a:t>trabajar</a:t>
            </a:r>
            <a:endParaRPr sz="2700" dirty="0"/>
          </a:p>
        </p:txBody>
      </p:sp>
      <p:pic>
        <p:nvPicPr>
          <p:cNvPr id="3" name="Google Shape;231;p23" descr="image.png">
            <a:extLst>
              <a:ext uri="{FF2B5EF4-FFF2-40B4-BE49-F238E27FC236}">
                <a16:creationId xmlns:a16="http://schemas.microsoft.com/office/drawing/2014/main" id="{C71A56FB-9B1E-5527-1DF3-AFD6A690557F}"/>
              </a:ext>
            </a:extLst>
          </p:cNvPr>
          <p:cNvPicPr preferRelativeResize="0"/>
          <p:nvPr/>
        </p:nvPicPr>
        <p:blipFill rotWithShape="1">
          <a:blip r:embed="rId4">
            <a:alphaModFix/>
          </a:blip>
          <a:srcRect/>
          <a:stretch/>
        </p:blipFill>
        <p:spPr>
          <a:xfrm>
            <a:off x="8458200" y="800100"/>
            <a:ext cx="1071563" cy="857250"/>
          </a:xfrm>
          <a:prstGeom prst="rect">
            <a:avLst/>
          </a:prstGeom>
          <a:noFill/>
          <a:ln>
            <a:noFill/>
          </a:ln>
        </p:spPr>
      </p:pic>
      <p:sp>
        <p:nvSpPr>
          <p:cNvPr id="7" name="TextBox 8">
            <a:extLst>
              <a:ext uri="{FF2B5EF4-FFF2-40B4-BE49-F238E27FC236}">
                <a16:creationId xmlns:a16="http://schemas.microsoft.com/office/drawing/2014/main" id="{F2563E31-ABD4-54C2-EDB2-AE878925D635}"/>
              </a:ext>
            </a:extLst>
          </p:cNvPr>
          <p:cNvSpPr txBox="1"/>
          <p:nvPr/>
        </p:nvSpPr>
        <p:spPr>
          <a:xfrm>
            <a:off x="3771899" y="3283079"/>
            <a:ext cx="10744200" cy="787395"/>
          </a:xfrm>
          <a:prstGeom prst="rect">
            <a:avLst/>
          </a:prstGeom>
          <a:noFill/>
        </p:spPr>
        <p:txBody>
          <a:bodyPr wrap="square" lIns="0" tIns="0" rIns="0" bIns="0" anchor="t">
            <a:spAutoFit/>
          </a:bodyPr>
          <a:lstStyle/>
          <a:p>
            <a:pPr>
              <a:lnSpc>
                <a:spcPts val="3206"/>
              </a:lnSpc>
            </a:pPr>
            <a:r>
              <a:rPr sz="2138" b="1" dirty="0" err="1">
                <a:solidFill>
                  <a:srgbClr val="000000"/>
                </a:solidFill>
                <a:latin typeface="Poppins" pitchFamily="2" charset="77"/>
                <a:cs typeface="Poppins" pitchFamily="2" charset="77"/>
              </a:rPr>
              <a:t>Dificultad</a:t>
            </a:r>
            <a:r>
              <a:rPr sz="2138" b="1" dirty="0">
                <a:solidFill>
                  <a:srgbClr val="000000"/>
                </a:solidFill>
                <a:latin typeface="Poppins" pitchFamily="2" charset="77"/>
                <a:cs typeface="Poppins" pitchFamily="2" charset="77"/>
              </a:rPr>
              <a:t> </a:t>
            </a:r>
            <a:r>
              <a:rPr sz="2138" b="1" dirty="0" err="1">
                <a:solidFill>
                  <a:srgbClr val="000000"/>
                </a:solidFill>
                <a:latin typeface="Poppins" pitchFamily="2" charset="77"/>
                <a:cs typeface="Poppins" pitchFamily="2" charset="77"/>
              </a:rPr>
              <a:t>Láser</a:t>
            </a:r>
            <a:r>
              <a:rPr sz="2138" b="1" dirty="0">
                <a:solidFill>
                  <a:srgbClr val="000000"/>
                </a:solidFill>
                <a:latin typeface="Poppins" pitchFamily="2" charset="77"/>
                <a:cs typeface="Poppins" pitchFamily="2" charset="77"/>
              </a:rPr>
              <a:t> X vs IR:</a:t>
            </a:r>
            <a:r>
              <a:rPr sz="2138" dirty="0">
                <a:solidFill>
                  <a:srgbClr val="000000"/>
                </a:solidFill>
                <a:latin typeface="Poppins" pitchFamily="2" charset="77"/>
                <a:cs typeface="Poppins" pitchFamily="2" charset="77"/>
              </a:rPr>
              <a:t> </a:t>
            </a:r>
            <a:r>
              <a:rPr lang="en-CL" sz="1800" kern="0" dirty="0">
                <a:solidFill>
                  <a:srgbClr val="303030"/>
                </a:solidFill>
                <a:effectLst/>
                <a:latin typeface="Poppins" pitchFamily="2" charset="77"/>
                <a:ea typeface="Times New Roman" panose="02020603050405020304" pitchFamily="18" charset="0"/>
                <a:cs typeface="Poppins" pitchFamily="2" charset="77"/>
              </a:rPr>
              <a:t>Si la emisión espontánea es mayor a frecuencias altas (por el factor </a:t>
            </a:r>
            <a:r>
              <a:rPr lang="en-CL" i="1" kern="0" dirty="0">
                <a:solidFill>
                  <a:srgbClr val="303030"/>
                </a:solidFill>
                <a:latin typeface="Poppins" pitchFamily="2" charset="77"/>
                <a:ea typeface="Times New Roman" panose="02020603050405020304" pitchFamily="18" charset="0"/>
                <a:cs typeface="Poppins" pitchFamily="2" charset="77"/>
              </a:rPr>
              <a:t>f</a:t>
            </a:r>
            <a:r>
              <a:rPr lang="en-CL" sz="1800" kern="0" baseline="30000" dirty="0">
                <a:solidFill>
                  <a:srgbClr val="303030"/>
                </a:solidFill>
                <a:effectLst/>
                <a:latin typeface="Poppins" pitchFamily="2" charset="77"/>
                <a:ea typeface="Times New Roman" panose="02020603050405020304" pitchFamily="18" charset="0"/>
                <a:cs typeface="Poppins" pitchFamily="2" charset="77"/>
              </a:rPr>
              <a:t>3</a:t>
            </a:r>
            <a:r>
              <a:rPr lang="en-CL" sz="1800" kern="0" dirty="0">
                <a:solidFill>
                  <a:srgbClr val="303030"/>
                </a:solidFill>
                <a:effectLst/>
                <a:latin typeface="Poppins" pitchFamily="2" charset="77"/>
                <a:ea typeface="Times New Roman" panose="02020603050405020304" pitchFamily="18" charset="0"/>
                <a:cs typeface="Poppins" pitchFamily="2" charset="77"/>
              </a:rPr>
              <a:t>), ¿por qué es más difícil fabricar un láser de rayos X que uno de luz infrarroja?.</a:t>
            </a:r>
            <a:endParaRPr lang="en-CL" sz="1800" kern="100" dirty="0">
              <a:effectLst/>
              <a:latin typeface="Poppins" pitchFamily="2" charset="77"/>
              <a:ea typeface="Times New Roman" panose="02020603050405020304" pitchFamily="18" charset="0"/>
              <a:cs typeface="Poppins" pitchFamily="2" charset="77"/>
            </a:endParaRPr>
          </a:p>
        </p:txBody>
      </p:sp>
    </p:spTree>
    <p:extLst>
      <p:ext uri="{BB962C8B-B14F-4D97-AF65-F5344CB8AC3E}">
        <p14:creationId xmlns:p14="http://schemas.microsoft.com/office/powerpoint/2010/main" val="1444414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8B71286F-2BBF-051A-82DF-A2E8FAE81B3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8A2EC7C-1D64-135A-8DED-5A6A1E32C52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36" t="-112" r="-126" b="-250"/>
            </a:stretch>
          </a:blipFill>
        </p:spPr>
        <p:txBody>
          <a:bodyPr/>
          <a:lstStyle/>
          <a:p>
            <a:endParaRPr lang="es-ES" dirty="0"/>
          </a:p>
        </p:txBody>
      </p:sp>
      <p:sp>
        <p:nvSpPr>
          <p:cNvPr id="86" name="Google Shape;86;p13">
            <a:extLst>
              <a:ext uri="{FF2B5EF4-FFF2-40B4-BE49-F238E27FC236}">
                <a16:creationId xmlns:a16="http://schemas.microsoft.com/office/drawing/2014/main" id="{980B345C-EBBF-FB6D-B928-0F5D5AA4CC83}"/>
              </a:ext>
            </a:extLst>
          </p:cNvPr>
          <p:cNvSpPr txBox="1"/>
          <p:nvPr/>
        </p:nvSpPr>
        <p:spPr>
          <a:xfrm>
            <a:off x="2363152" y="1556537"/>
            <a:ext cx="13561695" cy="1575496"/>
          </a:xfrm>
          <a:prstGeom prst="rect">
            <a:avLst/>
          </a:prstGeom>
          <a:noFill/>
          <a:ln>
            <a:noFill/>
          </a:ln>
        </p:spPr>
        <p:txBody>
          <a:bodyPr spcFirstLastPara="1" wrap="square" lIns="0" tIns="0" rIns="0" bIns="0" anchor="t" anchorCtr="0">
            <a:spAutoFit/>
          </a:bodyPr>
          <a:lstStyle/>
          <a:p>
            <a:pPr algn="ctr">
              <a:lnSpc>
                <a:spcPct val="140000"/>
              </a:lnSpc>
            </a:pPr>
            <a:r>
              <a:rPr lang="en-US" sz="7313" b="1" dirty="0" err="1">
                <a:solidFill>
                  <a:srgbClr val="223C6A"/>
                </a:solidFill>
                <a:latin typeface="Poppins"/>
                <a:ea typeface="Poppins"/>
                <a:cs typeface="Poppins"/>
                <a:sym typeface="Poppins"/>
              </a:rPr>
              <a:t>Preguntas</a:t>
            </a:r>
            <a:r>
              <a:rPr lang="en-US" sz="7313" b="1" dirty="0">
                <a:solidFill>
                  <a:srgbClr val="223C6A"/>
                </a:solidFill>
                <a:latin typeface="Poppins"/>
                <a:ea typeface="Poppins"/>
                <a:cs typeface="Poppins"/>
                <a:sym typeface="Poppins"/>
              </a:rPr>
              <a:t> para </a:t>
            </a:r>
            <a:r>
              <a:rPr lang="en-US" sz="7313" b="1" dirty="0" err="1">
                <a:solidFill>
                  <a:srgbClr val="223C6A"/>
                </a:solidFill>
                <a:latin typeface="Poppins"/>
                <a:ea typeface="Poppins"/>
                <a:cs typeface="Poppins"/>
                <a:sym typeface="Poppins"/>
              </a:rPr>
              <a:t>trabajar</a:t>
            </a:r>
            <a:endParaRPr sz="2700" dirty="0"/>
          </a:p>
        </p:txBody>
      </p:sp>
      <p:pic>
        <p:nvPicPr>
          <p:cNvPr id="3" name="Google Shape;231;p23" descr="image.png">
            <a:extLst>
              <a:ext uri="{FF2B5EF4-FFF2-40B4-BE49-F238E27FC236}">
                <a16:creationId xmlns:a16="http://schemas.microsoft.com/office/drawing/2014/main" id="{F244102F-9DAD-220D-CF75-D5A14B98BA41}"/>
              </a:ext>
            </a:extLst>
          </p:cNvPr>
          <p:cNvPicPr preferRelativeResize="0"/>
          <p:nvPr/>
        </p:nvPicPr>
        <p:blipFill rotWithShape="1">
          <a:blip r:embed="rId4">
            <a:alphaModFix/>
          </a:blip>
          <a:srcRect/>
          <a:stretch/>
        </p:blipFill>
        <p:spPr>
          <a:xfrm>
            <a:off x="8458200" y="800100"/>
            <a:ext cx="1071563" cy="857250"/>
          </a:xfrm>
          <a:prstGeom prst="rect">
            <a:avLst/>
          </a:prstGeom>
          <a:noFill/>
          <a:ln>
            <a:noFill/>
          </a:ln>
        </p:spPr>
      </p:pic>
      <p:sp>
        <p:nvSpPr>
          <p:cNvPr id="8" name="TextBox 9">
            <a:extLst>
              <a:ext uri="{FF2B5EF4-FFF2-40B4-BE49-F238E27FC236}">
                <a16:creationId xmlns:a16="http://schemas.microsoft.com/office/drawing/2014/main" id="{EF296E85-CDF4-FA51-BDAE-31F906D9CF59}"/>
              </a:ext>
            </a:extLst>
          </p:cNvPr>
          <p:cNvSpPr txBox="1"/>
          <p:nvPr/>
        </p:nvSpPr>
        <p:spPr>
          <a:xfrm>
            <a:off x="3695699" y="3314700"/>
            <a:ext cx="10896600" cy="1621149"/>
          </a:xfrm>
          <a:prstGeom prst="rect">
            <a:avLst/>
          </a:prstGeom>
          <a:noFill/>
        </p:spPr>
        <p:txBody>
          <a:bodyPr wrap="square" lIns="0" tIns="0" rIns="0" bIns="0" anchor="t">
            <a:spAutoFit/>
          </a:bodyPr>
          <a:lstStyle/>
          <a:p>
            <a:pPr>
              <a:lnSpc>
                <a:spcPts val="3206"/>
              </a:lnSpc>
            </a:pPr>
            <a:r>
              <a:rPr sz="2138" b="1" dirty="0">
                <a:solidFill>
                  <a:srgbClr val="000000"/>
                </a:solidFill>
                <a:latin typeface="Poppins" pitchFamily="2" charset="77"/>
                <a:cs typeface="Poppins" pitchFamily="2" charset="77"/>
              </a:rPr>
              <a:t>Vida </a:t>
            </a:r>
            <a:r>
              <a:rPr sz="2138" b="1" dirty="0" err="1">
                <a:solidFill>
                  <a:srgbClr val="000000"/>
                </a:solidFill>
                <a:latin typeface="Poppins" pitchFamily="2" charset="77"/>
                <a:cs typeface="Poppins" pitchFamily="2" charset="77"/>
              </a:rPr>
              <a:t>Cotidiana</a:t>
            </a:r>
            <a:r>
              <a:rPr sz="2138" b="1" dirty="0">
                <a:solidFill>
                  <a:srgbClr val="000000"/>
                </a:solidFill>
                <a:latin typeface="Poppins" pitchFamily="2" charset="77"/>
                <a:cs typeface="Poppins" pitchFamily="2" charset="77"/>
              </a:rPr>
              <a:t>:</a:t>
            </a:r>
            <a:r>
              <a:rPr sz="2138" dirty="0">
                <a:solidFill>
                  <a:srgbClr val="000000"/>
                </a:solidFill>
                <a:latin typeface="Poppins" pitchFamily="2" charset="77"/>
                <a:cs typeface="Poppins" pitchFamily="2" charset="77"/>
              </a:rPr>
              <a:t> </a:t>
            </a:r>
            <a:r>
              <a:rPr lang="en-CL" sz="1800" kern="100" dirty="0">
                <a:solidFill>
                  <a:srgbClr val="303030"/>
                </a:solidFill>
                <a:effectLst/>
                <a:latin typeface="Poppins" pitchFamily="2" charset="77"/>
                <a:ea typeface="Times New Roman" panose="02020603050405020304" pitchFamily="18" charset="0"/>
                <a:cs typeface="Poppins" pitchFamily="2" charset="77"/>
              </a:rPr>
              <a:t>Einstein demostró que el coeficiente de absorción y el de emisión estimulada son idénticos (</a:t>
            </a:r>
            <a:r>
              <a:rPr lang="en-CL" sz="1800" i="1" kern="100" dirty="0">
                <a:solidFill>
                  <a:srgbClr val="303030"/>
                </a:solidFill>
                <a:effectLst/>
                <a:latin typeface="Poppins" pitchFamily="2" charset="77"/>
                <a:ea typeface="Times New Roman" panose="02020603050405020304" pitchFamily="18" charset="0"/>
                <a:cs typeface="Poppins" pitchFamily="2" charset="77"/>
              </a:rPr>
              <a:t>B</a:t>
            </a:r>
            <a:r>
              <a:rPr lang="en-CL" sz="1800" i="1" kern="100" baseline="-25000" dirty="0">
                <a:solidFill>
                  <a:srgbClr val="303030"/>
                </a:solidFill>
                <a:effectLst/>
                <a:latin typeface="Poppins" pitchFamily="2" charset="77"/>
                <a:ea typeface="Times New Roman" panose="02020603050405020304" pitchFamily="18" charset="0"/>
                <a:cs typeface="Poppins" pitchFamily="2" charset="77"/>
              </a:rPr>
              <a:t>nm</a:t>
            </a:r>
            <a:r>
              <a:rPr lang="en-CL" sz="1800" kern="100" dirty="0">
                <a:solidFill>
                  <a:srgbClr val="303030"/>
                </a:solidFill>
                <a:effectLst/>
                <a:latin typeface="Poppins" pitchFamily="2" charset="77"/>
                <a:ea typeface="Times New Roman" panose="02020603050405020304" pitchFamily="18" charset="0"/>
                <a:cs typeface="Poppins" pitchFamily="2" charset="77"/>
              </a:rPr>
              <a:t>​=</a:t>
            </a:r>
            <a:r>
              <a:rPr lang="en-CL" sz="1800" i="1" kern="100" dirty="0">
                <a:solidFill>
                  <a:srgbClr val="303030"/>
                </a:solidFill>
                <a:effectLst/>
                <a:latin typeface="Poppins" pitchFamily="2" charset="77"/>
                <a:ea typeface="Times New Roman" panose="02020603050405020304" pitchFamily="18" charset="0"/>
                <a:cs typeface="Poppins" pitchFamily="2" charset="77"/>
              </a:rPr>
              <a:t>B</a:t>
            </a:r>
            <a:r>
              <a:rPr lang="en-CL" sz="1800" i="1" kern="100" baseline="-25000" dirty="0">
                <a:solidFill>
                  <a:srgbClr val="303030"/>
                </a:solidFill>
                <a:effectLst/>
                <a:latin typeface="Poppins" pitchFamily="2" charset="77"/>
                <a:ea typeface="Times New Roman" panose="02020603050405020304" pitchFamily="18" charset="0"/>
                <a:cs typeface="Poppins" pitchFamily="2" charset="77"/>
              </a:rPr>
              <a:t>mn</a:t>
            </a:r>
            <a:r>
              <a:rPr lang="en-CL" sz="1800" kern="100" dirty="0">
                <a:solidFill>
                  <a:srgbClr val="303030"/>
                </a:solidFill>
                <a:effectLst/>
                <a:latin typeface="Poppins" pitchFamily="2" charset="77"/>
                <a:ea typeface="Times New Roman" panose="02020603050405020304" pitchFamily="18" charset="0"/>
                <a:cs typeface="Poppins" pitchFamily="2" charset="77"/>
              </a:rPr>
              <a:t>​) </a:t>
            </a:r>
            <a:r>
              <a:rPr lang="en-CL" kern="100" dirty="0">
                <a:solidFill>
                  <a:srgbClr val="303030"/>
                </a:solidFill>
                <a:latin typeface="Poppins" pitchFamily="2" charset="77"/>
                <a:ea typeface="Times New Roman" panose="02020603050405020304" pitchFamily="18" charset="0"/>
                <a:cs typeface="Poppins" pitchFamily="2" charset="77"/>
              </a:rPr>
              <a:t> </a:t>
            </a:r>
            <a:r>
              <a:rPr lang="en-CL" sz="1800" kern="100" dirty="0">
                <a:solidFill>
                  <a:srgbClr val="303030"/>
                </a:solidFill>
                <a:effectLst/>
                <a:latin typeface="Poppins" pitchFamily="2" charset="77"/>
                <a:ea typeface="Times New Roman" panose="02020603050405020304" pitchFamily="18" charset="0"/>
                <a:cs typeface="Poppins" pitchFamily="2" charset="77"/>
              </a:rPr>
              <a:t>¿por qué en la vida cotidiana los objetos calientes suelen absorber la luz en lugar de amplificarla como un láser?</a:t>
            </a:r>
            <a:endParaRPr lang="en-CL" sz="1800" kern="100" dirty="0">
              <a:effectLst/>
              <a:latin typeface="Poppins" pitchFamily="2" charset="77"/>
              <a:ea typeface="Times New Roman" panose="02020603050405020304" pitchFamily="18" charset="0"/>
              <a:cs typeface="Poppins" pitchFamily="2" charset="77"/>
            </a:endParaRPr>
          </a:p>
          <a:p>
            <a:pPr>
              <a:lnSpc>
                <a:spcPts val="3206"/>
              </a:lnSpc>
            </a:pPr>
            <a:endParaRPr sz="2138" dirty="0">
              <a:solidFill>
                <a:srgbClr val="000000"/>
              </a:solidFill>
              <a:latin typeface="Poppins" pitchFamily="2" charset="77"/>
              <a:cs typeface="Poppins" pitchFamily="2" charset="77"/>
            </a:endParaRPr>
          </a:p>
        </p:txBody>
      </p:sp>
    </p:spTree>
    <p:extLst>
      <p:ext uri="{BB962C8B-B14F-4D97-AF65-F5344CB8AC3E}">
        <p14:creationId xmlns:p14="http://schemas.microsoft.com/office/powerpoint/2010/main" val="862613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C1966000-76F5-360D-AA91-898254142DA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731D388-90B3-ADAC-02B7-02BB34466A7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36" t="-112" r="-126" b="-250"/>
            </a:stretch>
          </a:blipFill>
        </p:spPr>
        <p:txBody>
          <a:bodyPr/>
          <a:lstStyle/>
          <a:p>
            <a:endParaRPr lang="es-ES" dirty="0"/>
          </a:p>
        </p:txBody>
      </p:sp>
      <p:sp>
        <p:nvSpPr>
          <p:cNvPr id="86" name="Google Shape;86;p13">
            <a:extLst>
              <a:ext uri="{FF2B5EF4-FFF2-40B4-BE49-F238E27FC236}">
                <a16:creationId xmlns:a16="http://schemas.microsoft.com/office/drawing/2014/main" id="{8265DD00-C90C-5CF0-3AE8-68334808590C}"/>
              </a:ext>
            </a:extLst>
          </p:cNvPr>
          <p:cNvSpPr txBox="1"/>
          <p:nvPr/>
        </p:nvSpPr>
        <p:spPr>
          <a:xfrm>
            <a:off x="2363152" y="1556537"/>
            <a:ext cx="13561695" cy="1575496"/>
          </a:xfrm>
          <a:prstGeom prst="rect">
            <a:avLst/>
          </a:prstGeom>
          <a:noFill/>
          <a:ln>
            <a:noFill/>
          </a:ln>
        </p:spPr>
        <p:txBody>
          <a:bodyPr spcFirstLastPara="1" wrap="square" lIns="0" tIns="0" rIns="0" bIns="0" anchor="t" anchorCtr="0">
            <a:spAutoFit/>
          </a:bodyPr>
          <a:lstStyle/>
          <a:p>
            <a:pPr algn="ctr">
              <a:lnSpc>
                <a:spcPct val="140000"/>
              </a:lnSpc>
            </a:pPr>
            <a:r>
              <a:rPr lang="en-US" sz="7313" b="1" dirty="0" err="1">
                <a:solidFill>
                  <a:srgbClr val="223C6A"/>
                </a:solidFill>
                <a:latin typeface="Poppins"/>
                <a:ea typeface="Poppins"/>
                <a:cs typeface="Poppins"/>
                <a:sym typeface="Poppins"/>
              </a:rPr>
              <a:t>Preguntas</a:t>
            </a:r>
            <a:r>
              <a:rPr lang="en-US" sz="7313" b="1" dirty="0">
                <a:solidFill>
                  <a:srgbClr val="223C6A"/>
                </a:solidFill>
                <a:latin typeface="Poppins"/>
                <a:ea typeface="Poppins"/>
                <a:cs typeface="Poppins"/>
                <a:sym typeface="Poppins"/>
              </a:rPr>
              <a:t> para </a:t>
            </a:r>
            <a:r>
              <a:rPr lang="en-US" sz="7313" b="1" dirty="0" err="1">
                <a:solidFill>
                  <a:srgbClr val="223C6A"/>
                </a:solidFill>
                <a:latin typeface="Poppins"/>
                <a:ea typeface="Poppins"/>
                <a:cs typeface="Poppins"/>
                <a:sym typeface="Poppins"/>
              </a:rPr>
              <a:t>trabajar</a:t>
            </a:r>
            <a:endParaRPr sz="2700" dirty="0"/>
          </a:p>
        </p:txBody>
      </p:sp>
      <p:pic>
        <p:nvPicPr>
          <p:cNvPr id="3" name="Google Shape;231;p23" descr="image.png">
            <a:extLst>
              <a:ext uri="{FF2B5EF4-FFF2-40B4-BE49-F238E27FC236}">
                <a16:creationId xmlns:a16="http://schemas.microsoft.com/office/drawing/2014/main" id="{1B33A57E-9374-2E4C-E484-783C4BF6B297}"/>
              </a:ext>
            </a:extLst>
          </p:cNvPr>
          <p:cNvPicPr preferRelativeResize="0"/>
          <p:nvPr/>
        </p:nvPicPr>
        <p:blipFill rotWithShape="1">
          <a:blip r:embed="rId4">
            <a:alphaModFix/>
          </a:blip>
          <a:srcRect/>
          <a:stretch/>
        </p:blipFill>
        <p:spPr>
          <a:xfrm>
            <a:off x="8458200" y="800100"/>
            <a:ext cx="1071563" cy="857250"/>
          </a:xfrm>
          <a:prstGeom prst="rect">
            <a:avLst/>
          </a:prstGeom>
          <a:noFill/>
          <a:ln>
            <a:noFill/>
          </a:ln>
        </p:spPr>
      </p:pic>
      <p:sp>
        <p:nvSpPr>
          <p:cNvPr id="9" name="TextBox 10">
            <a:extLst>
              <a:ext uri="{FF2B5EF4-FFF2-40B4-BE49-F238E27FC236}">
                <a16:creationId xmlns:a16="http://schemas.microsoft.com/office/drawing/2014/main" id="{D6CEE070-6301-1C4F-4D12-3C98F5E0BF23}"/>
              </a:ext>
            </a:extLst>
          </p:cNvPr>
          <p:cNvSpPr txBox="1"/>
          <p:nvPr/>
        </p:nvSpPr>
        <p:spPr>
          <a:xfrm>
            <a:off x="3733800" y="3314700"/>
            <a:ext cx="11049000" cy="1621149"/>
          </a:xfrm>
          <a:prstGeom prst="rect">
            <a:avLst/>
          </a:prstGeom>
          <a:noFill/>
        </p:spPr>
        <p:txBody>
          <a:bodyPr wrap="square" lIns="0" tIns="0" rIns="0" bIns="0" anchor="t">
            <a:spAutoFit/>
          </a:bodyPr>
          <a:lstStyle/>
          <a:p>
            <a:pPr>
              <a:lnSpc>
                <a:spcPts val="3206"/>
              </a:lnSpc>
            </a:pPr>
            <a:r>
              <a:rPr sz="2138" b="1" dirty="0" err="1">
                <a:solidFill>
                  <a:srgbClr val="000000"/>
                </a:solidFill>
                <a:latin typeface="Poppins" pitchFamily="2" charset="77"/>
                <a:cs typeface="Poppins" pitchFamily="2" charset="77"/>
              </a:rPr>
              <a:t>Niveles</a:t>
            </a:r>
            <a:r>
              <a:rPr sz="2138" b="1" dirty="0">
                <a:solidFill>
                  <a:srgbClr val="000000"/>
                </a:solidFill>
                <a:latin typeface="Poppins" pitchFamily="2" charset="77"/>
                <a:cs typeface="Poppins" pitchFamily="2" charset="77"/>
              </a:rPr>
              <a:t> </a:t>
            </a:r>
            <a:r>
              <a:rPr sz="2138" b="1" dirty="0" err="1">
                <a:solidFill>
                  <a:srgbClr val="000000"/>
                </a:solidFill>
                <a:latin typeface="Poppins" pitchFamily="2" charset="77"/>
                <a:cs typeface="Poppins" pitchFamily="2" charset="77"/>
              </a:rPr>
              <a:t>Metaestables</a:t>
            </a:r>
            <a:r>
              <a:rPr sz="2138" b="1" dirty="0">
                <a:solidFill>
                  <a:srgbClr val="000000"/>
                </a:solidFill>
                <a:latin typeface="Poppins" pitchFamily="2" charset="77"/>
                <a:cs typeface="Poppins" pitchFamily="2" charset="77"/>
              </a:rPr>
              <a:t>:</a:t>
            </a:r>
            <a:r>
              <a:rPr sz="2138" dirty="0">
                <a:solidFill>
                  <a:srgbClr val="000000"/>
                </a:solidFill>
                <a:latin typeface="Poppins" pitchFamily="2" charset="77"/>
                <a:cs typeface="Poppins" pitchFamily="2" charset="77"/>
              </a:rPr>
              <a:t> ¿</a:t>
            </a:r>
            <a:r>
              <a:rPr lang="en-CL" sz="1800" kern="100" dirty="0">
                <a:solidFill>
                  <a:srgbClr val="303030"/>
                </a:solidFill>
                <a:effectLst/>
                <a:latin typeface="Poppins" pitchFamily="2" charset="77"/>
                <a:ea typeface="Times New Roman" panose="02020603050405020304" pitchFamily="18" charset="0"/>
                <a:cs typeface="Poppins" pitchFamily="2" charset="77"/>
              </a:rPr>
              <a:t>Para construir un láser eficiente, buscamos materiales que tengan niveles de energía </a:t>
            </a:r>
            <a:r>
              <a:rPr lang="en-CL" sz="1800" b="1" kern="100" dirty="0">
                <a:solidFill>
                  <a:srgbClr val="303030"/>
                </a:solidFill>
                <a:effectLst/>
                <a:latin typeface="Poppins" pitchFamily="2" charset="77"/>
                <a:ea typeface="Times New Roman" panose="02020603050405020304" pitchFamily="18" charset="0"/>
                <a:cs typeface="Poppins" pitchFamily="2" charset="77"/>
              </a:rPr>
              <a:t>metaestables</a:t>
            </a:r>
            <a:r>
              <a:rPr lang="en-CL" sz="1800" kern="100" dirty="0">
                <a:solidFill>
                  <a:srgbClr val="303030"/>
                </a:solidFill>
                <a:effectLst/>
                <a:latin typeface="Poppins" pitchFamily="2" charset="77"/>
                <a:ea typeface="Times New Roman" panose="02020603050405020304" pitchFamily="18" charset="0"/>
                <a:cs typeface="Poppins" pitchFamily="2" charset="77"/>
              </a:rPr>
              <a:t>. ¿Por qué un coeficiente de emisión espontánea (</a:t>
            </a:r>
            <a:r>
              <a:rPr lang="en-CL" sz="1800" i="1" kern="100" dirty="0">
                <a:solidFill>
                  <a:srgbClr val="303030"/>
                </a:solidFill>
                <a:effectLst/>
                <a:latin typeface="Poppins" pitchFamily="2" charset="77"/>
                <a:ea typeface="Times New Roman" panose="02020603050405020304" pitchFamily="18" charset="0"/>
                <a:cs typeface="Poppins" pitchFamily="2" charset="77"/>
              </a:rPr>
              <a:t>A</a:t>
            </a:r>
            <a:r>
              <a:rPr lang="en-CL" sz="1800" i="1" kern="100" baseline="-25000" dirty="0">
                <a:solidFill>
                  <a:srgbClr val="303030"/>
                </a:solidFill>
                <a:effectLst/>
                <a:latin typeface="Poppins" pitchFamily="2" charset="77"/>
                <a:ea typeface="Times New Roman" panose="02020603050405020304" pitchFamily="18" charset="0"/>
                <a:cs typeface="Poppins" pitchFamily="2" charset="77"/>
              </a:rPr>
              <a:t>nm</a:t>
            </a:r>
            <a:r>
              <a:rPr lang="en-CL" sz="1800" kern="100" dirty="0">
                <a:solidFill>
                  <a:srgbClr val="303030"/>
                </a:solidFill>
                <a:effectLst/>
                <a:latin typeface="Poppins" pitchFamily="2" charset="77"/>
                <a:ea typeface="Times New Roman" panose="02020603050405020304" pitchFamily="18" charset="0"/>
                <a:cs typeface="Poppins" pitchFamily="2" charset="77"/>
              </a:rPr>
              <a:t>​) muy elevado es el "enemigo" de la acción láser?</a:t>
            </a:r>
            <a:endParaRPr lang="en-CL" sz="1800" kern="100" dirty="0">
              <a:effectLst/>
              <a:latin typeface="Poppins" pitchFamily="2" charset="77"/>
              <a:ea typeface="Times New Roman" panose="02020603050405020304" pitchFamily="18" charset="0"/>
              <a:cs typeface="Poppins" pitchFamily="2" charset="77"/>
            </a:endParaRPr>
          </a:p>
          <a:p>
            <a:pPr>
              <a:lnSpc>
                <a:spcPts val="3206"/>
              </a:lnSpc>
            </a:pPr>
            <a:endParaRPr sz="2138" dirty="0">
              <a:solidFill>
                <a:srgbClr val="000000"/>
              </a:solidFill>
              <a:latin typeface="Poppins" pitchFamily="2" charset="77"/>
              <a:cs typeface="Poppins" pitchFamily="2" charset="77"/>
            </a:endParaRPr>
          </a:p>
        </p:txBody>
      </p:sp>
    </p:spTree>
    <p:extLst>
      <p:ext uri="{BB962C8B-B14F-4D97-AF65-F5344CB8AC3E}">
        <p14:creationId xmlns:p14="http://schemas.microsoft.com/office/powerpoint/2010/main" val="263482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411" y="794"/>
            <a:ext cx="18285178" cy="10285413"/>
          </a:xfrm>
          <a:prstGeom prst="rect">
            <a:avLst/>
          </a:prstGeom>
        </p:spPr>
      </p:pic>
      <p:sp>
        <p:nvSpPr>
          <p:cNvPr id="4" name="Rectangle 3"/>
          <p:cNvSpPr/>
          <p:nvPr/>
        </p:nvSpPr>
        <p:spPr>
          <a:xfrm>
            <a:off x="8572588" y="3511404"/>
            <a:ext cx="1142824" cy="57141"/>
          </a:xfrm>
          <a:prstGeom prst="rect">
            <a:avLst/>
          </a:prstGeom>
          <a:solidFill>
            <a:srgbClr val="E69B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049"/>
          </a:p>
        </p:txBody>
      </p:sp>
      <p:sp>
        <p:nvSpPr>
          <p:cNvPr id="5" name="TextBox 4"/>
          <p:cNvSpPr txBox="1"/>
          <p:nvPr/>
        </p:nvSpPr>
        <p:spPr>
          <a:xfrm>
            <a:off x="5491607" y="3925678"/>
            <a:ext cx="7304785" cy="870297"/>
          </a:xfrm>
          <a:prstGeom prst="rect">
            <a:avLst/>
          </a:prstGeom>
          <a:noFill/>
        </p:spPr>
        <p:txBody>
          <a:bodyPr wrap="square" lIns="0" tIns="0" rIns="0" bIns="0" anchor="t">
            <a:spAutoFit/>
          </a:bodyPr>
          <a:lstStyle/>
          <a:p>
            <a:pPr algn="ctr">
              <a:lnSpc>
                <a:spcPts val="6749"/>
              </a:lnSpc>
            </a:pPr>
            <a:r>
              <a:rPr sz="5624" b="1">
                <a:solidFill>
                  <a:srgbClr val="223C6A"/>
                </a:solidFill>
                <a:latin typeface="Poppins"/>
              </a:rPr>
              <a:t>II. Tecnología Láser</a:t>
            </a:r>
          </a:p>
        </p:txBody>
      </p:sp>
      <p:sp>
        <p:nvSpPr>
          <p:cNvPr id="6" name="TextBox 5"/>
          <p:cNvSpPr txBox="1"/>
          <p:nvPr/>
        </p:nvSpPr>
        <p:spPr>
          <a:xfrm>
            <a:off x="3787015" y="4997075"/>
            <a:ext cx="10713972" cy="925431"/>
          </a:xfrm>
          <a:prstGeom prst="rect">
            <a:avLst/>
          </a:prstGeom>
          <a:noFill/>
        </p:spPr>
        <p:txBody>
          <a:bodyPr wrap="square" lIns="0" tIns="0" rIns="0" bIns="0" anchor="t">
            <a:spAutoFit/>
          </a:bodyPr>
          <a:lstStyle/>
          <a:p>
            <a:pPr algn="ctr">
              <a:lnSpc>
                <a:spcPts val="3712"/>
              </a:lnSpc>
            </a:pPr>
            <a:r>
              <a:rPr sz="2475" dirty="0" err="1">
                <a:solidFill>
                  <a:srgbClr val="000000"/>
                </a:solidFill>
                <a:latin typeface="Poppins"/>
              </a:rPr>
              <a:t>Inversión</a:t>
            </a:r>
            <a:r>
              <a:rPr sz="2475" dirty="0">
                <a:solidFill>
                  <a:srgbClr val="000000"/>
                </a:solidFill>
                <a:latin typeface="Poppins"/>
              </a:rPr>
              <a:t> de población, </a:t>
            </a:r>
            <a:r>
              <a:rPr sz="2475" dirty="0" err="1">
                <a:solidFill>
                  <a:srgbClr val="000000"/>
                </a:solidFill>
                <a:latin typeface="Poppins"/>
              </a:rPr>
              <a:t>amplificación</a:t>
            </a:r>
            <a:r>
              <a:rPr sz="2475" dirty="0">
                <a:solidFill>
                  <a:srgbClr val="000000"/>
                </a:solidFill>
                <a:latin typeface="Poppins"/>
              </a:rPr>
              <a:t> de luz y </a:t>
            </a:r>
            <a:r>
              <a:rPr sz="2475" dirty="0" err="1">
                <a:solidFill>
                  <a:srgbClr val="000000"/>
                </a:solidFill>
                <a:latin typeface="Poppins"/>
              </a:rPr>
              <a:t>aplicaciones</a:t>
            </a:r>
            <a:r>
              <a:rPr sz="2475" dirty="0">
                <a:solidFill>
                  <a:srgbClr val="000000"/>
                </a:solidFill>
                <a:latin typeface="Poppins"/>
              </a:rPr>
              <a:t> </a:t>
            </a:r>
            <a:r>
              <a:rPr sz="2475" dirty="0" err="1">
                <a:solidFill>
                  <a:srgbClr val="000000"/>
                </a:solidFill>
                <a:latin typeface="Poppins"/>
              </a:rPr>
              <a:t>tecnológicas</a:t>
            </a:r>
            <a:r>
              <a:rPr lang="es-ES" sz="2475" dirty="0">
                <a:solidFill>
                  <a:srgbClr val="000000"/>
                </a:solidFill>
                <a:latin typeface="Poppins"/>
              </a:rPr>
              <a:t>.</a:t>
            </a:r>
            <a:endParaRPr sz="2475" dirty="0">
              <a:solidFill>
                <a:srgbClr val="000000"/>
              </a:solidFill>
              <a:latin typeface="Poppins"/>
            </a:endParaRPr>
          </a:p>
        </p:txBody>
      </p:sp>
      <p:sp>
        <p:nvSpPr>
          <p:cNvPr id="7" name="TextBox 6"/>
          <p:cNvSpPr txBox="1"/>
          <p:nvPr/>
        </p:nvSpPr>
        <p:spPr>
          <a:xfrm>
            <a:off x="5536963" y="6368464"/>
            <a:ext cx="7214075" cy="305358"/>
          </a:xfrm>
          <a:prstGeom prst="rect">
            <a:avLst/>
          </a:prstGeom>
          <a:noFill/>
        </p:spPr>
        <p:txBody>
          <a:bodyPr wrap="square" lIns="0" tIns="0" rIns="0" bIns="0" anchor="t">
            <a:spAutoFit/>
          </a:bodyPr>
          <a:lstStyle/>
          <a:p>
            <a:pPr algn="ctr">
              <a:lnSpc>
                <a:spcPts val="2530"/>
              </a:lnSpc>
            </a:pPr>
            <a:r>
              <a:rPr sz="1688" i="1">
                <a:solidFill>
                  <a:srgbClr val="A0A0A0"/>
                </a:solidFill>
                <a:latin typeface="Poppins"/>
              </a:rPr>
              <a:t>Acrónimo: </a:t>
            </a:r>
            <a:r>
              <a:rPr sz="1688" b="1" i="1">
                <a:solidFill>
                  <a:srgbClr val="E69B0A"/>
                </a:solidFill>
                <a:latin typeface="Poppins"/>
              </a:rPr>
              <a:t>L</a:t>
            </a:r>
            <a:r>
              <a:rPr sz="1688" i="1">
                <a:solidFill>
                  <a:srgbClr val="A0A0A0"/>
                </a:solidFill>
                <a:latin typeface="Poppins"/>
              </a:rPr>
              <a:t>ight </a:t>
            </a:r>
            <a:r>
              <a:rPr sz="1688" b="1" i="1">
                <a:solidFill>
                  <a:srgbClr val="E69B0A"/>
                </a:solidFill>
                <a:latin typeface="Poppins"/>
              </a:rPr>
              <a:t>A</a:t>
            </a:r>
            <a:r>
              <a:rPr sz="1688" i="1">
                <a:solidFill>
                  <a:srgbClr val="A0A0A0"/>
                </a:solidFill>
                <a:latin typeface="Poppins"/>
              </a:rPr>
              <a:t>mplification by </a:t>
            </a:r>
            <a:r>
              <a:rPr sz="1688" b="1" i="1">
                <a:solidFill>
                  <a:srgbClr val="E69B0A"/>
                </a:solidFill>
                <a:latin typeface="Poppins"/>
              </a:rPr>
              <a:t>S</a:t>
            </a:r>
            <a:r>
              <a:rPr sz="1688" i="1">
                <a:solidFill>
                  <a:srgbClr val="A0A0A0"/>
                </a:solidFill>
                <a:latin typeface="Poppins"/>
              </a:rPr>
              <a:t>timulated </a:t>
            </a:r>
            <a:r>
              <a:rPr sz="1688" b="1" i="1">
                <a:solidFill>
                  <a:srgbClr val="E69B0A"/>
                </a:solidFill>
                <a:latin typeface="Poppins"/>
              </a:rPr>
              <a:t>E</a:t>
            </a:r>
            <a:r>
              <a:rPr sz="1688" i="1">
                <a:solidFill>
                  <a:srgbClr val="A0A0A0"/>
                </a:solidFill>
                <a:latin typeface="Poppins"/>
              </a:rPr>
              <a:t>mission of </a:t>
            </a:r>
            <a:r>
              <a:rPr sz="1688" b="1" i="1">
                <a:solidFill>
                  <a:srgbClr val="E69B0A"/>
                </a:solidFill>
                <a:latin typeface="Poppins"/>
              </a:rPr>
              <a:t>R</a:t>
            </a:r>
            <a:r>
              <a:rPr sz="1688" i="1">
                <a:solidFill>
                  <a:srgbClr val="A0A0A0"/>
                </a:solidFill>
                <a:latin typeface="Poppins"/>
              </a:rPr>
              <a:t>adiation</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D88ECC25-F1B6-DD10-5952-6CA39F2727A1}"/>
                  </a:ext>
                </a:extLst>
              </p14:cNvPr>
              <p14:cNvContentPartPr/>
              <p14:nvPr/>
            </p14:nvContentPartPr>
            <p14:xfrm>
              <a:off x="10713240" y="4635000"/>
              <a:ext cx="1593000" cy="48600"/>
            </p14:xfrm>
          </p:contentPart>
        </mc:Choice>
        <mc:Fallback>
          <p:pic>
            <p:nvPicPr>
              <p:cNvPr id="3" name="Ink 2">
                <a:extLst>
                  <a:ext uri="{FF2B5EF4-FFF2-40B4-BE49-F238E27FC236}">
                    <a16:creationId xmlns:a16="http://schemas.microsoft.com/office/drawing/2014/main" id="{D88ECC25-F1B6-DD10-5952-6CA39F2727A1}"/>
                  </a:ext>
                </a:extLst>
              </p:cNvPr>
              <p:cNvPicPr/>
              <p:nvPr/>
            </p:nvPicPr>
            <p:blipFill>
              <a:blip r:embed="rId4"/>
              <a:stretch>
                <a:fillRect/>
              </a:stretch>
            </p:blipFill>
            <p:spPr>
              <a:xfrm>
                <a:off x="10703880" y="4625640"/>
                <a:ext cx="1611720" cy="6732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01623651-9DC2-33FA-3558-DCF2DD7378D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6A3D646-F97A-CC5A-2A46-F39292F7D0E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36" t="-112" r="-126" b="-250"/>
            </a:stretch>
          </a:blipFill>
        </p:spPr>
        <p:txBody>
          <a:bodyPr/>
          <a:lstStyle/>
          <a:p>
            <a:endParaRPr lang="es-ES"/>
          </a:p>
        </p:txBody>
      </p:sp>
      <p:sp>
        <p:nvSpPr>
          <p:cNvPr id="176" name="Google Shape;176;p19">
            <a:extLst>
              <a:ext uri="{FF2B5EF4-FFF2-40B4-BE49-F238E27FC236}">
                <a16:creationId xmlns:a16="http://schemas.microsoft.com/office/drawing/2014/main" id="{37947BB8-BBAF-EC74-1A8D-6EBD62B7A416}"/>
              </a:ext>
            </a:extLst>
          </p:cNvPr>
          <p:cNvSpPr txBox="1"/>
          <p:nvPr/>
        </p:nvSpPr>
        <p:spPr>
          <a:xfrm>
            <a:off x="1000125" y="870693"/>
            <a:ext cx="17102138" cy="628377"/>
          </a:xfrm>
          <a:prstGeom prst="rect">
            <a:avLst/>
          </a:prstGeom>
          <a:noFill/>
          <a:ln>
            <a:noFill/>
          </a:ln>
        </p:spPr>
        <p:txBody>
          <a:bodyPr spcFirstLastPara="1" wrap="square" lIns="0" tIns="0" rIns="0" bIns="0" anchor="t" anchorCtr="0">
            <a:spAutoFit/>
          </a:bodyPr>
          <a:lstStyle/>
          <a:p>
            <a:pPr>
              <a:lnSpc>
                <a:spcPts val="4860"/>
              </a:lnSpc>
            </a:pPr>
            <a:r>
              <a:rPr lang="es-CL" sz="4800" b="1" dirty="0">
                <a:solidFill>
                  <a:srgbClr val="223C6A"/>
                </a:solidFill>
                <a:latin typeface="Poppins"/>
              </a:rPr>
              <a:t>¿Cómo funciona un laser?</a:t>
            </a:r>
          </a:p>
        </p:txBody>
      </p:sp>
      <p:sp>
        <p:nvSpPr>
          <p:cNvPr id="177" name="Google Shape;177;p19">
            <a:extLst>
              <a:ext uri="{FF2B5EF4-FFF2-40B4-BE49-F238E27FC236}">
                <a16:creationId xmlns:a16="http://schemas.microsoft.com/office/drawing/2014/main" id="{4323EEDC-4DD4-677F-6E42-36EA229FF1AD}"/>
              </a:ext>
            </a:extLst>
          </p:cNvPr>
          <p:cNvSpPr/>
          <p:nvPr/>
        </p:nvSpPr>
        <p:spPr>
          <a:xfrm>
            <a:off x="1000125" y="1499070"/>
            <a:ext cx="16287750" cy="28575"/>
          </a:xfrm>
          <a:prstGeom prst="rect">
            <a:avLst/>
          </a:prstGeom>
          <a:solidFill>
            <a:srgbClr val="E69B0A"/>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pic>
        <p:nvPicPr>
          <p:cNvPr id="2050" name="Picture 2" descr="Laser - Wikipedia">
            <a:extLst>
              <a:ext uri="{FF2B5EF4-FFF2-40B4-BE49-F238E27FC236}">
                <a16:creationId xmlns:a16="http://schemas.microsoft.com/office/drawing/2014/main" id="{5F33F4A9-05F1-67BD-828A-F47FC1EBCD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821329"/>
            <a:ext cx="6350000" cy="33020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C043863F-C760-D237-AAB0-4274CB978F8E}"/>
                  </a:ext>
                </a:extLst>
              </p14:cNvPr>
              <p14:cNvContentPartPr/>
              <p14:nvPr/>
            </p14:nvContentPartPr>
            <p14:xfrm>
              <a:off x="341640" y="1396440"/>
              <a:ext cx="16482240" cy="8154720"/>
            </p14:xfrm>
          </p:contentPart>
        </mc:Choice>
        <mc:Fallback>
          <p:pic>
            <p:nvPicPr>
              <p:cNvPr id="3" name="Ink 2">
                <a:extLst>
                  <a:ext uri="{FF2B5EF4-FFF2-40B4-BE49-F238E27FC236}">
                    <a16:creationId xmlns:a16="http://schemas.microsoft.com/office/drawing/2014/main" id="{C043863F-C760-D237-AAB0-4274CB978F8E}"/>
                  </a:ext>
                </a:extLst>
              </p:cNvPr>
              <p:cNvPicPr/>
              <p:nvPr/>
            </p:nvPicPr>
            <p:blipFill>
              <a:blip r:embed="rId6"/>
              <a:stretch>
                <a:fillRect/>
              </a:stretch>
            </p:blipFill>
            <p:spPr>
              <a:xfrm>
                <a:off x="325440" y="1380240"/>
                <a:ext cx="16514640" cy="8187120"/>
              </a:xfrm>
              <a:prstGeom prst="rect">
                <a:avLst/>
              </a:prstGeom>
            </p:spPr>
          </p:pic>
        </mc:Fallback>
      </mc:AlternateContent>
    </p:spTree>
    <p:extLst>
      <p:ext uri="{BB962C8B-B14F-4D97-AF65-F5344CB8AC3E}">
        <p14:creationId xmlns:p14="http://schemas.microsoft.com/office/powerpoint/2010/main" val="35119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81464367-7FC7-E942-D650-94A2B3FEAAF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F513E74-6DAC-2069-2B64-9345BA34903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36" t="-112" r="-126" b="-250"/>
            </a:stretch>
          </a:blipFill>
        </p:spPr>
        <p:txBody>
          <a:bodyPr/>
          <a:lstStyle/>
          <a:p>
            <a:endParaRPr lang="es-ES"/>
          </a:p>
        </p:txBody>
      </p:sp>
      <p:sp>
        <p:nvSpPr>
          <p:cNvPr id="176" name="Google Shape;176;p19">
            <a:extLst>
              <a:ext uri="{FF2B5EF4-FFF2-40B4-BE49-F238E27FC236}">
                <a16:creationId xmlns:a16="http://schemas.microsoft.com/office/drawing/2014/main" id="{E9898D26-D278-4F6E-9C74-F22302CF2FE1}"/>
              </a:ext>
            </a:extLst>
          </p:cNvPr>
          <p:cNvSpPr txBox="1"/>
          <p:nvPr/>
        </p:nvSpPr>
        <p:spPr>
          <a:xfrm>
            <a:off x="1000125" y="870693"/>
            <a:ext cx="17102138" cy="628377"/>
          </a:xfrm>
          <a:prstGeom prst="rect">
            <a:avLst/>
          </a:prstGeom>
          <a:noFill/>
          <a:ln>
            <a:noFill/>
          </a:ln>
        </p:spPr>
        <p:txBody>
          <a:bodyPr spcFirstLastPara="1" wrap="square" lIns="0" tIns="0" rIns="0" bIns="0" anchor="t" anchorCtr="0">
            <a:spAutoFit/>
          </a:bodyPr>
          <a:lstStyle/>
          <a:p>
            <a:pPr>
              <a:lnSpc>
                <a:spcPts val="4860"/>
              </a:lnSpc>
            </a:pPr>
            <a:r>
              <a:rPr lang="es-CL" sz="4800" b="1" dirty="0">
                <a:solidFill>
                  <a:srgbClr val="223C6A"/>
                </a:solidFill>
                <a:latin typeface="Poppins"/>
              </a:rPr>
              <a:t>Inversión de Población</a:t>
            </a:r>
          </a:p>
        </p:txBody>
      </p:sp>
      <p:sp>
        <p:nvSpPr>
          <p:cNvPr id="177" name="Google Shape;177;p19">
            <a:extLst>
              <a:ext uri="{FF2B5EF4-FFF2-40B4-BE49-F238E27FC236}">
                <a16:creationId xmlns:a16="http://schemas.microsoft.com/office/drawing/2014/main" id="{D851D7D3-CCE9-1A0A-24D5-466031A1952A}"/>
              </a:ext>
            </a:extLst>
          </p:cNvPr>
          <p:cNvSpPr/>
          <p:nvPr/>
        </p:nvSpPr>
        <p:spPr>
          <a:xfrm>
            <a:off x="1000125" y="1499070"/>
            <a:ext cx="16287750" cy="28575"/>
          </a:xfrm>
          <a:prstGeom prst="rect">
            <a:avLst/>
          </a:prstGeom>
          <a:solidFill>
            <a:srgbClr val="E69B0A"/>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6" name="TextBox 7">
            <a:extLst>
              <a:ext uri="{FF2B5EF4-FFF2-40B4-BE49-F238E27FC236}">
                <a16:creationId xmlns:a16="http://schemas.microsoft.com/office/drawing/2014/main" id="{3A16CBA0-ACB2-3631-1AD8-B5F59B524F91}"/>
              </a:ext>
            </a:extLst>
          </p:cNvPr>
          <p:cNvSpPr txBox="1"/>
          <p:nvPr/>
        </p:nvSpPr>
        <p:spPr>
          <a:xfrm>
            <a:off x="1314450" y="1689397"/>
            <a:ext cx="8439150" cy="390043"/>
          </a:xfrm>
          <a:prstGeom prst="rect">
            <a:avLst/>
          </a:prstGeom>
          <a:noFill/>
        </p:spPr>
        <p:txBody>
          <a:bodyPr wrap="square" lIns="0" tIns="0" rIns="0" bIns="0" anchor="t">
            <a:spAutoFit/>
          </a:bodyPr>
          <a:lstStyle/>
          <a:p>
            <a:pPr>
              <a:lnSpc>
                <a:spcPts val="3206"/>
              </a:lnSpc>
            </a:pPr>
            <a:r>
              <a:rPr sz="2138" b="1" dirty="0">
                <a:solidFill>
                  <a:srgbClr val="000000"/>
                </a:solidFill>
                <a:latin typeface="Poppins"/>
              </a:rPr>
              <a:t>Barrera </a:t>
            </a:r>
            <a:r>
              <a:rPr sz="2138" b="1" dirty="0" err="1">
                <a:solidFill>
                  <a:srgbClr val="000000"/>
                </a:solidFill>
                <a:latin typeface="Poppins"/>
              </a:rPr>
              <a:t>Térmica</a:t>
            </a:r>
            <a:r>
              <a:rPr sz="2138" b="1" dirty="0">
                <a:solidFill>
                  <a:srgbClr val="000000"/>
                </a:solidFill>
                <a:latin typeface="Poppins"/>
              </a:rPr>
              <a:t>:</a:t>
            </a:r>
            <a:r>
              <a:rPr sz="2138" dirty="0">
                <a:solidFill>
                  <a:srgbClr val="000000"/>
                </a:solidFill>
                <a:latin typeface="Poppins"/>
              </a:rPr>
              <a:t> En </a:t>
            </a:r>
            <a:r>
              <a:rPr sz="2138" dirty="0" err="1">
                <a:solidFill>
                  <a:srgbClr val="000000"/>
                </a:solidFill>
                <a:latin typeface="Poppins"/>
              </a:rPr>
              <a:t>equilibrio</a:t>
            </a:r>
            <a:r>
              <a:rPr sz="2138" dirty="0">
                <a:solidFill>
                  <a:srgbClr val="000000"/>
                </a:solidFill>
                <a:latin typeface="Poppins"/>
              </a:rPr>
              <a:t> </a:t>
            </a:r>
            <a:r>
              <a:rPr lang="es-ES" sz="2138" b="1" dirty="0">
                <a:solidFill>
                  <a:srgbClr val="E69B0A"/>
                </a:solidFill>
                <a:latin typeface="Poppins"/>
              </a:rPr>
              <a:t>N</a:t>
            </a:r>
            <a:r>
              <a:rPr lang="es-ES" sz="2138" b="1" baseline="-25000" dirty="0">
                <a:solidFill>
                  <a:srgbClr val="E69B0A"/>
                </a:solidFill>
                <a:latin typeface="Poppins"/>
              </a:rPr>
              <a:t>m</a:t>
            </a:r>
            <a:r>
              <a:rPr lang="es-ES" sz="2138" b="1" dirty="0">
                <a:solidFill>
                  <a:srgbClr val="E69B0A"/>
                </a:solidFill>
                <a:latin typeface="Poppins"/>
              </a:rPr>
              <a:t>&lt;</a:t>
            </a:r>
            <a:r>
              <a:rPr lang="es-ES" sz="2138" b="1" dirty="0" err="1">
                <a:solidFill>
                  <a:srgbClr val="E69B0A"/>
                </a:solidFill>
                <a:latin typeface="Poppins"/>
              </a:rPr>
              <a:t>Nn</a:t>
            </a:r>
            <a:r>
              <a:rPr lang="es-ES" sz="2138" b="1" baseline="-25000" dirty="0">
                <a:solidFill>
                  <a:srgbClr val="E69B0A"/>
                </a:solidFill>
                <a:latin typeface="Poppins"/>
              </a:rPr>
              <a:t> </a:t>
            </a:r>
            <a:r>
              <a:rPr sz="2138" dirty="0" err="1">
                <a:solidFill>
                  <a:srgbClr val="000000"/>
                </a:solidFill>
                <a:latin typeface="Poppins"/>
              </a:rPr>
              <a:t>predomina</a:t>
            </a:r>
            <a:r>
              <a:rPr sz="2138" dirty="0">
                <a:solidFill>
                  <a:srgbClr val="000000"/>
                </a:solidFill>
                <a:latin typeface="Poppins"/>
              </a:rPr>
              <a:t> la </a:t>
            </a:r>
            <a:r>
              <a:rPr sz="2138" dirty="0" err="1">
                <a:solidFill>
                  <a:srgbClr val="000000"/>
                </a:solidFill>
                <a:latin typeface="Poppins"/>
              </a:rPr>
              <a:t>absorción</a:t>
            </a:r>
            <a:r>
              <a:rPr sz="2138" dirty="0">
                <a:solidFill>
                  <a:srgbClr val="000000"/>
                </a:solidFill>
                <a:latin typeface="Poppins"/>
              </a:rPr>
              <a:t>.</a:t>
            </a:r>
          </a:p>
        </p:txBody>
      </p:sp>
      <p:sp>
        <p:nvSpPr>
          <p:cNvPr id="7" name="TextBox 8">
            <a:extLst>
              <a:ext uri="{FF2B5EF4-FFF2-40B4-BE49-F238E27FC236}">
                <a16:creationId xmlns:a16="http://schemas.microsoft.com/office/drawing/2014/main" id="{A56D1A2A-E4D7-D133-BA36-180CCA82B69B}"/>
              </a:ext>
            </a:extLst>
          </p:cNvPr>
          <p:cNvSpPr txBox="1"/>
          <p:nvPr/>
        </p:nvSpPr>
        <p:spPr>
          <a:xfrm>
            <a:off x="1314450" y="2369763"/>
            <a:ext cx="8439150" cy="390043"/>
          </a:xfrm>
          <a:prstGeom prst="rect">
            <a:avLst/>
          </a:prstGeom>
          <a:noFill/>
        </p:spPr>
        <p:txBody>
          <a:bodyPr wrap="square" lIns="0" tIns="0" rIns="0" bIns="0" anchor="t">
            <a:spAutoFit/>
          </a:bodyPr>
          <a:lstStyle/>
          <a:p>
            <a:pPr>
              <a:lnSpc>
                <a:spcPts val="3206"/>
              </a:lnSpc>
            </a:pPr>
            <a:r>
              <a:rPr sz="2138" b="1" dirty="0" err="1">
                <a:solidFill>
                  <a:srgbClr val="000000"/>
                </a:solidFill>
                <a:latin typeface="Poppins"/>
              </a:rPr>
              <a:t>Condición</a:t>
            </a:r>
            <a:r>
              <a:rPr sz="2138" b="1" dirty="0">
                <a:solidFill>
                  <a:srgbClr val="000000"/>
                </a:solidFill>
                <a:latin typeface="Poppins"/>
              </a:rPr>
              <a:t> </a:t>
            </a:r>
            <a:r>
              <a:rPr sz="2138" b="1" dirty="0" err="1">
                <a:solidFill>
                  <a:srgbClr val="000000"/>
                </a:solidFill>
                <a:latin typeface="Poppins"/>
              </a:rPr>
              <a:t>Láser</a:t>
            </a:r>
            <a:r>
              <a:rPr sz="2138" b="1" dirty="0">
                <a:solidFill>
                  <a:srgbClr val="000000"/>
                </a:solidFill>
                <a:latin typeface="Poppins"/>
              </a:rPr>
              <a:t>:</a:t>
            </a:r>
            <a:r>
              <a:rPr sz="2138" dirty="0">
                <a:solidFill>
                  <a:srgbClr val="000000"/>
                </a:solidFill>
                <a:latin typeface="Poppins"/>
              </a:rPr>
              <a:t> </a:t>
            </a:r>
            <a:r>
              <a:rPr sz="2138" dirty="0" err="1">
                <a:solidFill>
                  <a:srgbClr val="000000"/>
                </a:solidFill>
                <a:latin typeface="Poppins"/>
              </a:rPr>
              <a:t>Lograr</a:t>
            </a:r>
            <a:r>
              <a:rPr sz="2138" dirty="0">
                <a:solidFill>
                  <a:srgbClr val="000000"/>
                </a:solidFill>
                <a:latin typeface="Poppins"/>
              </a:rPr>
              <a:t> </a:t>
            </a:r>
            <a:r>
              <a:rPr sz="2138" dirty="0" err="1">
                <a:solidFill>
                  <a:srgbClr val="000000"/>
                </a:solidFill>
                <a:latin typeface="Poppins"/>
              </a:rPr>
              <a:t>estado</a:t>
            </a:r>
            <a:r>
              <a:rPr sz="2138" dirty="0">
                <a:solidFill>
                  <a:srgbClr val="000000"/>
                </a:solidFill>
                <a:latin typeface="Poppins"/>
              </a:rPr>
              <a:t> fuera de </a:t>
            </a:r>
            <a:r>
              <a:rPr sz="2138" dirty="0" err="1">
                <a:solidFill>
                  <a:srgbClr val="000000"/>
                </a:solidFill>
                <a:latin typeface="Poppins"/>
              </a:rPr>
              <a:t>equilibrio</a:t>
            </a:r>
            <a:r>
              <a:rPr sz="2138" dirty="0">
                <a:solidFill>
                  <a:srgbClr val="000000"/>
                </a:solidFill>
                <a:latin typeface="Poppins"/>
              </a:rPr>
              <a:t> con </a:t>
            </a:r>
            <a:r>
              <a:rPr lang="es-ES" sz="2138" b="1" dirty="0">
                <a:solidFill>
                  <a:srgbClr val="E69B0A"/>
                </a:solidFill>
                <a:latin typeface="Poppins"/>
              </a:rPr>
              <a:t>N</a:t>
            </a:r>
            <a:r>
              <a:rPr lang="es-ES" sz="2138" b="1" baseline="-25000" dirty="0">
                <a:solidFill>
                  <a:srgbClr val="E69B0A"/>
                </a:solidFill>
                <a:latin typeface="Poppins"/>
              </a:rPr>
              <a:t>m</a:t>
            </a:r>
            <a:r>
              <a:rPr lang="es-ES" sz="2138" b="1" dirty="0">
                <a:solidFill>
                  <a:srgbClr val="E69B0A"/>
                </a:solidFill>
                <a:latin typeface="Poppins"/>
              </a:rPr>
              <a:t>&gt;</a:t>
            </a:r>
            <a:r>
              <a:rPr lang="es-ES" sz="2138" b="1" dirty="0" err="1">
                <a:solidFill>
                  <a:srgbClr val="E69B0A"/>
                </a:solidFill>
                <a:latin typeface="Poppins"/>
              </a:rPr>
              <a:t>N</a:t>
            </a:r>
            <a:r>
              <a:rPr lang="es-ES" sz="2138" b="1" baseline="-25000" dirty="0" err="1">
                <a:solidFill>
                  <a:srgbClr val="E69B0A"/>
                </a:solidFill>
                <a:latin typeface="Poppins"/>
              </a:rPr>
              <a:t>n</a:t>
            </a:r>
            <a:endParaRPr sz="2138" dirty="0">
              <a:solidFill>
                <a:srgbClr val="000000"/>
              </a:solidFill>
              <a:latin typeface="Poppins"/>
            </a:endParaRPr>
          </a:p>
        </p:txBody>
      </p:sp>
      <p:sp>
        <p:nvSpPr>
          <p:cNvPr id="11" name="TextBox 9">
            <a:extLst>
              <a:ext uri="{FF2B5EF4-FFF2-40B4-BE49-F238E27FC236}">
                <a16:creationId xmlns:a16="http://schemas.microsoft.com/office/drawing/2014/main" id="{5E78A97C-F4F1-3751-68F2-95457BA4A010}"/>
              </a:ext>
            </a:extLst>
          </p:cNvPr>
          <p:cNvSpPr txBox="1"/>
          <p:nvPr/>
        </p:nvSpPr>
        <p:spPr>
          <a:xfrm>
            <a:off x="1388969" y="4762500"/>
            <a:ext cx="7543800" cy="1621149"/>
          </a:xfrm>
          <a:prstGeom prst="rect">
            <a:avLst/>
          </a:prstGeom>
          <a:noFill/>
        </p:spPr>
        <p:txBody>
          <a:bodyPr wrap="square" lIns="0" tIns="0" rIns="0" bIns="0" anchor="t">
            <a:spAutoFit/>
          </a:bodyPr>
          <a:lstStyle/>
          <a:p>
            <a:pPr>
              <a:lnSpc>
                <a:spcPts val="3206"/>
              </a:lnSpc>
            </a:pPr>
            <a:r>
              <a:rPr sz="2138" b="1" dirty="0">
                <a:solidFill>
                  <a:srgbClr val="000000"/>
                </a:solidFill>
                <a:latin typeface="Poppins"/>
              </a:rPr>
              <a:t>Sistema de 3 </a:t>
            </a:r>
            <a:r>
              <a:rPr sz="2138" b="1" dirty="0" err="1">
                <a:solidFill>
                  <a:srgbClr val="000000"/>
                </a:solidFill>
                <a:latin typeface="Poppins"/>
              </a:rPr>
              <a:t>Niveles</a:t>
            </a:r>
            <a:r>
              <a:rPr sz="2138" b="1" dirty="0">
                <a:solidFill>
                  <a:srgbClr val="000000"/>
                </a:solidFill>
                <a:latin typeface="Poppins"/>
              </a:rPr>
              <a:t>:</a:t>
            </a:r>
            <a:r>
              <a:rPr sz="2138" dirty="0">
                <a:solidFill>
                  <a:srgbClr val="000000"/>
                </a:solidFill>
                <a:latin typeface="Poppins"/>
              </a:rPr>
              <a:t> </a:t>
            </a:r>
            <a:r>
              <a:rPr sz="4050" dirty="0"/>
              <a:t>
</a:t>
            </a:r>
            <a:r>
              <a:rPr sz="2138" dirty="0">
                <a:solidFill>
                  <a:srgbClr val="000000"/>
                </a:solidFill>
                <a:latin typeface="Poppins"/>
              </a:rPr>
              <a:t> 1. </a:t>
            </a:r>
            <a:r>
              <a:rPr sz="2138" dirty="0" err="1">
                <a:solidFill>
                  <a:srgbClr val="000000"/>
                </a:solidFill>
                <a:latin typeface="Poppins"/>
              </a:rPr>
              <a:t>Bombeo</a:t>
            </a:r>
            <a:r>
              <a:rPr sz="2138" dirty="0">
                <a:solidFill>
                  <a:srgbClr val="000000"/>
                </a:solidFill>
                <a:latin typeface="Poppins"/>
              </a:rPr>
              <a:t> </a:t>
            </a:r>
            <a:r>
              <a:rPr sz="2138" dirty="0" err="1">
                <a:solidFill>
                  <a:srgbClr val="000000"/>
                </a:solidFill>
                <a:latin typeface="Poppins"/>
              </a:rPr>
              <a:t>óptico</a:t>
            </a:r>
            <a:r>
              <a:rPr sz="2138" dirty="0">
                <a:solidFill>
                  <a:srgbClr val="000000"/>
                </a:solidFill>
                <a:latin typeface="Poppins"/>
              </a:rPr>
              <a:t> al </a:t>
            </a:r>
            <a:r>
              <a:rPr sz="2138" dirty="0" err="1">
                <a:solidFill>
                  <a:srgbClr val="000000"/>
                </a:solidFill>
                <a:latin typeface="Poppins"/>
              </a:rPr>
              <a:t>nivel</a:t>
            </a:r>
            <a:r>
              <a:rPr sz="2138" dirty="0">
                <a:solidFill>
                  <a:srgbClr val="000000"/>
                </a:solidFill>
                <a:latin typeface="Poppins"/>
              </a:rPr>
              <a:t> superior (3). </a:t>
            </a:r>
            <a:r>
              <a:rPr sz="4050" dirty="0"/>
              <a:t>
</a:t>
            </a:r>
            <a:r>
              <a:rPr sz="2138" dirty="0">
                <a:solidFill>
                  <a:srgbClr val="000000"/>
                </a:solidFill>
                <a:latin typeface="Poppins"/>
              </a:rPr>
              <a:t> 2. </a:t>
            </a:r>
            <a:r>
              <a:rPr sz="2138" dirty="0" err="1">
                <a:solidFill>
                  <a:srgbClr val="000000"/>
                </a:solidFill>
                <a:latin typeface="Poppins"/>
              </a:rPr>
              <a:t>Decaimiento</a:t>
            </a:r>
            <a:r>
              <a:rPr sz="2138" dirty="0">
                <a:solidFill>
                  <a:srgbClr val="000000"/>
                </a:solidFill>
                <a:latin typeface="Poppins"/>
              </a:rPr>
              <a:t> </a:t>
            </a:r>
            <a:r>
              <a:rPr sz="2138" dirty="0" err="1">
                <a:solidFill>
                  <a:srgbClr val="000000"/>
                </a:solidFill>
                <a:latin typeface="Poppins"/>
              </a:rPr>
              <a:t>rápido</a:t>
            </a:r>
            <a:r>
              <a:rPr sz="2138" dirty="0">
                <a:solidFill>
                  <a:srgbClr val="000000"/>
                </a:solidFill>
                <a:latin typeface="Poppins"/>
              </a:rPr>
              <a:t> a </a:t>
            </a:r>
            <a:r>
              <a:rPr sz="2138" dirty="0" err="1">
                <a:solidFill>
                  <a:srgbClr val="000000"/>
                </a:solidFill>
                <a:latin typeface="Poppins"/>
              </a:rPr>
              <a:t>estado</a:t>
            </a:r>
            <a:r>
              <a:rPr sz="2138" dirty="0">
                <a:solidFill>
                  <a:srgbClr val="000000"/>
                </a:solidFill>
                <a:latin typeface="Poppins"/>
              </a:rPr>
              <a:t> </a:t>
            </a:r>
            <a:r>
              <a:rPr sz="2138" b="1" dirty="0" err="1">
                <a:solidFill>
                  <a:srgbClr val="E69B0A"/>
                </a:solidFill>
                <a:latin typeface="Poppins"/>
              </a:rPr>
              <a:t>metaestable</a:t>
            </a:r>
            <a:r>
              <a:rPr sz="2138" dirty="0">
                <a:solidFill>
                  <a:srgbClr val="000000"/>
                </a:solidFill>
                <a:latin typeface="Poppins"/>
              </a:rPr>
              <a:t> (2). </a:t>
            </a:r>
            <a:r>
              <a:rPr sz="4050" dirty="0"/>
              <a:t>
</a:t>
            </a:r>
            <a:r>
              <a:rPr sz="2138" dirty="0">
                <a:solidFill>
                  <a:srgbClr val="000000"/>
                </a:solidFill>
                <a:latin typeface="Poppins"/>
              </a:rPr>
              <a:t> 3. </a:t>
            </a:r>
            <a:r>
              <a:rPr sz="2138" dirty="0" err="1">
                <a:solidFill>
                  <a:srgbClr val="000000"/>
                </a:solidFill>
                <a:latin typeface="Poppins"/>
              </a:rPr>
              <a:t>Acumulación</a:t>
            </a:r>
            <a:r>
              <a:rPr sz="2138" dirty="0">
                <a:solidFill>
                  <a:srgbClr val="000000"/>
                </a:solidFill>
                <a:latin typeface="Poppins"/>
              </a:rPr>
              <a:t> y </a:t>
            </a:r>
            <a:r>
              <a:rPr sz="2138" dirty="0" err="1">
                <a:solidFill>
                  <a:srgbClr val="000000"/>
                </a:solidFill>
                <a:latin typeface="Poppins"/>
              </a:rPr>
              <a:t>emisión</a:t>
            </a:r>
            <a:r>
              <a:rPr sz="2138" dirty="0">
                <a:solidFill>
                  <a:srgbClr val="000000"/>
                </a:solidFill>
                <a:latin typeface="Poppins"/>
              </a:rPr>
              <a:t> </a:t>
            </a:r>
            <a:r>
              <a:rPr sz="2138" dirty="0" err="1">
                <a:solidFill>
                  <a:srgbClr val="000000"/>
                </a:solidFill>
                <a:latin typeface="Poppins"/>
              </a:rPr>
              <a:t>estimulada</a:t>
            </a:r>
            <a:r>
              <a:rPr sz="2138" dirty="0">
                <a:solidFill>
                  <a:srgbClr val="000000"/>
                </a:solidFill>
                <a:latin typeface="Poppins"/>
              </a:rPr>
              <a:t> </a:t>
            </a:r>
            <a:r>
              <a:rPr sz="2138" dirty="0" err="1">
                <a:solidFill>
                  <a:srgbClr val="000000"/>
                </a:solidFill>
                <a:latin typeface="Poppins"/>
              </a:rPr>
              <a:t>hacia</a:t>
            </a:r>
            <a:r>
              <a:rPr sz="2138" dirty="0">
                <a:solidFill>
                  <a:srgbClr val="000000"/>
                </a:solidFill>
                <a:latin typeface="Poppins"/>
              </a:rPr>
              <a:t> (1).</a:t>
            </a:r>
          </a:p>
        </p:txBody>
      </p:sp>
      <p:pic>
        <p:nvPicPr>
          <p:cNvPr id="3074" name="Picture 2" descr="Three-level laser | physics | Britannica">
            <a:extLst>
              <a:ext uri="{FF2B5EF4-FFF2-40B4-BE49-F238E27FC236}">
                <a16:creationId xmlns:a16="http://schemas.microsoft.com/office/drawing/2014/main" id="{17F0B941-53F3-DF97-73D5-D3B6429837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9400" y="3419475"/>
            <a:ext cx="5697071" cy="475581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9E1B8C24-6C3E-7E11-7F59-9FD77189084A}"/>
                  </a:ext>
                </a:extLst>
              </p14:cNvPr>
              <p14:cNvContentPartPr/>
              <p14:nvPr/>
            </p14:nvContentPartPr>
            <p14:xfrm>
              <a:off x="379080" y="2034720"/>
              <a:ext cx="15075720" cy="6402960"/>
            </p14:xfrm>
          </p:contentPart>
        </mc:Choice>
        <mc:Fallback>
          <p:pic>
            <p:nvPicPr>
              <p:cNvPr id="3" name="Ink 2">
                <a:extLst>
                  <a:ext uri="{FF2B5EF4-FFF2-40B4-BE49-F238E27FC236}">
                    <a16:creationId xmlns:a16="http://schemas.microsoft.com/office/drawing/2014/main" id="{9E1B8C24-6C3E-7E11-7F59-9FD77189084A}"/>
                  </a:ext>
                </a:extLst>
              </p:cNvPr>
              <p:cNvPicPr/>
              <p:nvPr/>
            </p:nvPicPr>
            <p:blipFill>
              <a:blip r:embed="rId6"/>
              <a:stretch>
                <a:fillRect/>
              </a:stretch>
            </p:blipFill>
            <p:spPr>
              <a:xfrm>
                <a:off x="362880" y="2025360"/>
                <a:ext cx="15101280" cy="6428520"/>
              </a:xfrm>
              <a:prstGeom prst="rect">
                <a:avLst/>
              </a:prstGeom>
            </p:spPr>
          </p:pic>
        </mc:Fallback>
      </mc:AlternateContent>
    </p:spTree>
    <p:extLst>
      <p:ext uri="{BB962C8B-B14F-4D97-AF65-F5344CB8AC3E}">
        <p14:creationId xmlns:p14="http://schemas.microsoft.com/office/powerpoint/2010/main" val="4088961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0C76B7F5-9B4D-12AB-62D8-B02A399D7AA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D80ED43-E0B6-2DAC-31FE-72413A50864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36" t="-112" r="-126" b="-250"/>
            </a:stretch>
          </a:blipFill>
        </p:spPr>
        <p:txBody>
          <a:bodyPr/>
          <a:lstStyle/>
          <a:p>
            <a:endParaRPr lang="es-ES"/>
          </a:p>
        </p:txBody>
      </p:sp>
      <p:sp>
        <p:nvSpPr>
          <p:cNvPr id="176" name="Google Shape;176;p19">
            <a:extLst>
              <a:ext uri="{FF2B5EF4-FFF2-40B4-BE49-F238E27FC236}">
                <a16:creationId xmlns:a16="http://schemas.microsoft.com/office/drawing/2014/main" id="{494E0821-19E8-8C30-E7BD-E7B697D2C197}"/>
              </a:ext>
            </a:extLst>
          </p:cNvPr>
          <p:cNvSpPr txBox="1"/>
          <p:nvPr/>
        </p:nvSpPr>
        <p:spPr>
          <a:xfrm>
            <a:off x="1000125" y="870693"/>
            <a:ext cx="17102138" cy="628377"/>
          </a:xfrm>
          <a:prstGeom prst="rect">
            <a:avLst/>
          </a:prstGeom>
          <a:noFill/>
          <a:ln>
            <a:noFill/>
          </a:ln>
        </p:spPr>
        <p:txBody>
          <a:bodyPr spcFirstLastPara="1" wrap="square" lIns="0" tIns="0" rIns="0" bIns="0" anchor="t" anchorCtr="0">
            <a:spAutoFit/>
          </a:bodyPr>
          <a:lstStyle/>
          <a:p>
            <a:pPr>
              <a:lnSpc>
                <a:spcPts val="4860"/>
              </a:lnSpc>
            </a:pPr>
            <a:r>
              <a:rPr lang="es-CL" sz="4800" b="1" dirty="0">
                <a:solidFill>
                  <a:srgbClr val="223C6A"/>
                </a:solidFill>
                <a:latin typeface="Poppins"/>
              </a:rPr>
              <a:t>Sistemas y Tipos de Láser</a:t>
            </a:r>
          </a:p>
        </p:txBody>
      </p:sp>
      <p:sp>
        <p:nvSpPr>
          <p:cNvPr id="177" name="Google Shape;177;p19">
            <a:extLst>
              <a:ext uri="{FF2B5EF4-FFF2-40B4-BE49-F238E27FC236}">
                <a16:creationId xmlns:a16="http://schemas.microsoft.com/office/drawing/2014/main" id="{AFCD8EDD-A9DB-050D-D1F1-56D66A245968}"/>
              </a:ext>
            </a:extLst>
          </p:cNvPr>
          <p:cNvSpPr/>
          <p:nvPr/>
        </p:nvSpPr>
        <p:spPr>
          <a:xfrm>
            <a:off x="1000125" y="1499070"/>
            <a:ext cx="16287750" cy="28575"/>
          </a:xfrm>
          <a:prstGeom prst="rect">
            <a:avLst/>
          </a:prstGeom>
          <a:solidFill>
            <a:srgbClr val="E69B0A"/>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pic>
        <p:nvPicPr>
          <p:cNvPr id="3" name="Picture 2" descr="image.png">
            <a:extLst>
              <a:ext uri="{FF2B5EF4-FFF2-40B4-BE49-F238E27FC236}">
                <a16:creationId xmlns:a16="http://schemas.microsoft.com/office/drawing/2014/main" id="{88F568FD-9BD7-8368-9C82-F9CBE2A856D5}"/>
              </a:ext>
            </a:extLst>
          </p:cNvPr>
          <p:cNvPicPr>
            <a:picLocks noChangeAspect="1"/>
          </p:cNvPicPr>
          <p:nvPr/>
        </p:nvPicPr>
        <p:blipFill>
          <a:blip r:embed="rId4"/>
          <a:stretch>
            <a:fillRect/>
          </a:stretch>
        </p:blipFill>
        <p:spPr>
          <a:xfrm>
            <a:off x="857250" y="3102520"/>
            <a:ext cx="8143875" cy="2386013"/>
          </a:xfrm>
          <a:prstGeom prst="rect">
            <a:avLst/>
          </a:prstGeom>
        </p:spPr>
      </p:pic>
      <p:pic>
        <p:nvPicPr>
          <p:cNvPr id="4" name="Picture 3" descr="image.png">
            <a:extLst>
              <a:ext uri="{FF2B5EF4-FFF2-40B4-BE49-F238E27FC236}">
                <a16:creationId xmlns:a16="http://schemas.microsoft.com/office/drawing/2014/main" id="{3411B226-9EBC-7483-C652-A48B2CEBD25B}"/>
              </a:ext>
            </a:extLst>
          </p:cNvPr>
          <p:cNvPicPr>
            <a:picLocks noChangeAspect="1"/>
          </p:cNvPicPr>
          <p:nvPr/>
        </p:nvPicPr>
        <p:blipFill>
          <a:blip r:embed="rId5"/>
          <a:stretch>
            <a:fillRect/>
          </a:stretch>
        </p:blipFill>
        <p:spPr>
          <a:xfrm>
            <a:off x="9286875" y="3102520"/>
            <a:ext cx="8143875" cy="2386013"/>
          </a:xfrm>
          <a:prstGeom prst="rect">
            <a:avLst/>
          </a:prstGeom>
        </p:spPr>
      </p:pic>
      <p:pic>
        <p:nvPicPr>
          <p:cNvPr id="5" name="Picture 4" descr="image.png">
            <a:extLst>
              <a:ext uri="{FF2B5EF4-FFF2-40B4-BE49-F238E27FC236}">
                <a16:creationId xmlns:a16="http://schemas.microsoft.com/office/drawing/2014/main" id="{5C762B41-8582-D361-395C-F3274860EA23}"/>
              </a:ext>
            </a:extLst>
          </p:cNvPr>
          <p:cNvPicPr>
            <a:picLocks noChangeAspect="1"/>
          </p:cNvPicPr>
          <p:nvPr/>
        </p:nvPicPr>
        <p:blipFill>
          <a:blip r:embed="rId6"/>
          <a:stretch>
            <a:fillRect/>
          </a:stretch>
        </p:blipFill>
        <p:spPr>
          <a:xfrm>
            <a:off x="857250" y="5774283"/>
            <a:ext cx="8143875" cy="2386013"/>
          </a:xfrm>
          <a:prstGeom prst="rect">
            <a:avLst/>
          </a:prstGeom>
        </p:spPr>
      </p:pic>
      <p:pic>
        <p:nvPicPr>
          <p:cNvPr id="6" name="Picture 5" descr="image.png">
            <a:extLst>
              <a:ext uri="{FF2B5EF4-FFF2-40B4-BE49-F238E27FC236}">
                <a16:creationId xmlns:a16="http://schemas.microsoft.com/office/drawing/2014/main" id="{D1ACF089-4A43-0A33-CE19-8C1C6EEE521B}"/>
              </a:ext>
            </a:extLst>
          </p:cNvPr>
          <p:cNvPicPr>
            <a:picLocks noChangeAspect="1"/>
          </p:cNvPicPr>
          <p:nvPr/>
        </p:nvPicPr>
        <p:blipFill>
          <a:blip r:embed="rId5"/>
          <a:stretch>
            <a:fillRect/>
          </a:stretch>
        </p:blipFill>
        <p:spPr>
          <a:xfrm>
            <a:off x="9286875" y="5774283"/>
            <a:ext cx="8143875" cy="2386013"/>
          </a:xfrm>
          <a:prstGeom prst="rect">
            <a:avLst/>
          </a:prstGeom>
        </p:spPr>
      </p:pic>
      <p:sp>
        <p:nvSpPr>
          <p:cNvPr id="7" name="TextBox 8">
            <a:extLst>
              <a:ext uri="{FF2B5EF4-FFF2-40B4-BE49-F238E27FC236}">
                <a16:creationId xmlns:a16="http://schemas.microsoft.com/office/drawing/2014/main" id="{774478E1-E7EF-D884-F880-1C38C66B4BBD}"/>
              </a:ext>
            </a:extLst>
          </p:cNvPr>
          <p:cNvSpPr txBox="1"/>
          <p:nvPr/>
        </p:nvSpPr>
        <p:spPr>
          <a:xfrm>
            <a:off x="1214438" y="4259808"/>
            <a:ext cx="7429500" cy="800412"/>
          </a:xfrm>
          <a:prstGeom prst="rect">
            <a:avLst/>
          </a:prstGeom>
          <a:noFill/>
        </p:spPr>
        <p:txBody>
          <a:bodyPr wrap="square" lIns="0" tIns="0" rIns="0" bIns="0" anchor="t">
            <a:spAutoFit/>
          </a:bodyPr>
          <a:lstStyle/>
          <a:p>
            <a:pPr>
              <a:lnSpc>
                <a:spcPts val="3206"/>
              </a:lnSpc>
            </a:pPr>
            <a:r>
              <a:rPr sz="2138">
                <a:solidFill>
                  <a:srgbClr val="000000"/>
                </a:solidFill>
                <a:latin typeface="Poppins"/>
              </a:rPr>
              <a:t>Muy compacto y eficiente. Presente en telecomunicaciones, fibra óptica y lectores de código.</a:t>
            </a:r>
          </a:p>
        </p:txBody>
      </p:sp>
      <p:sp>
        <p:nvSpPr>
          <p:cNvPr id="8" name="TextBox 9">
            <a:extLst>
              <a:ext uri="{FF2B5EF4-FFF2-40B4-BE49-F238E27FC236}">
                <a16:creationId xmlns:a16="http://schemas.microsoft.com/office/drawing/2014/main" id="{F0FFB61E-DDA2-C440-1C27-2AB502FDA304}"/>
              </a:ext>
            </a:extLst>
          </p:cNvPr>
          <p:cNvSpPr txBox="1"/>
          <p:nvPr/>
        </p:nvSpPr>
        <p:spPr>
          <a:xfrm>
            <a:off x="9644063" y="4259808"/>
            <a:ext cx="7429500" cy="800412"/>
          </a:xfrm>
          <a:prstGeom prst="rect">
            <a:avLst/>
          </a:prstGeom>
          <a:noFill/>
        </p:spPr>
        <p:txBody>
          <a:bodyPr wrap="square" lIns="0" tIns="0" rIns="0" bIns="0" anchor="t">
            <a:spAutoFit/>
          </a:bodyPr>
          <a:lstStyle/>
          <a:p>
            <a:pPr>
              <a:lnSpc>
                <a:spcPts val="3206"/>
              </a:lnSpc>
            </a:pPr>
            <a:r>
              <a:rPr sz="2138">
                <a:solidFill>
                  <a:srgbClr val="000000"/>
                </a:solidFill>
                <a:latin typeface="Poppins"/>
              </a:rPr>
              <a:t>Alta potencia de pulso. Utilizado en medicina, dermatología y corte industrial.</a:t>
            </a:r>
          </a:p>
        </p:txBody>
      </p:sp>
      <p:sp>
        <p:nvSpPr>
          <p:cNvPr id="9" name="TextBox 10">
            <a:extLst>
              <a:ext uri="{FF2B5EF4-FFF2-40B4-BE49-F238E27FC236}">
                <a16:creationId xmlns:a16="http://schemas.microsoft.com/office/drawing/2014/main" id="{21EC40C0-440E-2279-3356-06CC8F9D5AF2}"/>
              </a:ext>
            </a:extLst>
          </p:cNvPr>
          <p:cNvSpPr txBox="1"/>
          <p:nvPr/>
        </p:nvSpPr>
        <p:spPr>
          <a:xfrm>
            <a:off x="1214438" y="6931570"/>
            <a:ext cx="7429500" cy="800412"/>
          </a:xfrm>
          <a:prstGeom prst="rect">
            <a:avLst/>
          </a:prstGeom>
          <a:noFill/>
        </p:spPr>
        <p:txBody>
          <a:bodyPr wrap="square" lIns="0" tIns="0" rIns="0" bIns="0" anchor="t">
            <a:spAutoFit/>
          </a:bodyPr>
          <a:lstStyle/>
          <a:p>
            <a:pPr>
              <a:lnSpc>
                <a:spcPts val="3206"/>
              </a:lnSpc>
            </a:pPr>
            <a:r>
              <a:rPr sz="2138">
                <a:solidFill>
                  <a:srgbClr val="000000"/>
                </a:solidFill>
                <a:latin typeface="Poppins"/>
              </a:rPr>
              <a:t>Haz infrarrojo de gran estabilidad. Estándar para grabado pesado y manufactura.</a:t>
            </a:r>
          </a:p>
        </p:txBody>
      </p:sp>
      <p:sp>
        <p:nvSpPr>
          <p:cNvPr id="10" name="TextBox 11">
            <a:extLst>
              <a:ext uri="{FF2B5EF4-FFF2-40B4-BE49-F238E27FC236}">
                <a16:creationId xmlns:a16="http://schemas.microsoft.com/office/drawing/2014/main" id="{799B3652-A5D7-AC53-2272-A7C50FAB8046}"/>
              </a:ext>
            </a:extLst>
          </p:cNvPr>
          <p:cNvSpPr txBox="1"/>
          <p:nvPr/>
        </p:nvSpPr>
        <p:spPr>
          <a:xfrm>
            <a:off x="9644063" y="6931570"/>
            <a:ext cx="7429500" cy="800412"/>
          </a:xfrm>
          <a:prstGeom prst="rect">
            <a:avLst/>
          </a:prstGeom>
          <a:noFill/>
        </p:spPr>
        <p:txBody>
          <a:bodyPr wrap="square" lIns="0" tIns="0" rIns="0" bIns="0" anchor="t">
            <a:spAutoFit/>
          </a:bodyPr>
          <a:lstStyle/>
          <a:p>
            <a:pPr>
              <a:lnSpc>
                <a:spcPts val="3206"/>
              </a:lnSpc>
            </a:pPr>
            <a:r>
              <a:rPr sz="2138">
                <a:solidFill>
                  <a:srgbClr val="000000"/>
                </a:solidFill>
                <a:latin typeface="Poppins"/>
              </a:rPr>
              <a:t>Sintonizables en longitud de onda. Claves en investigación espectroscópica fina.</a:t>
            </a:r>
          </a:p>
        </p:txBody>
      </p:sp>
      <p:pic>
        <p:nvPicPr>
          <p:cNvPr id="11" name="Picture 12" descr="image.png">
            <a:extLst>
              <a:ext uri="{FF2B5EF4-FFF2-40B4-BE49-F238E27FC236}">
                <a16:creationId xmlns:a16="http://schemas.microsoft.com/office/drawing/2014/main" id="{F5C90DEA-536B-3262-CDCC-7D5B218DE3AB}"/>
              </a:ext>
            </a:extLst>
          </p:cNvPr>
          <p:cNvPicPr>
            <a:picLocks noChangeAspect="1"/>
          </p:cNvPicPr>
          <p:nvPr/>
        </p:nvPicPr>
        <p:blipFill>
          <a:blip r:embed="rId7"/>
          <a:stretch>
            <a:fillRect/>
          </a:stretch>
        </p:blipFill>
        <p:spPr>
          <a:xfrm>
            <a:off x="1214438" y="3516857"/>
            <a:ext cx="600075" cy="600075"/>
          </a:xfrm>
          <a:prstGeom prst="rect">
            <a:avLst/>
          </a:prstGeom>
        </p:spPr>
      </p:pic>
      <p:sp>
        <p:nvSpPr>
          <p:cNvPr id="12" name="TextBox 13">
            <a:extLst>
              <a:ext uri="{FF2B5EF4-FFF2-40B4-BE49-F238E27FC236}">
                <a16:creationId xmlns:a16="http://schemas.microsoft.com/office/drawing/2014/main" id="{4890AFC1-0982-DE55-50AB-1EB5BFF581EF}"/>
              </a:ext>
            </a:extLst>
          </p:cNvPr>
          <p:cNvSpPr txBox="1"/>
          <p:nvPr/>
        </p:nvSpPr>
        <p:spPr>
          <a:xfrm>
            <a:off x="2028825" y="3525341"/>
            <a:ext cx="4425552" cy="411651"/>
          </a:xfrm>
          <a:prstGeom prst="rect">
            <a:avLst/>
          </a:prstGeom>
          <a:noFill/>
        </p:spPr>
        <p:txBody>
          <a:bodyPr wrap="square" lIns="0" tIns="0" rIns="0" bIns="0" anchor="t">
            <a:spAutoFit/>
          </a:bodyPr>
          <a:lstStyle/>
          <a:p>
            <a:pPr>
              <a:lnSpc>
                <a:spcPts val="3240"/>
              </a:lnSpc>
            </a:pPr>
            <a:r>
              <a:rPr b="1">
                <a:solidFill>
                  <a:srgbClr val="223C6A"/>
                </a:solidFill>
                <a:latin typeface="Poppins"/>
              </a:rPr>
              <a:t>Semiconductor (Diodo)</a:t>
            </a:r>
          </a:p>
        </p:txBody>
      </p:sp>
      <p:pic>
        <p:nvPicPr>
          <p:cNvPr id="13" name="Picture 14" descr="image.png">
            <a:extLst>
              <a:ext uri="{FF2B5EF4-FFF2-40B4-BE49-F238E27FC236}">
                <a16:creationId xmlns:a16="http://schemas.microsoft.com/office/drawing/2014/main" id="{40A46F62-C587-E288-FB64-5FA1E7E8C07E}"/>
              </a:ext>
            </a:extLst>
          </p:cNvPr>
          <p:cNvPicPr>
            <a:picLocks noChangeAspect="1"/>
          </p:cNvPicPr>
          <p:nvPr/>
        </p:nvPicPr>
        <p:blipFill>
          <a:blip r:embed="rId8"/>
          <a:stretch>
            <a:fillRect/>
          </a:stretch>
        </p:blipFill>
        <p:spPr>
          <a:xfrm>
            <a:off x="9644063" y="3516857"/>
            <a:ext cx="600075" cy="600075"/>
          </a:xfrm>
          <a:prstGeom prst="rect">
            <a:avLst/>
          </a:prstGeom>
        </p:spPr>
      </p:pic>
      <p:sp>
        <p:nvSpPr>
          <p:cNvPr id="14" name="TextBox 15">
            <a:extLst>
              <a:ext uri="{FF2B5EF4-FFF2-40B4-BE49-F238E27FC236}">
                <a16:creationId xmlns:a16="http://schemas.microsoft.com/office/drawing/2014/main" id="{5B8D422A-5CC7-24A4-93C9-B547C71BC86F}"/>
              </a:ext>
            </a:extLst>
          </p:cNvPr>
          <p:cNvSpPr txBox="1"/>
          <p:nvPr/>
        </p:nvSpPr>
        <p:spPr>
          <a:xfrm>
            <a:off x="10458451" y="3525341"/>
            <a:ext cx="5535692" cy="411651"/>
          </a:xfrm>
          <a:prstGeom prst="rect">
            <a:avLst/>
          </a:prstGeom>
          <a:noFill/>
        </p:spPr>
        <p:txBody>
          <a:bodyPr wrap="square" lIns="0" tIns="0" rIns="0" bIns="0" anchor="t">
            <a:spAutoFit/>
          </a:bodyPr>
          <a:lstStyle/>
          <a:p>
            <a:pPr>
              <a:lnSpc>
                <a:spcPts val="3240"/>
              </a:lnSpc>
            </a:pPr>
            <a:r>
              <a:rPr b="1">
                <a:solidFill>
                  <a:srgbClr val="223C6A"/>
                </a:solidFill>
                <a:latin typeface="Poppins"/>
              </a:rPr>
              <a:t>Estado Sólido (Nd:YAG / Rubí)</a:t>
            </a:r>
          </a:p>
        </p:txBody>
      </p:sp>
      <p:pic>
        <p:nvPicPr>
          <p:cNvPr id="15" name="Picture 16" descr="image.png">
            <a:extLst>
              <a:ext uri="{FF2B5EF4-FFF2-40B4-BE49-F238E27FC236}">
                <a16:creationId xmlns:a16="http://schemas.microsoft.com/office/drawing/2014/main" id="{FB59C621-6D04-69D8-D2A6-C1CADC815DC8}"/>
              </a:ext>
            </a:extLst>
          </p:cNvPr>
          <p:cNvPicPr>
            <a:picLocks noChangeAspect="1"/>
          </p:cNvPicPr>
          <p:nvPr/>
        </p:nvPicPr>
        <p:blipFill>
          <a:blip r:embed="rId8"/>
          <a:stretch>
            <a:fillRect/>
          </a:stretch>
        </p:blipFill>
        <p:spPr>
          <a:xfrm>
            <a:off x="1214438" y="6188620"/>
            <a:ext cx="600075" cy="600075"/>
          </a:xfrm>
          <a:prstGeom prst="rect">
            <a:avLst/>
          </a:prstGeom>
        </p:spPr>
      </p:pic>
      <p:sp>
        <p:nvSpPr>
          <p:cNvPr id="16" name="TextBox 17">
            <a:extLst>
              <a:ext uri="{FF2B5EF4-FFF2-40B4-BE49-F238E27FC236}">
                <a16:creationId xmlns:a16="http://schemas.microsoft.com/office/drawing/2014/main" id="{6E77BE73-925A-02FF-05A3-197081DAD106}"/>
              </a:ext>
            </a:extLst>
          </p:cNvPr>
          <p:cNvSpPr txBox="1"/>
          <p:nvPr/>
        </p:nvSpPr>
        <p:spPr>
          <a:xfrm>
            <a:off x="2028825" y="6197104"/>
            <a:ext cx="4200525" cy="411651"/>
          </a:xfrm>
          <a:prstGeom prst="rect">
            <a:avLst/>
          </a:prstGeom>
          <a:noFill/>
        </p:spPr>
        <p:txBody>
          <a:bodyPr wrap="square" lIns="0" tIns="0" rIns="0" bIns="0" anchor="t">
            <a:spAutoFit/>
          </a:bodyPr>
          <a:lstStyle/>
          <a:p>
            <a:pPr>
              <a:lnSpc>
                <a:spcPts val="3240"/>
              </a:lnSpc>
            </a:pPr>
            <a:r>
              <a:rPr b="1" dirty="0">
                <a:solidFill>
                  <a:srgbClr val="223C6A"/>
                </a:solidFill>
                <a:latin typeface="Poppins"/>
              </a:rPr>
              <a:t>Gas </a:t>
            </a:r>
            <a:r>
              <a:rPr lang="es-ES" b="1" dirty="0">
                <a:solidFill>
                  <a:srgbClr val="223C6A"/>
                </a:solidFill>
                <a:latin typeface="Poppins"/>
              </a:rPr>
              <a:t>CO</a:t>
            </a:r>
            <a:r>
              <a:rPr lang="es-ES" b="1" baseline="-25000" dirty="0">
                <a:solidFill>
                  <a:srgbClr val="223C6A"/>
                </a:solidFill>
                <a:latin typeface="Poppins"/>
              </a:rPr>
              <a:t>2</a:t>
            </a:r>
            <a:r>
              <a:rPr b="1" dirty="0">
                <a:solidFill>
                  <a:srgbClr val="223C6A"/>
                </a:solidFill>
                <a:latin typeface="Poppins"/>
              </a:rPr>
              <a:t>/ He-Ne</a:t>
            </a:r>
          </a:p>
        </p:txBody>
      </p:sp>
      <p:pic>
        <p:nvPicPr>
          <p:cNvPr id="17" name="Picture 18" descr="image.png">
            <a:extLst>
              <a:ext uri="{FF2B5EF4-FFF2-40B4-BE49-F238E27FC236}">
                <a16:creationId xmlns:a16="http://schemas.microsoft.com/office/drawing/2014/main" id="{0F73448C-1FFE-2C57-C962-80FC4E858BDE}"/>
              </a:ext>
            </a:extLst>
          </p:cNvPr>
          <p:cNvPicPr>
            <a:picLocks noChangeAspect="1"/>
          </p:cNvPicPr>
          <p:nvPr/>
        </p:nvPicPr>
        <p:blipFill>
          <a:blip r:embed="rId8"/>
          <a:stretch>
            <a:fillRect/>
          </a:stretch>
        </p:blipFill>
        <p:spPr>
          <a:xfrm>
            <a:off x="9644063" y="6188620"/>
            <a:ext cx="600075" cy="600075"/>
          </a:xfrm>
          <a:prstGeom prst="rect">
            <a:avLst/>
          </a:prstGeom>
        </p:spPr>
      </p:pic>
      <p:sp>
        <p:nvSpPr>
          <p:cNvPr id="18" name="TextBox 19">
            <a:extLst>
              <a:ext uri="{FF2B5EF4-FFF2-40B4-BE49-F238E27FC236}">
                <a16:creationId xmlns:a16="http://schemas.microsoft.com/office/drawing/2014/main" id="{90E4D69D-9648-B376-69D2-8D0AC408218B}"/>
              </a:ext>
            </a:extLst>
          </p:cNvPr>
          <p:cNvSpPr txBox="1"/>
          <p:nvPr/>
        </p:nvSpPr>
        <p:spPr>
          <a:xfrm>
            <a:off x="10458450" y="6197104"/>
            <a:ext cx="3390423" cy="411651"/>
          </a:xfrm>
          <a:prstGeom prst="rect">
            <a:avLst/>
          </a:prstGeom>
          <a:noFill/>
        </p:spPr>
        <p:txBody>
          <a:bodyPr wrap="square" lIns="0" tIns="0" rIns="0" bIns="0" anchor="t">
            <a:spAutoFit/>
          </a:bodyPr>
          <a:lstStyle/>
          <a:p>
            <a:pPr>
              <a:lnSpc>
                <a:spcPts val="3240"/>
              </a:lnSpc>
            </a:pPr>
            <a:r>
              <a:rPr b="1" dirty="0">
                <a:solidFill>
                  <a:srgbClr val="223C6A"/>
                </a:solidFill>
                <a:latin typeface="Poppins"/>
              </a:rPr>
              <a:t>Fibra y </a:t>
            </a:r>
            <a:r>
              <a:rPr b="1" dirty="0" err="1">
                <a:solidFill>
                  <a:srgbClr val="223C6A"/>
                </a:solidFill>
                <a:latin typeface="Poppins"/>
              </a:rPr>
              <a:t>Colorantes</a:t>
            </a:r>
            <a:endParaRPr b="1" dirty="0">
              <a:solidFill>
                <a:srgbClr val="223C6A"/>
              </a:solidFill>
              <a:latin typeface="Poppins"/>
            </a:endParaRPr>
          </a:p>
        </p:txBody>
      </p:sp>
      <p:pic>
        <p:nvPicPr>
          <p:cNvPr id="19" name="Picture 20" descr="image.png">
            <a:extLst>
              <a:ext uri="{FF2B5EF4-FFF2-40B4-BE49-F238E27FC236}">
                <a16:creationId xmlns:a16="http://schemas.microsoft.com/office/drawing/2014/main" id="{979EE4AF-4AFD-033B-E8BB-92A7515F4063}"/>
              </a:ext>
            </a:extLst>
          </p:cNvPr>
          <p:cNvPicPr>
            <a:picLocks noChangeAspect="1"/>
          </p:cNvPicPr>
          <p:nvPr/>
        </p:nvPicPr>
        <p:blipFill>
          <a:blip r:embed="rId9"/>
          <a:stretch>
            <a:fillRect/>
          </a:stretch>
        </p:blipFill>
        <p:spPr>
          <a:xfrm>
            <a:off x="1385888" y="3688307"/>
            <a:ext cx="257175" cy="257175"/>
          </a:xfrm>
          <a:prstGeom prst="rect">
            <a:avLst/>
          </a:prstGeom>
        </p:spPr>
      </p:pic>
      <p:pic>
        <p:nvPicPr>
          <p:cNvPr id="20" name="Picture 21" descr="image.png">
            <a:extLst>
              <a:ext uri="{FF2B5EF4-FFF2-40B4-BE49-F238E27FC236}">
                <a16:creationId xmlns:a16="http://schemas.microsoft.com/office/drawing/2014/main" id="{0FADC5C9-039D-EE4D-1691-75E162A4FC5F}"/>
              </a:ext>
            </a:extLst>
          </p:cNvPr>
          <p:cNvPicPr>
            <a:picLocks noChangeAspect="1"/>
          </p:cNvPicPr>
          <p:nvPr/>
        </p:nvPicPr>
        <p:blipFill>
          <a:blip r:embed="rId10"/>
          <a:stretch>
            <a:fillRect/>
          </a:stretch>
        </p:blipFill>
        <p:spPr>
          <a:xfrm>
            <a:off x="9815513" y="3688307"/>
            <a:ext cx="257175" cy="257175"/>
          </a:xfrm>
          <a:prstGeom prst="rect">
            <a:avLst/>
          </a:prstGeom>
        </p:spPr>
      </p:pic>
      <p:pic>
        <p:nvPicPr>
          <p:cNvPr id="21" name="Picture 22" descr="image.png">
            <a:extLst>
              <a:ext uri="{FF2B5EF4-FFF2-40B4-BE49-F238E27FC236}">
                <a16:creationId xmlns:a16="http://schemas.microsoft.com/office/drawing/2014/main" id="{AB2FD72D-B3F9-1DC6-BF97-BC3EFF2AACE1}"/>
              </a:ext>
            </a:extLst>
          </p:cNvPr>
          <p:cNvPicPr>
            <a:picLocks noChangeAspect="1"/>
          </p:cNvPicPr>
          <p:nvPr/>
        </p:nvPicPr>
        <p:blipFill>
          <a:blip r:embed="rId11"/>
          <a:stretch>
            <a:fillRect/>
          </a:stretch>
        </p:blipFill>
        <p:spPr>
          <a:xfrm>
            <a:off x="1385888" y="6360070"/>
            <a:ext cx="257175" cy="257175"/>
          </a:xfrm>
          <a:prstGeom prst="rect">
            <a:avLst/>
          </a:prstGeom>
        </p:spPr>
      </p:pic>
      <p:pic>
        <p:nvPicPr>
          <p:cNvPr id="22" name="Picture 23" descr="image.png">
            <a:extLst>
              <a:ext uri="{FF2B5EF4-FFF2-40B4-BE49-F238E27FC236}">
                <a16:creationId xmlns:a16="http://schemas.microsoft.com/office/drawing/2014/main" id="{F016EDC1-1273-1E2D-B1C7-43C1E47B95CF}"/>
              </a:ext>
            </a:extLst>
          </p:cNvPr>
          <p:cNvPicPr>
            <a:picLocks noChangeAspect="1"/>
          </p:cNvPicPr>
          <p:nvPr/>
        </p:nvPicPr>
        <p:blipFill>
          <a:blip r:embed="rId12"/>
          <a:stretch>
            <a:fillRect/>
          </a:stretch>
        </p:blipFill>
        <p:spPr>
          <a:xfrm>
            <a:off x="9779794" y="6360070"/>
            <a:ext cx="328613" cy="257175"/>
          </a:xfrm>
          <a:prstGeom prst="rect">
            <a:avLst/>
          </a:prstGeom>
        </p:spPr>
      </p:pic>
    </p:spTree>
    <p:extLst>
      <p:ext uri="{BB962C8B-B14F-4D97-AF65-F5344CB8AC3E}">
        <p14:creationId xmlns:p14="http://schemas.microsoft.com/office/powerpoint/2010/main" val="649784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2" grpId="0"/>
      <p:bldP spid="14" grpId="0"/>
      <p:bldP spid="16" grpId="0"/>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Freeform 2">
            <a:extLst>
              <a:ext uri="{FF2B5EF4-FFF2-40B4-BE49-F238E27FC236}">
                <a16:creationId xmlns:a16="http://schemas.microsoft.com/office/drawing/2014/main" id="{884195D6-6403-9976-03E2-4DB0DD1ABE30}"/>
              </a:ext>
            </a:extLst>
          </p:cNvPr>
          <p:cNvSpPr/>
          <p:nvPr/>
        </p:nvSpPr>
        <p:spPr>
          <a:xfrm>
            <a:off x="13447" y="24653"/>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36" t="-112" r="-126" b="-250"/>
            </a:stretch>
          </a:blipFill>
        </p:spPr>
        <p:txBody>
          <a:bodyPr/>
          <a:lstStyle/>
          <a:p>
            <a:endParaRPr lang="es-ES" b="1" dirty="0"/>
          </a:p>
        </p:txBody>
      </p:sp>
      <p:sp>
        <p:nvSpPr>
          <p:cNvPr id="213" name="Google Shape;213;p22"/>
          <p:cNvSpPr/>
          <p:nvPr/>
        </p:nvSpPr>
        <p:spPr>
          <a:xfrm>
            <a:off x="0" y="0"/>
            <a:ext cx="18288000" cy="114300"/>
          </a:xfrm>
          <a:prstGeom prst="rect">
            <a:avLst/>
          </a:prstGeom>
          <a:solidFill>
            <a:srgbClr val="223C6A"/>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214" name="Google Shape;214;p22"/>
          <p:cNvSpPr txBox="1"/>
          <p:nvPr/>
        </p:nvSpPr>
        <p:spPr>
          <a:xfrm>
            <a:off x="996408" y="1174793"/>
            <a:ext cx="17102138" cy="628377"/>
          </a:xfrm>
          <a:prstGeom prst="rect">
            <a:avLst/>
          </a:prstGeom>
          <a:noFill/>
          <a:ln>
            <a:noFill/>
          </a:ln>
        </p:spPr>
        <p:txBody>
          <a:bodyPr spcFirstLastPara="1" wrap="square" lIns="0" tIns="0" rIns="0" bIns="0" anchor="t" anchorCtr="0">
            <a:spAutoFit/>
          </a:bodyPr>
          <a:lstStyle/>
          <a:p>
            <a:pPr>
              <a:lnSpc>
                <a:spcPts val="4860"/>
              </a:lnSpc>
            </a:pPr>
            <a:r>
              <a:rPr lang="es-CL" sz="4800" b="1" dirty="0">
                <a:solidFill>
                  <a:srgbClr val="223C6A"/>
                </a:solidFill>
                <a:latin typeface="Poppins"/>
              </a:rPr>
              <a:t>Aplicaciones Tecnológicas</a:t>
            </a:r>
          </a:p>
        </p:txBody>
      </p:sp>
      <p:sp>
        <p:nvSpPr>
          <p:cNvPr id="215" name="Google Shape;215;p22"/>
          <p:cNvSpPr/>
          <p:nvPr/>
        </p:nvSpPr>
        <p:spPr>
          <a:xfrm>
            <a:off x="1000125" y="1811610"/>
            <a:ext cx="16287750" cy="28575"/>
          </a:xfrm>
          <a:prstGeom prst="rect">
            <a:avLst/>
          </a:prstGeom>
          <a:solidFill>
            <a:srgbClr val="E69B0A"/>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graphicFrame>
        <p:nvGraphicFramePr>
          <p:cNvPr id="4" name="Table 4">
            <a:extLst>
              <a:ext uri="{FF2B5EF4-FFF2-40B4-BE49-F238E27FC236}">
                <a16:creationId xmlns:a16="http://schemas.microsoft.com/office/drawing/2014/main" id="{6CC98131-64CD-CF1E-374A-1EC8B53B260E}"/>
              </a:ext>
            </a:extLst>
          </p:cNvPr>
          <p:cNvGraphicFramePr>
            <a:graphicFrameLocks noGrp="1"/>
          </p:cNvGraphicFramePr>
          <p:nvPr>
            <p:extLst>
              <p:ext uri="{D42A27DB-BD31-4B8C-83A1-F6EECF244321}">
                <p14:modId xmlns:p14="http://schemas.microsoft.com/office/powerpoint/2010/main" val="2513051135"/>
              </p:ext>
            </p:extLst>
          </p:nvPr>
        </p:nvGraphicFramePr>
        <p:xfrm>
          <a:off x="1143000" y="2095500"/>
          <a:ext cx="16287748" cy="4886327"/>
        </p:xfrm>
        <a:graphic>
          <a:graphicData uri="http://schemas.openxmlformats.org/drawingml/2006/table">
            <a:tbl>
              <a:tblPr firstRow="1" bandRow="1">
                <a:tableStyleId>{5C22544A-7EE6-4342-B048-85BDC9FD1C3A}</a:tableStyleId>
              </a:tblPr>
              <a:tblGrid>
                <a:gridCol w="2899469">
                  <a:extLst>
                    <a:ext uri="{9D8B030D-6E8A-4147-A177-3AD203B41FA5}">
                      <a16:colId xmlns:a16="http://schemas.microsoft.com/office/drawing/2014/main" val="20000"/>
                    </a:ext>
                  </a:extLst>
                </a:gridCol>
                <a:gridCol w="6978327">
                  <a:extLst>
                    <a:ext uri="{9D8B030D-6E8A-4147-A177-3AD203B41FA5}">
                      <a16:colId xmlns:a16="http://schemas.microsoft.com/office/drawing/2014/main" val="20001"/>
                    </a:ext>
                  </a:extLst>
                </a:gridCol>
                <a:gridCol w="6409952">
                  <a:extLst>
                    <a:ext uri="{9D8B030D-6E8A-4147-A177-3AD203B41FA5}">
                      <a16:colId xmlns:a16="http://schemas.microsoft.com/office/drawing/2014/main" val="20002"/>
                    </a:ext>
                  </a:extLst>
                </a:gridCol>
              </a:tblGrid>
              <a:tr h="1221581">
                <a:tc>
                  <a:txBody>
                    <a:bodyPr/>
                    <a:lstStyle/>
                    <a:p>
                      <a:pPr algn="l"/>
                      <a:r>
                        <a:rPr sz="2000" b="1" i="0" u="none" dirty="0" err="1">
                          <a:solidFill>
                            <a:srgbClr val="FFFFFF"/>
                          </a:solidFill>
                          <a:latin typeface="Poppins"/>
                        </a:rPr>
                        <a:t>Propiedad</a:t>
                      </a:r>
                      <a:r>
                        <a:rPr sz="2000" b="1" i="0" u="none" dirty="0">
                          <a:solidFill>
                            <a:srgbClr val="FFFFFF"/>
                          </a:solidFill>
                          <a:latin typeface="Poppins"/>
                        </a:rPr>
                        <a:t> de la Luz</a:t>
                      </a:r>
                    </a:p>
                  </a:txBody>
                  <a:tcPr marL="95250" marR="95250" marT="38100" marB="38100" anchor="ctr">
                    <a:lnL>
                      <a:noFill/>
                    </a:lnL>
                    <a:lnR>
                      <a:noFill/>
                    </a:lnR>
                    <a:lnT>
                      <a:noFill/>
                    </a:lnT>
                    <a:lnB>
                      <a:noFill/>
                    </a:lnB>
                    <a:solidFill>
                      <a:srgbClr val="223C6A"/>
                    </a:solidFill>
                  </a:tcPr>
                </a:tc>
                <a:tc>
                  <a:txBody>
                    <a:bodyPr/>
                    <a:lstStyle/>
                    <a:p>
                      <a:pPr algn="l"/>
                      <a:r>
                        <a:rPr sz="2000" b="1" i="0" u="none">
                          <a:solidFill>
                            <a:srgbClr val="FFFFFF"/>
                          </a:solidFill>
                          <a:latin typeface="Poppins"/>
                        </a:rPr>
                        <a:t>Mecanismo Físico</a:t>
                      </a:r>
                    </a:p>
                  </a:txBody>
                  <a:tcPr marL="95250" marR="95250" marT="38100" marB="38100" anchor="ctr">
                    <a:lnL>
                      <a:noFill/>
                    </a:lnL>
                    <a:lnR>
                      <a:noFill/>
                    </a:lnR>
                    <a:lnT>
                      <a:noFill/>
                    </a:lnT>
                    <a:lnB>
                      <a:noFill/>
                    </a:lnB>
                    <a:solidFill>
                      <a:srgbClr val="223C6A"/>
                    </a:solidFill>
                  </a:tcPr>
                </a:tc>
                <a:tc>
                  <a:txBody>
                    <a:bodyPr/>
                    <a:lstStyle/>
                    <a:p>
                      <a:pPr algn="l"/>
                      <a:r>
                        <a:rPr sz="2000" b="1" i="0" u="none">
                          <a:solidFill>
                            <a:srgbClr val="FFFFFF"/>
                          </a:solidFill>
                          <a:latin typeface="Poppins"/>
                        </a:rPr>
                        <a:t>Aplicaciones en Sociedad</a:t>
                      </a:r>
                    </a:p>
                  </a:txBody>
                  <a:tcPr marL="95250" marR="95250" marT="38100" marB="38100" anchor="ctr">
                    <a:lnL>
                      <a:noFill/>
                    </a:lnL>
                    <a:lnR>
                      <a:noFill/>
                    </a:lnR>
                    <a:lnT>
                      <a:noFill/>
                    </a:lnT>
                    <a:lnB>
                      <a:noFill/>
                    </a:lnB>
                    <a:solidFill>
                      <a:srgbClr val="223C6A"/>
                    </a:solidFill>
                  </a:tcPr>
                </a:tc>
                <a:extLst>
                  <a:ext uri="{0D108BD9-81ED-4DB2-BD59-A6C34878D82A}">
                    <a16:rowId xmlns:a16="http://schemas.microsoft.com/office/drawing/2014/main" val="10000"/>
                  </a:ext>
                </a:extLst>
              </a:tr>
              <a:tr h="1221581">
                <a:tc>
                  <a:txBody>
                    <a:bodyPr/>
                    <a:lstStyle/>
                    <a:p>
                      <a:pPr algn="l"/>
                      <a:r>
                        <a:rPr sz="1900" b="1" i="0" u="none" dirty="0" err="1">
                          <a:solidFill>
                            <a:srgbClr val="000000"/>
                          </a:solidFill>
                          <a:latin typeface="Poppins"/>
                        </a:rPr>
                        <a:t>Coherencia</a:t>
                      </a:r>
                      <a:r>
                        <a:rPr sz="1900" b="1" i="0" u="none" dirty="0">
                          <a:solidFill>
                            <a:srgbClr val="000000"/>
                          </a:solidFill>
                          <a:latin typeface="Poppins"/>
                        </a:rPr>
                        <a:t> </a:t>
                      </a:r>
                      <a:r>
                        <a:rPr sz="1900" b="1" i="0" u="none" dirty="0" err="1">
                          <a:solidFill>
                            <a:srgbClr val="000000"/>
                          </a:solidFill>
                          <a:latin typeface="Poppins"/>
                        </a:rPr>
                        <a:t>Espacial</a:t>
                      </a:r>
                      <a:endParaRPr sz="1900" b="1" i="0" u="none" dirty="0">
                        <a:solidFill>
                          <a:srgbClr val="000000"/>
                        </a:solidFill>
                        <a:latin typeface="Poppins"/>
                      </a:endParaRPr>
                    </a:p>
                  </a:txBody>
                  <a:tcPr marL="95250" marR="95250" marT="38100" marB="38100" anchor="ctr">
                    <a:lnL>
                      <a:noFill/>
                    </a:lnL>
                    <a:lnR>
                      <a:noFill/>
                    </a:lnR>
                    <a:lnT>
                      <a:noFill/>
                    </a:lnT>
                    <a:lnB>
                      <a:noFill/>
                    </a:lnB>
                    <a:noFill/>
                  </a:tcPr>
                </a:tc>
                <a:tc>
                  <a:txBody>
                    <a:bodyPr/>
                    <a:lstStyle/>
                    <a:p>
                      <a:pPr algn="l"/>
                      <a:r>
                        <a:rPr sz="1900" b="0" i="0" u="none" dirty="0" err="1">
                          <a:solidFill>
                            <a:srgbClr val="000000"/>
                          </a:solidFill>
                          <a:latin typeface="Poppins"/>
                        </a:rPr>
                        <a:t>Concentración</a:t>
                      </a:r>
                      <a:r>
                        <a:rPr sz="1900" b="0" i="0" u="none" dirty="0">
                          <a:solidFill>
                            <a:srgbClr val="000000"/>
                          </a:solidFill>
                          <a:latin typeface="Poppins"/>
                        </a:rPr>
                        <a:t> extrema de </a:t>
                      </a:r>
                      <a:r>
                        <a:rPr sz="1900" b="0" i="0" u="none" dirty="0" err="1">
                          <a:solidFill>
                            <a:srgbClr val="000000"/>
                          </a:solidFill>
                          <a:latin typeface="Poppins"/>
                        </a:rPr>
                        <a:t>energía</a:t>
                      </a:r>
                      <a:r>
                        <a:rPr sz="1900" b="0" i="0" u="none" dirty="0">
                          <a:solidFill>
                            <a:srgbClr val="000000"/>
                          </a:solidFill>
                          <a:latin typeface="Poppins"/>
                        </a:rPr>
                        <a:t> </a:t>
                      </a:r>
                      <a:r>
                        <a:rPr sz="1900" b="0" i="0" u="none" dirty="0" err="1">
                          <a:solidFill>
                            <a:srgbClr val="000000"/>
                          </a:solidFill>
                          <a:latin typeface="Poppins"/>
                        </a:rPr>
                        <a:t>en</a:t>
                      </a:r>
                      <a:r>
                        <a:rPr sz="1900" b="0" i="0" u="none" dirty="0">
                          <a:solidFill>
                            <a:srgbClr val="000000"/>
                          </a:solidFill>
                          <a:latin typeface="Poppins"/>
                        </a:rPr>
                        <a:t> </a:t>
                      </a:r>
                      <a:r>
                        <a:rPr sz="1900" b="0" i="0" u="none" dirty="0" err="1">
                          <a:solidFill>
                            <a:srgbClr val="000000"/>
                          </a:solidFill>
                          <a:latin typeface="Poppins"/>
                        </a:rPr>
                        <a:t>foco</a:t>
                      </a:r>
                      <a:r>
                        <a:rPr sz="1900" b="0" i="0" u="none" dirty="0">
                          <a:solidFill>
                            <a:srgbClr val="000000"/>
                          </a:solidFill>
                          <a:latin typeface="Poppins"/>
                        </a:rPr>
                        <a:t> </a:t>
                      </a:r>
                      <a:r>
                        <a:rPr sz="1900" b="0" i="0" u="none" dirty="0" err="1">
                          <a:solidFill>
                            <a:srgbClr val="000000"/>
                          </a:solidFill>
                          <a:latin typeface="Poppins"/>
                        </a:rPr>
                        <a:t>micrométrico</a:t>
                      </a:r>
                      <a:r>
                        <a:rPr sz="1900" b="0" i="0" u="none" dirty="0">
                          <a:solidFill>
                            <a:srgbClr val="000000"/>
                          </a:solidFill>
                          <a:latin typeface="Poppins"/>
                        </a:rPr>
                        <a:t>.</a:t>
                      </a:r>
                    </a:p>
                  </a:txBody>
                  <a:tcPr marL="95250" marR="95250" marT="38100" marB="38100" anchor="ctr">
                    <a:lnL>
                      <a:noFill/>
                    </a:lnL>
                    <a:lnR>
                      <a:noFill/>
                    </a:lnR>
                    <a:lnT>
                      <a:noFill/>
                    </a:lnT>
                    <a:lnB>
                      <a:noFill/>
                    </a:lnB>
                    <a:noFill/>
                  </a:tcPr>
                </a:tc>
                <a:tc>
                  <a:txBody>
                    <a:bodyPr/>
                    <a:lstStyle/>
                    <a:p>
                      <a:pPr algn="l"/>
                      <a:r>
                        <a:rPr sz="1900" b="0" i="0" u="none">
                          <a:solidFill>
                            <a:srgbClr val="000000"/>
                          </a:solidFill>
                          <a:latin typeface="Poppins"/>
                        </a:rPr>
                        <a:t>Cirugía ocular LASIK, microfabricación de chips.</a:t>
                      </a:r>
                    </a:p>
                  </a:txBody>
                  <a:tcPr marL="95250" marR="95250" marT="38100" marB="38100" anchor="ctr">
                    <a:lnL>
                      <a:noFill/>
                    </a:lnL>
                    <a:lnR>
                      <a:noFill/>
                    </a:lnR>
                    <a:lnT>
                      <a:noFill/>
                    </a:lnT>
                    <a:lnB>
                      <a:noFill/>
                    </a:lnB>
                    <a:noFill/>
                  </a:tcPr>
                </a:tc>
                <a:extLst>
                  <a:ext uri="{0D108BD9-81ED-4DB2-BD59-A6C34878D82A}">
                    <a16:rowId xmlns:a16="http://schemas.microsoft.com/office/drawing/2014/main" val="10001"/>
                  </a:ext>
                </a:extLst>
              </a:tr>
              <a:tr h="1221581">
                <a:tc>
                  <a:txBody>
                    <a:bodyPr/>
                    <a:lstStyle/>
                    <a:p>
                      <a:pPr algn="l"/>
                      <a:r>
                        <a:rPr sz="1900" b="1" i="0" u="none">
                          <a:solidFill>
                            <a:srgbClr val="000000"/>
                          </a:solidFill>
                          <a:latin typeface="Poppins"/>
                        </a:rPr>
                        <a:t>Coherencia Temporal</a:t>
                      </a:r>
                    </a:p>
                  </a:txBody>
                  <a:tcPr marL="95250" marR="95250" marT="38100" marB="38100" anchor="ctr">
                    <a:lnL>
                      <a:noFill/>
                    </a:lnL>
                    <a:lnR>
                      <a:noFill/>
                    </a:lnR>
                    <a:lnT>
                      <a:noFill/>
                    </a:lnT>
                    <a:lnB>
                      <a:noFill/>
                    </a:lnB>
                    <a:noFill/>
                  </a:tcPr>
                </a:tc>
                <a:tc>
                  <a:txBody>
                    <a:bodyPr/>
                    <a:lstStyle/>
                    <a:p>
                      <a:pPr algn="l"/>
                      <a:r>
                        <a:rPr sz="1900" b="0" i="0" u="none">
                          <a:solidFill>
                            <a:srgbClr val="000000"/>
                          </a:solidFill>
                          <a:latin typeface="Poppins"/>
                        </a:rPr>
                        <a:t>Fase y frecuencia ultra estables (monocromaticidad).</a:t>
                      </a:r>
                    </a:p>
                  </a:txBody>
                  <a:tcPr marL="95250" marR="95250" marT="38100" marB="38100" anchor="ctr">
                    <a:lnL>
                      <a:noFill/>
                    </a:lnL>
                    <a:lnR>
                      <a:noFill/>
                    </a:lnR>
                    <a:lnT>
                      <a:noFill/>
                    </a:lnT>
                    <a:lnB>
                      <a:noFill/>
                    </a:lnB>
                    <a:noFill/>
                  </a:tcPr>
                </a:tc>
                <a:tc>
                  <a:txBody>
                    <a:bodyPr/>
                    <a:lstStyle/>
                    <a:p>
                      <a:pPr algn="l"/>
                      <a:r>
                        <a:rPr sz="1900" b="0" i="0" u="none">
                          <a:solidFill>
                            <a:srgbClr val="000000"/>
                          </a:solidFill>
                          <a:latin typeface="Poppins"/>
                        </a:rPr>
                        <a:t>Telecomunicaciones por Fibra Óptica (~1550 nm).</a:t>
                      </a:r>
                    </a:p>
                  </a:txBody>
                  <a:tcPr marL="95250" marR="95250" marT="38100" marB="38100" anchor="ctr">
                    <a:lnL>
                      <a:noFill/>
                    </a:lnL>
                    <a:lnR>
                      <a:noFill/>
                    </a:lnR>
                    <a:lnT>
                      <a:noFill/>
                    </a:lnT>
                    <a:lnB>
                      <a:noFill/>
                    </a:lnB>
                    <a:noFill/>
                  </a:tcPr>
                </a:tc>
                <a:extLst>
                  <a:ext uri="{0D108BD9-81ED-4DB2-BD59-A6C34878D82A}">
                    <a16:rowId xmlns:a16="http://schemas.microsoft.com/office/drawing/2014/main" val="10002"/>
                  </a:ext>
                </a:extLst>
              </a:tr>
              <a:tr h="1221584">
                <a:tc>
                  <a:txBody>
                    <a:bodyPr/>
                    <a:lstStyle/>
                    <a:p>
                      <a:pPr algn="l"/>
                      <a:r>
                        <a:rPr sz="1900" b="1" i="0" u="none">
                          <a:solidFill>
                            <a:srgbClr val="000000"/>
                          </a:solidFill>
                          <a:latin typeface="Poppins"/>
                        </a:rPr>
                        <a:t>Alta Direccionalidad</a:t>
                      </a:r>
                    </a:p>
                  </a:txBody>
                  <a:tcPr marL="95250" marR="95250" marT="38100" marB="38100" anchor="ctr">
                    <a:lnL>
                      <a:noFill/>
                    </a:lnL>
                    <a:lnR>
                      <a:noFill/>
                    </a:lnR>
                    <a:lnT>
                      <a:noFill/>
                    </a:lnT>
                    <a:lnB>
                      <a:noFill/>
                    </a:lnB>
                    <a:noFill/>
                  </a:tcPr>
                </a:tc>
                <a:tc>
                  <a:txBody>
                    <a:bodyPr/>
                    <a:lstStyle/>
                    <a:p>
                      <a:pPr algn="l"/>
                      <a:r>
                        <a:rPr sz="1900" b="0" i="0" u="none" dirty="0">
                          <a:solidFill>
                            <a:srgbClr val="000000"/>
                          </a:solidFill>
                          <a:latin typeface="Poppins"/>
                        </a:rPr>
                        <a:t>Haz </a:t>
                      </a:r>
                      <a:r>
                        <a:rPr sz="1900" b="0" i="0" u="none" dirty="0" err="1">
                          <a:solidFill>
                            <a:srgbClr val="000000"/>
                          </a:solidFill>
                          <a:latin typeface="Poppins"/>
                        </a:rPr>
                        <a:t>colimado</a:t>
                      </a:r>
                      <a:endParaRPr sz="1900" b="0" i="0" u="none" dirty="0">
                        <a:solidFill>
                          <a:srgbClr val="000000"/>
                        </a:solidFill>
                        <a:latin typeface="Poppins"/>
                      </a:endParaRPr>
                    </a:p>
                  </a:txBody>
                  <a:tcPr marL="95250" marR="95250" marT="38100" marB="38100" anchor="ctr">
                    <a:lnL>
                      <a:noFill/>
                    </a:lnL>
                    <a:lnR>
                      <a:noFill/>
                    </a:lnR>
                    <a:lnT>
                      <a:noFill/>
                    </a:lnT>
                    <a:lnB>
                      <a:noFill/>
                    </a:lnB>
                    <a:noFill/>
                  </a:tcPr>
                </a:tc>
                <a:tc>
                  <a:txBody>
                    <a:bodyPr/>
                    <a:lstStyle/>
                    <a:p>
                      <a:pPr algn="l"/>
                      <a:r>
                        <a:rPr sz="1900" b="0" i="0" u="none" dirty="0" err="1">
                          <a:solidFill>
                            <a:srgbClr val="000000"/>
                          </a:solidFill>
                          <a:latin typeface="Poppins"/>
                        </a:rPr>
                        <a:t>Metrología</a:t>
                      </a:r>
                      <a:r>
                        <a:rPr sz="1900" b="0" i="0" u="none" dirty="0">
                          <a:solidFill>
                            <a:srgbClr val="000000"/>
                          </a:solidFill>
                          <a:latin typeface="Poppins"/>
                        </a:rPr>
                        <a:t> de </a:t>
                      </a:r>
                      <a:r>
                        <a:rPr sz="1900" b="0" i="0" u="none" dirty="0" err="1">
                          <a:solidFill>
                            <a:srgbClr val="000000"/>
                          </a:solidFill>
                          <a:latin typeface="Poppins"/>
                        </a:rPr>
                        <a:t>precisión</a:t>
                      </a:r>
                      <a:r>
                        <a:rPr sz="1900" b="0" i="0" u="none" dirty="0">
                          <a:solidFill>
                            <a:srgbClr val="000000"/>
                          </a:solidFill>
                          <a:latin typeface="Poppins"/>
                        </a:rPr>
                        <a:t>, </a:t>
                      </a:r>
                      <a:r>
                        <a:rPr sz="1900" b="0" i="0" u="none" dirty="0" err="1">
                          <a:solidFill>
                            <a:srgbClr val="000000"/>
                          </a:solidFill>
                          <a:latin typeface="Poppins"/>
                        </a:rPr>
                        <a:t>interferometría</a:t>
                      </a:r>
                      <a:r>
                        <a:rPr sz="1900" b="0" i="0" u="none" dirty="0">
                          <a:solidFill>
                            <a:srgbClr val="000000"/>
                          </a:solidFill>
                          <a:latin typeface="Poppins"/>
                        </a:rPr>
                        <a:t> (LIGO), LIDAR.</a:t>
                      </a:r>
                    </a:p>
                  </a:txBody>
                  <a:tcPr marL="95250" marR="95250" marT="38100" marB="38100" anchor="ctr">
                    <a:lnL>
                      <a:noFill/>
                    </a:lnL>
                    <a:lnR>
                      <a:noFill/>
                    </a:lnR>
                    <a:lnT>
                      <a:noFill/>
                    </a:lnT>
                    <a:lnB>
                      <a:noFill/>
                    </a:lnB>
                    <a:noFill/>
                  </a:tcPr>
                </a:tc>
                <a:extLst>
                  <a:ext uri="{0D108BD9-81ED-4DB2-BD59-A6C34878D82A}">
                    <a16:rowId xmlns:a16="http://schemas.microsoft.com/office/drawing/2014/main" val="10003"/>
                  </a:ext>
                </a:extLst>
              </a:tr>
            </a:tbl>
          </a:graphicData>
        </a:graphic>
      </p:graphicFrame>
      <p:sp>
        <p:nvSpPr>
          <p:cNvPr id="3" name="Rectangle 2">
            <a:extLst>
              <a:ext uri="{FF2B5EF4-FFF2-40B4-BE49-F238E27FC236}">
                <a16:creationId xmlns:a16="http://schemas.microsoft.com/office/drawing/2014/main" id="{5C1112DA-9C00-E1B0-BFC0-389975196CA0}"/>
              </a:ext>
            </a:extLst>
          </p:cNvPr>
          <p:cNvSpPr/>
          <p:nvPr/>
        </p:nvSpPr>
        <p:spPr>
          <a:xfrm>
            <a:off x="1143000" y="5960518"/>
            <a:ext cx="16955546" cy="838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04040C63-BD8B-BFC4-5E94-146AA48B0AD6}"/>
              </a:ext>
            </a:extLst>
          </p:cNvPr>
          <p:cNvSpPr/>
          <p:nvPr/>
        </p:nvSpPr>
        <p:spPr>
          <a:xfrm>
            <a:off x="1069704" y="4690892"/>
            <a:ext cx="16955546" cy="838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882DCB84-F03F-F85B-9AD3-73E8D7F1EF03}"/>
                  </a:ext>
                </a:extLst>
              </p14:cNvPr>
              <p14:cNvContentPartPr/>
              <p14:nvPr/>
            </p14:nvContentPartPr>
            <p14:xfrm>
              <a:off x="16043400" y="6366960"/>
              <a:ext cx="484200" cy="7560"/>
            </p14:xfrm>
          </p:contentPart>
        </mc:Choice>
        <mc:Fallback>
          <p:pic>
            <p:nvPicPr>
              <p:cNvPr id="6" name="Ink 5">
                <a:extLst>
                  <a:ext uri="{FF2B5EF4-FFF2-40B4-BE49-F238E27FC236}">
                    <a16:creationId xmlns:a16="http://schemas.microsoft.com/office/drawing/2014/main" id="{882DCB84-F03F-F85B-9AD3-73E8D7F1EF03}"/>
                  </a:ext>
                </a:extLst>
              </p:cNvPr>
              <p:cNvPicPr/>
              <p:nvPr/>
            </p:nvPicPr>
            <p:blipFill>
              <a:blip r:embed="rId5"/>
              <a:stretch>
                <a:fillRect/>
              </a:stretch>
            </p:blipFill>
            <p:spPr>
              <a:xfrm>
                <a:off x="16034040" y="6357600"/>
                <a:ext cx="502920" cy="262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0DAB8DBF-FBC6-ECAC-2DA7-287AB70F629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9F988DE-10F2-AF66-31CA-094602BDB69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36" t="-112" r="-126" b="-250"/>
            </a:stretch>
          </a:blipFill>
        </p:spPr>
        <p:txBody>
          <a:bodyPr/>
          <a:lstStyle/>
          <a:p>
            <a:endParaRPr lang="es-ES" dirty="0"/>
          </a:p>
        </p:txBody>
      </p:sp>
      <p:sp>
        <p:nvSpPr>
          <p:cNvPr id="86" name="Google Shape;86;p13">
            <a:extLst>
              <a:ext uri="{FF2B5EF4-FFF2-40B4-BE49-F238E27FC236}">
                <a16:creationId xmlns:a16="http://schemas.microsoft.com/office/drawing/2014/main" id="{D9ED8E14-7837-5563-2F68-EDFF8D35E5C4}"/>
              </a:ext>
            </a:extLst>
          </p:cNvPr>
          <p:cNvSpPr txBox="1"/>
          <p:nvPr/>
        </p:nvSpPr>
        <p:spPr>
          <a:xfrm>
            <a:off x="2363152" y="1556537"/>
            <a:ext cx="13561695" cy="1575496"/>
          </a:xfrm>
          <a:prstGeom prst="rect">
            <a:avLst/>
          </a:prstGeom>
          <a:noFill/>
          <a:ln>
            <a:noFill/>
          </a:ln>
        </p:spPr>
        <p:txBody>
          <a:bodyPr spcFirstLastPara="1" wrap="square" lIns="0" tIns="0" rIns="0" bIns="0" anchor="t" anchorCtr="0">
            <a:spAutoFit/>
          </a:bodyPr>
          <a:lstStyle/>
          <a:p>
            <a:pPr algn="ctr">
              <a:lnSpc>
                <a:spcPct val="140000"/>
              </a:lnSpc>
            </a:pPr>
            <a:r>
              <a:rPr lang="en-US" sz="7313" b="1" dirty="0" err="1">
                <a:solidFill>
                  <a:srgbClr val="223C6A"/>
                </a:solidFill>
                <a:latin typeface="Poppins"/>
                <a:ea typeface="Poppins"/>
                <a:cs typeface="Poppins"/>
                <a:sym typeface="Poppins"/>
              </a:rPr>
              <a:t>Preguntas</a:t>
            </a:r>
            <a:r>
              <a:rPr lang="en-US" sz="7313" b="1" dirty="0">
                <a:solidFill>
                  <a:srgbClr val="223C6A"/>
                </a:solidFill>
                <a:latin typeface="Poppins"/>
                <a:ea typeface="Poppins"/>
                <a:cs typeface="Poppins"/>
                <a:sym typeface="Poppins"/>
              </a:rPr>
              <a:t> para </a:t>
            </a:r>
            <a:r>
              <a:rPr lang="en-US" sz="7313" b="1" dirty="0" err="1">
                <a:solidFill>
                  <a:srgbClr val="223C6A"/>
                </a:solidFill>
                <a:latin typeface="Poppins"/>
                <a:ea typeface="Poppins"/>
                <a:cs typeface="Poppins"/>
                <a:sym typeface="Poppins"/>
              </a:rPr>
              <a:t>trabajar</a:t>
            </a:r>
            <a:endParaRPr sz="2700" dirty="0"/>
          </a:p>
        </p:txBody>
      </p:sp>
      <p:pic>
        <p:nvPicPr>
          <p:cNvPr id="3" name="Google Shape;231;p23" descr="image.png">
            <a:extLst>
              <a:ext uri="{FF2B5EF4-FFF2-40B4-BE49-F238E27FC236}">
                <a16:creationId xmlns:a16="http://schemas.microsoft.com/office/drawing/2014/main" id="{B7961296-CF57-EE64-28A3-CBD6D7BD97D8}"/>
              </a:ext>
            </a:extLst>
          </p:cNvPr>
          <p:cNvPicPr preferRelativeResize="0"/>
          <p:nvPr/>
        </p:nvPicPr>
        <p:blipFill rotWithShape="1">
          <a:blip r:embed="rId4">
            <a:alphaModFix/>
          </a:blip>
          <a:srcRect/>
          <a:stretch/>
        </p:blipFill>
        <p:spPr>
          <a:xfrm>
            <a:off x="8458200" y="800100"/>
            <a:ext cx="1071563" cy="857250"/>
          </a:xfrm>
          <a:prstGeom prst="rect">
            <a:avLst/>
          </a:prstGeom>
          <a:noFill/>
          <a:ln>
            <a:noFill/>
          </a:ln>
        </p:spPr>
      </p:pic>
      <p:sp>
        <p:nvSpPr>
          <p:cNvPr id="10" name="TextBox 8">
            <a:extLst>
              <a:ext uri="{FF2B5EF4-FFF2-40B4-BE49-F238E27FC236}">
                <a16:creationId xmlns:a16="http://schemas.microsoft.com/office/drawing/2014/main" id="{A63C7FA8-BD5A-B56A-DFAC-96B890567740}"/>
              </a:ext>
            </a:extLst>
          </p:cNvPr>
          <p:cNvSpPr txBox="1"/>
          <p:nvPr/>
        </p:nvSpPr>
        <p:spPr>
          <a:xfrm>
            <a:off x="3754967" y="3379164"/>
            <a:ext cx="10744200" cy="1254189"/>
          </a:xfrm>
          <a:prstGeom prst="rect">
            <a:avLst/>
          </a:prstGeom>
          <a:noFill/>
        </p:spPr>
        <p:txBody>
          <a:bodyPr wrap="square" lIns="0" tIns="0" rIns="0" bIns="0" anchor="t">
            <a:spAutoFit/>
          </a:bodyPr>
          <a:lstStyle/>
          <a:p>
            <a:pPr algn="just"/>
            <a:r>
              <a:rPr lang="es-ES" sz="2100" b="1" dirty="0">
                <a:solidFill>
                  <a:srgbClr val="000000"/>
                </a:solidFill>
                <a:latin typeface="Poppins" pitchFamily="2" charset="77"/>
                <a:cs typeface="Poppins" pitchFamily="2" charset="77"/>
              </a:rPr>
              <a:t>Distinguiendo fuentes de luz</a:t>
            </a:r>
            <a:r>
              <a:rPr sz="2100" b="1" dirty="0">
                <a:solidFill>
                  <a:srgbClr val="000000"/>
                </a:solidFill>
                <a:latin typeface="Poppins" pitchFamily="2" charset="77"/>
                <a:cs typeface="Poppins" pitchFamily="2" charset="77"/>
              </a:rPr>
              <a:t>:</a:t>
            </a:r>
            <a:r>
              <a:rPr sz="2100" dirty="0">
                <a:solidFill>
                  <a:srgbClr val="000000"/>
                </a:solidFill>
                <a:latin typeface="Poppins" pitchFamily="2" charset="77"/>
                <a:cs typeface="Poppins" pitchFamily="2" charset="77"/>
              </a:rPr>
              <a:t> </a:t>
            </a:r>
            <a:r>
              <a:rPr lang="en-CL" kern="0" dirty="0">
                <a:effectLst/>
                <a:latin typeface="Poppins" pitchFamily="2" charset="77"/>
                <a:ea typeface="Times New Roman" panose="02020603050405020304" pitchFamily="18" charset="0"/>
                <a:cs typeface="Poppins" pitchFamily="2" charset="77"/>
              </a:rPr>
              <a:t>¿Qué diferencia fundamental existe entre la luz de una ampolleta (incandecente), un LED y un láser de diodo semiconductor?</a:t>
            </a:r>
            <a:endParaRPr lang="en-CL" kern="100" dirty="0">
              <a:effectLst/>
              <a:latin typeface="Poppins" pitchFamily="2" charset="77"/>
              <a:ea typeface="Times New Roman" panose="02020603050405020304" pitchFamily="18" charset="0"/>
              <a:cs typeface="Poppins" pitchFamily="2" charset="77"/>
            </a:endParaRPr>
          </a:p>
          <a:p>
            <a:pPr lvl="0" algn="just"/>
            <a:endParaRPr lang="en-CL" kern="100" dirty="0">
              <a:effectLst/>
              <a:latin typeface="Poppins" pitchFamily="2" charset="77"/>
              <a:ea typeface="Times New Roman" panose="02020603050405020304" pitchFamily="18" charset="0"/>
              <a:cs typeface="Poppins" pitchFamily="2" charset="77"/>
            </a:endParaRPr>
          </a:p>
          <a:p>
            <a:pPr>
              <a:lnSpc>
                <a:spcPts val="3206"/>
              </a:lnSpc>
            </a:pPr>
            <a:endParaRPr dirty="0">
              <a:solidFill>
                <a:srgbClr val="000000"/>
              </a:solidFill>
              <a:latin typeface="Poppins" pitchFamily="2" charset="77"/>
              <a:cs typeface="Poppins" pitchFamily="2" charset="77"/>
            </a:endParaRPr>
          </a:p>
        </p:txBody>
      </p:sp>
    </p:spTree>
    <p:extLst>
      <p:ext uri="{BB962C8B-B14F-4D97-AF65-F5344CB8AC3E}">
        <p14:creationId xmlns:p14="http://schemas.microsoft.com/office/powerpoint/2010/main" val="24699076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F0FADAAB-BEDE-4854-6107-F6CDFE3FA41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0600C87-B8CE-E8F2-C8EA-41D52E90A36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36" t="-112" r="-126" b="-250"/>
            </a:stretch>
          </a:blipFill>
        </p:spPr>
        <p:txBody>
          <a:bodyPr/>
          <a:lstStyle/>
          <a:p>
            <a:endParaRPr lang="es-ES" dirty="0"/>
          </a:p>
        </p:txBody>
      </p:sp>
      <p:sp>
        <p:nvSpPr>
          <p:cNvPr id="86" name="Google Shape;86;p13">
            <a:extLst>
              <a:ext uri="{FF2B5EF4-FFF2-40B4-BE49-F238E27FC236}">
                <a16:creationId xmlns:a16="http://schemas.microsoft.com/office/drawing/2014/main" id="{83A638A4-5BAE-F910-3C22-D4C609F2735A}"/>
              </a:ext>
            </a:extLst>
          </p:cNvPr>
          <p:cNvSpPr txBox="1"/>
          <p:nvPr/>
        </p:nvSpPr>
        <p:spPr>
          <a:xfrm>
            <a:off x="2363152" y="1556537"/>
            <a:ext cx="13561695" cy="1575496"/>
          </a:xfrm>
          <a:prstGeom prst="rect">
            <a:avLst/>
          </a:prstGeom>
          <a:noFill/>
          <a:ln>
            <a:noFill/>
          </a:ln>
        </p:spPr>
        <p:txBody>
          <a:bodyPr spcFirstLastPara="1" wrap="square" lIns="0" tIns="0" rIns="0" bIns="0" anchor="t" anchorCtr="0">
            <a:spAutoFit/>
          </a:bodyPr>
          <a:lstStyle/>
          <a:p>
            <a:pPr algn="ctr">
              <a:lnSpc>
                <a:spcPct val="140000"/>
              </a:lnSpc>
            </a:pPr>
            <a:r>
              <a:rPr lang="en-US" sz="7313" b="1" dirty="0" err="1">
                <a:solidFill>
                  <a:srgbClr val="223C6A"/>
                </a:solidFill>
                <a:latin typeface="Poppins"/>
                <a:ea typeface="Poppins"/>
                <a:cs typeface="Poppins"/>
                <a:sym typeface="Poppins"/>
              </a:rPr>
              <a:t>Preguntas</a:t>
            </a:r>
            <a:r>
              <a:rPr lang="en-US" sz="7313" b="1" dirty="0">
                <a:solidFill>
                  <a:srgbClr val="223C6A"/>
                </a:solidFill>
                <a:latin typeface="Poppins"/>
                <a:ea typeface="Poppins"/>
                <a:cs typeface="Poppins"/>
                <a:sym typeface="Poppins"/>
              </a:rPr>
              <a:t> para </a:t>
            </a:r>
            <a:r>
              <a:rPr lang="en-US" sz="7313" b="1" dirty="0" err="1">
                <a:solidFill>
                  <a:srgbClr val="223C6A"/>
                </a:solidFill>
                <a:latin typeface="Poppins"/>
                <a:ea typeface="Poppins"/>
                <a:cs typeface="Poppins"/>
                <a:sym typeface="Poppins"/>
              </a:rPr>
              <a:t>trabajar</a:t>
            </a:r>
            <a:endParaRPr sz="2700" dirty="0"/>
          </a:p>
        </p:txBody>
      </p:sp>
      <p:pic>
        <p:nvPicPr>
          <p:cNvPr id="3" name="Google Shape;231;p23" descr="image.png">
            <a:extLst>
              <a:ext uri="{FF2B5EF4-FFF2-40B4-BE49-F238E27FC236}">
                <a16:creationId xmlns:a16="http://schemas.microsoft.com/office/drawing/2014/main" id="{6CDFE86C-1784-65DD-358A-62D6D79608FA}"/>
              </a:ext>
            </a:extLst>
          </p:cNvPr>
          <p:cNvPicPr preferRelativeResize="0"/>
          <p:nvPr/>
        </p:nvPicPr>
        <p:blipFill rotWithShape="1">
          <a:blip r:embed="rId4">
            <a:alphaModFix/>
          </a:blip>
          <a:srcRect/>
          <a:stretch/>
        </p:blipFill>
        <p:spPr>
          <a:xfrm>
            <a:off x="8458200" y="800100"/>
            <a:ext cx="1071563" cy="857250"/>
          </a:xfrm>
          <a:prstGeom prst="rect">
            <a:avLst/>
          </a:prstGeom>
          <a:noFill/>
          <a:ln>
            <a:noFill/>
          </a:ln>
        </p:spPr>
      </p:pic>
      <p:sp>
        <p:nvSpPr>
          <p:cNvPr id="7" name="TextBox 8">
            <a:extLst>
              <a:ext uri="{FF2B5EF4-FFF2-40B4-BE49-F238E27FC236}">
                <a16:creationId xmlns:a16="http://schemas.microsoft.com/office/drawing/2014/main" id="{7BF43840-8AB8-3CAA-AC54-BBA89F3D1C10}"/>
              </a:ext>
            </a:extLst>
          </p:cNvPr>
          <p:cNvSpPr txBox="1"/>
          <p:nvPr/>
        </p:nvSpPr>
        <p:spPr>
          <a:xfrm>
            <a:off x="3695699" y="3346477"/>
            <a:ext cx="10896599" cy="2031518"/>
          </a:xfrm>
          <a:prstGeom prst="rect">
            <a:avLst/>
          </a:prstGeom>
          <a:noFill/>
        </p:spPr>
        <p:txBody>
          <a:bodyPr wrap="square" lIns="0" tIns="0" rIns="0" bIns="0" anchor="t">
            <a:spAutoFit/>
          </a:bodyPr>
          <a:lstStyle/>
          <a:p>
            <a:pPr>
              <a:lnSpc>
                <a:spcPts val="3206"/>
              </a:lnSpc>
            </a:pPr>
            <a:r>
              <a:rPr lang="es-ES" sz="2100" b="1" dirty="0">
                <a:solidFill>
                  <a:srgbClr val="000000"/>
                </a:solidFill>
                <a:latin typeface="Poppins" pitchFamily="2" charset="77"/>
                <a:cs typeface="Poppins" pitchFamily="2" charset="77"/>
              </a:rPr>
              <a:t>Entendiendo las capacidades de la luz</a:t>
            </a:r>
            <a:r>
              <a:rPr sz="2100" b="1" dirty="0">
                <a:solidFill>
                  <a:srgbClr val="000000"/>
                </a:solidFill>
                <a:latin typeface="Poppins" pitchFamily="2" charset="77"/>
                <a:cs typeface="Poppins" pitchFamily="2" charset="77"/>
              </a:rPr>
              <a:t>:</a:t>
            </a:r>
            <a:r>
              <a:rPr sz="2100" dirty="0">
                <a:solidFill>
                  <a:srgbClr val="000000"/>
                </a:solidFill>
                <a:latin typeface="Poppins" pitchFamily="2" charset="77"/>
                <a:cs typeface="Poppins" pitchFamily="2" charset="77"/>
              </a:rPr>
              <a:t> </a:t>
            </a:r>
            <a:r>
              <a:rPr lang="en-CL" kern="100" dirty="0">
                <a:solidFill>
                  <a:srgbClr val="303030"/>
                </a:solidFill>
                <a:effectLst/>
                <a:latin typeface="Poppins" pitchFamily="2" charset="77"/>
                <a:ea typeface="Times New Roman" panose="02020603050405020304" pitchFamily="18" charset="0"/>
                <a:cs typeface="Poppins" pitchFamily="2" charset="77"/>
              </a:rPr>
              <a:t>El uso del láser en el corte de metales o en cirugías de precisión depende de su capacidad para no dañar las áreas circundantes. ¿Qué propiedad ayuda a lograr este nivel de localización de la energía y cómo lo logra?</a:t>
            </a:r>
            <a:endParaRPr lang="en-CL" kern="100" dirty="0">
              <a:effectLst/>
              <a:latin typeface="Poppins" pitchFamily="2" charset="77"/>
              <a:ea typeface="Times New Roman" panose="02020603050405020304" pitchFamily="18" charset="0"/>
              <a:cs typeface="Poppins" pitchFamily="2" charset="77"/>
            </a:endParaRPr>
          </a:p>
          <a:p>
            <a:pPr>
              <a:lnSpc>
                <a:spcPts val="3206"/>
              </a:lnSpc>
            </a:pPr>
            <a:endParaRPr lang="en-CL" kern="100" dirty="0">
              <a:effectLst/>
              <a:latin typeface="Poppins" pitchFamily="2" charset="77"/>
              <a:ea typeface="Times New Roman" panose="02020603050405020304" pitchFamily="18" charset="0"/>
              <a:cs typeface="Poppins" pitchFamily="2" charset="77"/>
            </a:endParaRPr>
          </a:p>
          <a:p>
            <a:pPr>
              <a:lnSpc>
                <a:spcPts val="3206"/>
              </a:lnSpc>
            </a:pPr>
            <a:endParaRPr dirty="0">
              <a:solidFill>
                <a:srgbClr val="000000"/>
              </a:solidFill>
              <a:latin typeface="Poppins" pitchFamily="2" charset="77"/>
              <a:cs typeface="Poppins" pitchFamily="2" charset="77"/>
            </a:endParaRPr>
          </a:p>
        </p:txBody>
      </p:sp>
    </p:spTree>
    <p:extLst>
      <p:ext uri="{BB962C8B-B14F-4D97-AF65-F5344CB8AC3E}">
        <p14:creationId xmlns:p14="http://schemas.microsoft.com/office/powerpoint/2010/main" val="13241097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C2B22D94-C704-21C1-F074-0E1B35266FD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B833A87-4CAA-2E5C-480A-B27531D5EA4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236" t="-112" r="-126" b="-250"/>
            </a:stretch>
          </a:blipFill>
        </p:spPr>
        <p:txBody>
          <a:bodyPr/>
          <a:lstStyle/>
          <a:p>
            <a:endParaRPr lang="es-ES" dirty="0"/>
          </a:p>
        </p:txBody>
      </p:sp>
      <p:sp>
        <p:nvSpPr>
          <p:cNvPr id="86" name="Google Shape;86;p13">
            <a:extLst>
              <a:ext uri="{FF2B5EF4-FFF2-40B4-BE49-F238E27FC236}">
                <a16:creationId xmlns:a16="http://schemas.microsoft.com/office/drawing/2014/main" id="{9DEC1DA3-244B-AA8F-5D75-959BA3F8F19A}"/>
              </a:ext>
            </a:extLst>
          </p:cNvPr>
          <p:cNvSpPr txBox="1"/>
          <p:nvPr/>
        </p:nvSpPr>
        <p:spPr>
          <a:xfrm>
            <a:off x="2363152" y="1556537"/>
            <a:ext cx="13561695" cy="1575496"/>
          </a:xfrm>
          <a:prstGeom prst="rect">
            <a:avLst/>
          </a:prstGeom>
          <a:noFill/>
          <a:ln>
            <a:noFill/>
          </a:ln>
        </p:spPr>
        <p:txBody>
          <a:bodyPr spcFirstLastPara="1" wrap="square" lIns="0" tIns="0" rIns="0" bIns="0" anchor="t" anchorCtr="0">
            <a:spAutoFit/>
          </a:bodyPr>
          <a:lstStyle/>
          <a:p>
            <a:pPr algn="ctr">
              <a:lnSpc>
                <a:spcPct val="140000"/>
              </a:lnSpc>
            </a:pPr>
            <a:r>
              <a:rPr lang="en-US" sz="7313" b="1" dirty="0" err="1">
                <a:solidFill>
                  <a:srgbClr val="223C6A"/>
                </a:solidFill>
                <a:latin typeface="Poppins"/>
                <a:ea typeface="Poppins"/>
                <a:cs typeface="Poppins"/>
                <a:sym typeface="Poppins"/>
              </a:rPr>
              <a:t>Preguntas</a:t>
            </a:r>
            <a:r>
              <a:rPr lang="en-US" sz="7313" b="1" dirty="0">
                <a:solidFill>
                  <a:srgbClr val="223C6A"/>
                </a:solidFill>
                <a:latin typeface="Poppins"/>
                <a:ea typeface="Poppins"/>
                <a:cs typeface="Poppins"/>
                <a:sym typeface="Poppins"/>
              </a:rPr>
              <a:t> para </a:t>
            </a:r>
            <a:r>
              <a:rPr lang="en-US" sz="7313" b="1" dirty="0" err="1">
                <a:solidFill>
                  <a:srgbClr val="223C6A"/>
                </a:solidFill>
                <a:latin typeface="Poppins"/>
                <a:ea typeface="Poppins"/>
                <a:cs typeface="Poppins"/>
                <a:sym typeface="Poppins"/>
              </a:rPr>
              <a:t>trabajar</a:t>
            </a:r>
            <a:endParaRPr sz="2700" dirty="0"/>
          </a:p>
        </p:txBody>
      </p:sp>
      <p:pic>
        <p:nvPicPr>
          <p:cNvPr id="3" name="Google Shape;231;p23" descr="image.png">
            <a:extLst>
              <a:ext uri="{FF2B5EF4-FFF2-40B4-BE49-F238E27FC236}">
                <a16:creationId xmlns:a16="http://schemas.microsoft.com/office/drawing/2014/main" id="{725C5CF7-1AC6-BF8C-41F1-A15BC5F7CA2F}"/>
              </a:ext>
            </a:extLst>
          </p:cNvPr>
          <p:cNvPicPr preferRelativeResize="0"/>
          <p:nvPr/>
        </p:nvPicPr>
        <p:blipFill rotWithShape="1">
          <a:blip r:embed="rId4">
            <a:alphaModFix/>
          </a:blip>
          <a:srcRect/>
          <a:stretch/>
        </p:blipFill>
        <p:spPr>
          <a:xfrm>
            <a:off x="8458200" y="800100"/>
            <a:ext cx="1071563" cy="857250"/>
          </a:xfrm>
          <a:prstGeom prst="rect">
            <a:avLst/>
          </a:prstGeom>
          <a:noFill/>
          <a:ln>
            <a:noFill/>
          </a:ln>
        </p:spPr>
      </p:pic>
      <p:sp>
        <p:nvSpPr>
          <p:cNvPr id="8" name="TextBox 9">
            <a:extLst>
              <a:ext uri="{FF2B5EF4-FFF2-40B4-BE49-F238E27FC236}">
                <a16:creationId xmlns:a16="http://schemas.microsoft.com/office/drawing/2014/main" id="{4E4FB0D5-8A6D-9448-4ED5-4EC7A0B67F2A}"/>
              </a:ext>
            </a:extLst>
          </p:cNvPr>
          <p:cNvSpPr txBox="1"/>
          <p:nvPr/>
        </p:nvSpPr>
        <p:spPr>
          <a:xfrm>
            <a:off x="3695699" y="3229575"/>
            <a:ext cx="10896600" cy="2381036"/>
          </a:xfrm>
          <a:prstGeom prst="rect">
            <a:avLst/>
          </a:prstGeom>
          <a:noFill/>
        </p:spPr>
        <p:txBody>
          <a:bodyPr wrap="square" lIns="0" tIns="0" rIns="0" bIns="0" anchor="t">
            <a:spAutoFit/>
          </a:bodyPr>
          <a:lstStyle/>
          <a:p>
            <a:pPr lvl="0" algn="just"/>
            <a:r>
              <a:rPr sz="2100" b="1" dirty="0">
                <a:solidFill>
                  <a:srgbClr val="000000"/>
                </a:solidFill>
                <a:latin typeface="Poppins" pitchFamily="2" charset="77"/>
                <a:cs typeface="Poppins" pitchFamily="2" charset="77"/>
              </a:rPr>
              <a:t>Vida </a:t>
            </a:r>
            <a:r>
              <a:rPr sz="2100" b="1" dirty="0" err="1">
                <a:solidFill>
                  <a:srgbClr val="000000"/>
                </a:solidFill>
                <a:latin typeface="Poppins" pitchFamily="2" charset="77"/>
                <a:cs typeface="Poppins" pitchFamily="2" charset="77"/>
              </a:rPr>
              <a:t>Cotidiana</a:t>
            </a:r>
            <a:r>
              <a:rPr sz="2100" b="1" dirty="0">
                <a:solidFill>
                  <a:srgbClr val="000000"/>
                </a:solidFill>
                <a:latin typeface="Poppins" pitchFamily="2" charset="77"/>
                <a:cs typeface="Poppins" pitchFamily="2" charset="77"/>
              </a:rPr>
              <a:t>:</a:t>
            </a:r>
            <a:r>
              <a:rPr sz="2100" dirty="0">
                <a:solidFill>
                  <a:srgbClr val="000000"/>
                </a:solidFill>
                <a:latin typeface="Poppins" pitchFamily="2" charset="77"/>
                <a:cs typeface="Poppins" pitchFamily="2" charset="77"/>
              </a:rPr>
              <a:t> </a:t>
            </a:r>
            <a:r>
              <a:rPr lang="en-CL" kern="100" dirty="0">
                <a:solidFill>
                  <a:srgbClr val="303030"/>
                </a:solidFill>
                <a:effectLst/>
                <a:latin typeface="Poppins" pitchFamily="2" charset="77"/>
                <a:ea typeface="Times New Roman" panose="02020603050405020304" pitchFamily="18" charset="0"/>
                <a:cs typeface="Poppins" pitchFamily="2" charset="77"/>
              </a:rPr>
              <a:t>Considere </a:t>
            </a:r>
            <a:r>
              <a:rPr lang="en-CL" kern="0" dirty="0">
                <a:solidFill>
                  <a:srgbClr val="303030"/>
                </a:solidFill>
                <a:latin typeface="Poppins" pitchFamily="2" charset="77"/>
                <a:ea typeface="Times New Roman" panose="02020603050405020304" pitchFamily="18" charset="0"/>
                <a:cs typeface="Poppins" pitchFamily="2" charset="77"/>
              </a:rPr>
              <a:t>u</a:t>
            </a:r>
            <a:r>
              <a:rPr lang="en-CL" kern="0" dirty="0">
                <a:solidFill>
                  <a:srgbClr val="303030"/>
                </a:solidFill>
                <a:effectLst/>
                <a:latin typeface="Poppins" pitchFamily="2" charset="77"/>
                <a:ea typeface="Times New Roman" panose="02020603050405020304" pitchFamily="18" charset="0"/>
                <a:cs typeface="Poppins" pitchFamily="2" charset="77"/>
              </a:rPr>
              <a:t>na ampolleta pequeña que emite 5 Watts de potencia y un láser de laboratorio que también emite exactamente 5 Watts de potencia. Si colocas tu mano a pocos centímetros de la ampolleta, sentirá un calor apenas perceptible. Sin embargo, si el haz del láser toca su piel o su ojo por una fracción de segundo, causará una quemadura grave o daño permanente. ¿Qué propiedad de la interacción radiación-materia explica esta letalidad?"</a:t>
            </a:r>
            <a:endParaRPr lang="en-CL" kern="100" dirty="0">
              <a:effectLst/>
              <a:latin typeface="Poppins" pitchFamily="2" charset="77"/>
              <a:ea typeface="Times New Roman" panose="02020603050405020304" pitchFamily="18" charset="0"/>
              <a:cs typeface="Poppins" pitchFamily="2" charset="77"/>
            </a:endParaRPr>
          </a:p>
          <a:p>
            <a:pPr algn="just"/>
            <a:r>
              <a:rPr lang="en-CL" kern="100" dirty="0">
                <a:effectLst/>
                <a:latin typeface="Poppins" pitchFamily="2" charset="77"/>
                <a:ea typeface="Aptos" panose="020B0004020202020204" pitchFamily="34" charset="0"/>
                <a:cs typeface="Poppins" pitchFamily="2" charset="77"/>
              </a:rPr>
              <a:t> </a:t>
            </a:r>
          </a:p>
          <a:p>
            <a:pPr>
              <a:lnSpc>
                <a:spcPts val="3206"/>
              </a:lnSpc>
            </a:pPr>
            <a:endParaRPr dirty="0">
              <a:solidFill>
                <a:srgbClr val="000000"/>
              </a:solidFill>
              <a:latin typeface="Poppins" pitchFamily="2" charset="77"/>
              <a:cs typeface="Poppins" pitchFamily="2" charset="77"/>
            </a:endParaRPr>
          </a:p>
        </p:txBody>
      </p:sp>
    </p:spTree>
    <p:extLst>
      <p:ext uri="{BB962C8B-B14F-4D97-AF65-F5344CB8AC3E}">
        <p14:creationId xmlns:p14="http://schemas.microsoft.com/office/powerpoint/2010/main" val="5547941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a:spLocks noGrp="1" noRot="1" noMove="1" noResize="1" noEditPoints="1" noAdjustHandles="1" noChangeArrowheads="1" noChangeShapeType="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36" t="-112" r="-126" b="-250"/>
            </a:stretch>
          </a:blipFill>
        </p:spPr>
        <p:txBody>
          <a:bodyPr/>
          <a:lstStyle/>
          <a:p>
            <a:endParaRPr lang="es-ES"/>
          </a:p>
        </p:txBody>
      </p:sp>
      <p:pic>
        <p:nvPicPr>
          <p:cNvPr id="3" name="Picture 2" descr="Image preview">
            <a:extLst>
              <a:ext uri="{FF2B5EF4-FFF2-40B4-BE49-F238E27FC236}">
                <a16:creationId xmlns:a16="http://schemas.microsoft.com/office/drawing/2014/main" id="{13C02558-815B-C868-9D11-CE2F5ECBC06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2515" t="13893" r="8884" b="50000"/>
          <a:stretch/>
        </p:blipFill>
        <p:spPr bwMode="auto">
          <a:xfrm>
            <a:off x="625162" y="6428049"/>
            <a:ext cx="3397964" cy="2383890"/>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12">
            <a:extLst>
              <a:ext uri="{FF2B5EF4-FFF2-40B4-BE49-F238E27FC236}">
                <a16:creationId xmlns:a16="http://schemas.microsoft.com/office/drawing/2014/main" id="{5D6CE184-0CA0-85E3-C154-48D99D19A488}"/>
              </a:ext>
            </a:extLst>
          </p:cNvPr>
          <p:cNvPicPr>
            <a:picLocks noChangeAspect="1"/>
          </p:cNvPicPr>
          <p:nvPr/>
        </p:nvPicPr>
        <p:blipFill>
          <a:blip r:embed="rId4"/>
          <a:stretch>
            <a:fillRect/>
          </a:stretch>
        </p:blipFill>
        <p:spPr>
          <a:xfrm>
            <a:off x="4394495" y="6018834"/>
            <a:ext cx="3252200" cy="3202319"/>
          </a:xfrm>
          <a:prstGeom prst="rect">
            <a:avLst/>
          </a:prstGeom>
        </p:spPr>
      </p:pic>
      <p:pic>
        <p:nvPicPr>
          <p:cNvPr id="5" name="Imagen 5">
            <a:extLst>
              <a:ext uri="{FF2B5EF4-FFF2-40B4-BE49-F238E27FC236}">
                <a16:creationId xmlns:a16="http://schemas.microsoft.com/office/drawing/2014/main" id="{22BF0B74-0232-1B09-BEE7-75277C97E89A}"/>
              </a:ext>
            </a:extLst>
          </p:cNvPr>
          <p:cNvPicPr>
            <a:picLocks noChangeAspect="1"/>
          </p:cNvPicPr>
          <p:nvPr/>
        </p:nvPicPr>
        <p:blipFill>
          <a:blip r:embed="rId5"/>
          <a:srcRect l="10640" t="9566" b="4072"/>
          <a:stretch/>
        </p:blipFill>
        <p:spPr>
          <a:xfrm>
            <a:off x="955582" y="1913630"/>
            <a:ext cx="5990208" cy="3890641"/>
          </a:xfrm>
          <a:prstGeom prst="rect">
            <a:avLst/>
          </a:prstGeom>
        </p:spPr>
      </p:pic>
      <p:pic>
        <p:nvPicPr>
          <p:cNvPr id="6" name="Imagen 5">
            <a:extLst>
              <a:ext uri="{FF2B5EF4-FFF2-40B4-BE49-F238E27FC236}">
                <a16:creationId xmlns:a16="http://schemas.microsoft.com/office/drawing/2014/main" id="{CE76E40B-55A5-E1B4-2AED-ED83AD96FDCB}"/>
              </a:ext>
            </a:extLst>
          </p:cNvPr>
          <p:cNvPicPr>
            <a:picLocks noChangeAspect="1"/>
          </p:cNvPicPr>
          <p:nvPr/>
        </p:nvPicPr>
        <p:blipFill>
          <a:blip r:embed="rId6"/>
          <a:stretch>
            <a:fillRect/>
          </a:stretch>
        </p:blipFill>
        <p:spPr>
          <a:xfrm>
            <a:off x="9567104" y="2193719"/>
            <a:ext cx="3963008" cy="2972256"/>
          </a:xfrm>
          <a:prstGeom prst="rect">
            <a:avLst/>
          </a:prstGeom>
        </p:spPr>
      </p:pic>
      <p:pic>
        <p:nvPicPr>
          <p:cNvPr id="7" name="Picture 17">
            <a:extLst>
              <a:ext uri="{FF2B5EF4-FFF2-40B4-BE49-F238E27FC236}">
                <a16:creationId xmlns:a16="http://schemas.microsoft.com/office/drawing/2014/main" id="{0985347C-8699-6006-D45F-16BF1EA482E6}"/>
              </a:ext>
            </a:extLst>
          </p:cNvPr>
          <p:cNvPicPr>
            <a:picLocks noChangeAspect="1"/>
          </p:cNvPicPr>
          <p:nvPr/>
        </p:nvPicPr>
        <p:blipFill rotWithShape="1">
          <a:blip r:embed="rId7"/>
          <a:srcRect b="8975"/>
          <a:stretch/>
        </p:blipFill>
        <p:spPr>
          <a:xfrm>
            <a:off x="14120721" y="1648239"/>
            <a:ext cx="3035525" cy="3684111"/>
          </a:xfrm>
          <a:prstGeom prst="rect">
            <a:avLst/>
          </a:prstGeom>
        </p:spPr>
      </p:pic>
      <p:pic>
        <p:nvPicPr>
          <p:cNvPr id="8" name="Imagen 7">
            <a:extLst>
              <a:ext uri="{FF2B5EF4-FFF2-40B4-BE49-F238E27FC236}">
                <a16:creationId xmlns:a16="http://schemas.microsoft.com/office/drawing/2014/main" id="{5E021497-BC59-88F1-D428-B6C47B1D2E10}"/>
              </a:ext>
            </a:extLst>
          </p:cNvPr>
          <p:cNvPicPr>
            <a:picLocks noChangeAspect="1"/>
          </p:cNvPicPr>
          <p:nvPr/>
        </p:nvPicPr>
        <p:blipFill rotWithShape="1">
          <a:blip r:embed="rId8"/>
          <a:srcRect t="27836" b="25494"/>
          <a:stretch>
            <a:fillRect/>
          </a:stretch>
        </p:blipFill>
        <p:spPr>
          <a:xfrm>
            <a:off x="11201400" y="5839496"/>
            <a:ext cx="5114844" cy="3182766"/>
          </a:xfrm>
          <a:prstGeom prst="rect">
            <a:avLst/>
          </a:prstGeom>
        </p:spPr>
      </p:pic>
      <p:pic>
        <p:nvPicPr>
          <p:cNvPr id="9" name="Picture 2">
            <a:extLst>
              <a:ext uri="{FF2B5EF4-FFF2-40B4-BE49-F238E27FC236}">
                <a16:creationId xmlns:a16="http://schemas.microsoft.com/office/drawing/2014/main" id="{ABBB8F18-606A-F5CF-20CD-3EC847132B7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65005" y="318331"/>
            <a:ext cx="5990208" cy="15121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80378-ECA9-F53D-27CB-338CA3B0618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28EAC4D-EF5D-957C-5174-73C30E9EC30B}"/>
              </a:ext>
            </a:extLst>
          </p:cNvPr>
          <p:cNvSpPr>
            <a:spLocks noGrp="1" noRot="1" noMove="1" noResize="1" noEditPoints="1" noAdjustHandles="1" noChangeArrowheads="1" noChangeShapeType="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36" t="-112" r="-126" b="-250"/>
            </a:stretch>
          </a:blipFill>
        </p:spPr>
        <p:txBody>
          <a:bodyPr/>
          <a:lstStyle/>
          <a:p>
            <a:endParaRPr lang="es-ES"/>
          </a:p>
        </p:txBody>
      </p:sp>
    </p:spTree>
    <p:extLst>
      <p:ext uri="{BB962C8B-B14F-4D97-AF65-F5344CB8AC3E}">
        <p14:creationId xmlns:p14="http://schemas.microsoft.com/office/powerpoint/2010/main" val="27520415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1386C"/>
        </a:solidFill>
        <a:effectLst/>
      </p:bgPr>
    </p:bg>
    <p:spTree>
      <p:nvGrpSpPr>
        <p:cNvPr id="1" name=""/>
        <p:cNvGrpSpPr/>
        <p:nvPr/>
      </p:nvGrpSpPr>
      <p:grpSpPr>
        <a:xfrm>
          <a:off x="0" y="0"/>
          <a:ext cx="0" cy="0"/>
          <a:chOff x="0" y="0"/>
          <a:chExt cx="0" cy="0"/>
        </a:xfrm>
      </p:grpSpPr>
      <p:sp>
        <p:nvSpPr>
          <p:cNvPr id="2" name="Freeform 2"/>
          <p:cNvSpPr>
            <a:spLocks noGrp="1" noRot="1" noMove="1" noResize="1" noEditPoints="1" noAdjustHandles="1" noChangeArrowheads="1" noChangeShapeType="1"/>
          </p:cNvSpPr>
          <p:nvPr/>
        </p:nvSpPr>
        <p:spPr>
          <a:xfrm>
            <a:off x="6106502" y="4354083"/>
            <a:ext cx="6074997" cy="1578834"/>
          </a:xfrm>
          <a:custGeom>
            <a:avLst/>
            <a:gdLst/>
            <a:ahLst/>
            <a:cxnLst/>
            <a:rect l="l" t="t" r="r" b="b"/>
            <a:pathLst>
              <a:path w="6074997" h="1578834">
                <a:moveTo>
                  <a:pt x="0" y="0"/>
                </a:moveTo>
                <a:lnTo>
                  <a:pt x="6074996" y="0"/>
                </a:lnTo>
                <a:lnTo>
                  <a:pt x="6074996" y="1578834"/>
                </a:lnTo>
                <a:lnTo>
                  <a:pt x="0" y="1578834"/>
                </a:lnTo>
                <a:lnTo>
                  <a:pt x="0" y="0"/>
                </a:lnTo>
                <a:close/>
              </a:path>
            </a:pathLst>
          </a:custGeom>
          <a:blipFill>
            <a:blip r:embed="rId2"/>
            <a:stretch>
              <a:fillRect/>
            </a:stretch>
          </a:blipFill>
        </p:spPr>
        <p:txBody>
          <a:bodyPr/>
          <a:lstStyle/>
          <a:p>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D4589D386EC8446A62777E6DEF80C1D" ma:contentTypeVersion="11" ma:contentTypeDescription="Create a new document." ma:contentTypeScope="" ma:versionID="cdb08ab6bad8d15de14d769906ea8b2f">
  <xsd:schema xmlns:xsd="http://www.w3.org/2001/XMLSchema" xmlns:xs="http://www.w3.org/2001/XMLSchema" xmlns:p="http://schemas.microsoft.com/office/2006/metadata/properties" xmlns:ns2="7850d6a5-3659-44e7-8acd-a78a30df95ee" xmlns:ns3="3e22de92-fd85-4f3c-a22d-e1af528092bc" targetNamespace="http://schemas.microsoft.com/office/2006/metadata/properties" ma:root="true" ma:fieldsID="baa7abbf1f1e6ad25811dc27f993a7ea" ns2:_="" ns3:_="">
    <xsd:import namespace="7850d6a5-3659-44e7-8acd-a78a30df95ee"/>
    <xsd:import namespace="3e22de92-fd85-4f3c-a22d-e1af528092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850d6a5-3659-44e7-8acd-a78a30df95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f1bca92-ab44-4d2f-8c51-2bce81b0b2f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e22de92-fd85-4f3c-a22d-e1af528092b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da207c1-9b44-4146-9a28-ee2df28ab639}" ma:internalName="TaxCatchAll" ma:showField="CatchAllData" ma:web="3e22de92-fd85-4f3c-a22d-e1af528092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850d6a5-3659-44e7-8acd-a78a30df95ee">
      <Terms xmlns="http://schemas.microsoft.com/office/infopath/2007/PartnerControls"/>
    </lcf76f155ced4ddcb4097134ff3c332f>
    <TaxCatchAll xmlns="3e22de92-fd85-4f3c-a22d-e1af528092bc" xsi:nil="true"/>
  </documentManagement>
</p:properties>
</file>

<file path=customXml/itemProps1.xml><?xml version="1.0" encoding="utf-8"?>
<ds:datastoreItem xmlns:ds="http://schemas.openxmlformats.org/officeDocument/2006/customXml" ds:itemID="{B089A8D4-2E7E-49EC-94AB-C50604EB657D}">
  <ds:schemaRefs>
    <ds:schemaRef ds:uri="http://schemas.microsoft.com/sharepoint/v3/contenttype/forms"/>
  </ds:schemaRefs>
</ds:datastoreItem>
</file>

<file path=customXml/itemProps2.xml><?xml version="1.0" encoding="utf-8"?>
<ds:datastoreItem xmlns:ds="http://schemas.openxmlformats.org/officeDocument/2006/customXml" ds:itemID="{4D87F834-948B-4B9E-B88D-543AF966EA76}"/>
</file>

<file path=customXml/itemProps3.xml><?xml version="1.0" encoding="utf-8"?>
<ds:datastoreItem xmlns:ds="http://schemas.openxmlformats.org/officeDocument/2006/customXml" ds:itemID="{66D411EF-6D8C-431E-9A19-75A40CAA3E49}">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3208</TotalTime>
  <Words>1188</Words>
  <Application>Microsoft Macintosh PowerPoint</Application>
  <PresentationFormat>Custom</PresentationFormat>
  <Paragraphs>90</Paragraphs>
  <Slides>27</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Calibri</vt:lpstr>
      <vt:lpstr>Arial</vt:lpstr>
      <vt:lpstr>Poppins</vt:lpstr>
      <vt:lpstr>Canva Sans Bold</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Diplomado en Física Moderna</dc:title>
  <cp:lastModifiedBy>Pablo Andrés Solano Palma</cp:lastModifiedBy>
  <cp:revision>39</cp:revision>
  <dcterms:created xsi:type="dcterms:W3CDTF">2006-08-16T00:00:00Z</dcterms:created>
  <dcterms:modified xsi:type="dcterms:W3CDTF">2026-07-25T02:14:49Z</dcterms:modified>
  <dc:identifier>DAHG25dJQQQ</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0x010100BD4589D386EC8446A62777E6DEF80C1D</vt:lpwstr>
  </property>
</Properties>
</file>